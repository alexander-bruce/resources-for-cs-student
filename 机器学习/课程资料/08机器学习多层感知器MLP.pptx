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Lst>
  <p:notesMasterIdLst>
    <p:notesMasterId r:id="rId6"/>
  </p:notesMasterIdLst>
  <p:sldIdLst>
    <p:sldId id="460" r:id="rId5"/>
    <p:sldId id="461" r:id="rId7"/>
    <p:sldId id="515" r:id="rId8"/>
    <p:sldId id="462" r:id="rId9"/>
    <p:sldId id="463" r:id="rId10"/>
    <p:sldId id="469" r:id="rId11"/>
    <p:sldId id="516" r:id="rId12"/>
    <p:sldId id="472" r:id="rId13"/>
    <p:sldId id="475" r:id="rId14"/>
    <p:sldId id="478" r:id="rId15"/>
    <p:sldId id="438" r:id="rId16"/>
    <p:sldId id="483" r:id="rId17"/>
    <p:sldId id="517" r:id="rId18"/>
    <p:sldId id="518" r:id="rId19"/>
    <p:sldId id="484" r:id="rId20"/>
    <p:sldId id="488" r:id="rId21"/>
    <p:sldId id="489" r:id="rId22"/>
    <p:sldId id="487" r:id="rId23"/>
    <p:sldId id="493" r:id="rId24"/>
    <p:sldId id="499" r:id="rId25"/>
    <p:sldId id="500" r:id="rId26"/>
    <p:sldId id="501" r:id="rId27"/>
    <p:sldId id="502" r:id="rId28"/>
    <p:sldId id="466" r:id="rId29"/>
    <p:sldId id="467" r:id="rId30"/>
    <p:sldId id="519" r:id="rId31"/>
    <p:sldId id="497" r:id="rId32"/>
    <p:sldId id="498" r:id="rId33"/>
  </p:sldIdLst>
  <p:sldSz cx="9144000" cy="5143500" type="screen16x9"/>
  <p:notesSz cx="6858000" cy="91440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2" pos="13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EEF4"/>
    <a:srgbClr val="00FF00"/>
    <a:srgbClr val="00FFCC"/>
    <a:srgbClr val="FF0000"/>
    <a:srgbClr val="99FF66"/>
    <a:srgbClr val="993366"/>
    <a:srgbClr val="00CC00"/>
    <a:srgbClr val="CCFF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33" autoAdjust="0"/>
    <p:restoredTop sz="58970" autoAdjust="0"/>
  </p:normalViewPr>
  <p:slideViewPr>
    <p:cSldViewPr showGuides="1">
      <p:cViewPr varScale="1">
        <p:scale>
          <a:sx n="109" d="100"/>
          <a:sy n="109" d="100"/>
        </p:scale>
        <p:origin x="408" y="91"/>
      </p:cViewPr>
      <p:guideLst>
        <p:guide orient="horz" pos="1620"/>
        <p:guide pos="2880"/>
        <p:guide pos="1392"/>
      </p:guideLst>
    </p:cSldViewPr>
  </p:slideViewPr>
  <p:notesTextViewPr>
    <p:cViewPr>
      <p:scale>
        <a:sx n="1" d="1"/>
        <a:sy n="1" d="1"/>
      </p:scale>
      <p:origin x="0" y="0"/>
    </p:cViewPr>
  </p:notesTextViewPr>
  <p:sorterViewPr>
    <p:cViewPr>
      <p:scale>
        <a:sx n="100" d="100"/>
        <a:sy n="100" d="100"/>
      </p:scale>
      <p:origin x="0" y="6557"/>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7" Type="http://schemas.openxmlformats.org/officeDocument/2006/relationships/tags" Target="tags/tag143.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7T00:18:09"/>
    </inkml:context>
    <inkml:brush xml:id="br0">
      <inkml:brushProperty name="width" value="0.05292" units="cm"/>
      <inkml:brushProperty name="height" value="0.05292" units="cm"/>
      <inkml:brushProperty name="color" value="#0000ff"/>
    </inkml:brush>
  </inkml:definitions>
  <inkml:trace contextRef="#ctx0" brushRef="#br0">12068 3596 1665,'-19'0'5573,"19"0"-4644,0 0 865,0 0-353,0 0-63,0 0-225,0 0-545,0 0-191,19 0-65,1 0 160,20 0 1,-1 0-129,1 20-95,39-20-97,1 20-96,0-20-96,19 0 32,19 0-192,2 0 0,-1 0 64,0 0 63,1 0 33,-21 0 0,20 0 33,-19 0-1,17 0 0,-16 0 32,-2 0 0,-20 0 0,-20 0-64,-18 0 0,-21 0-96,-20 0-193,0 0-864,-20 19-1858</inkml:trace>
  <inkml:trace contextRef="#ctx0" brushRef="#br0">3394 6021 1,'-20'0'2016,"20"0"611,0 0-321,-21 0-288,21 0-449,0 0-191,0 0-289,0 0-128,0 0-161,0 0-351,0 0-129,0 0-128,21 0 129,17 0 31,3-20-96,-1 20-128,39 0-160,-20 0 64,20 0-64,-19 0 64,19 20-64,1-20 160,0 19-192,-1-19 64,0 0-32,-20 0-96,22-19-160,-42 19-32,1 0-225,-20-20-512,-20 20-1249,0-20-7687</inkml:trace>
  <inkml:trace contextRef="#ctx0" brushRef="#br0">15682 4749 7014,'0'-20'833,"0"20"480,0 0 0,0-21-672,20 21 160,-20 0-193,0 0-319,18-19-193,-18 19 224,0 0 160,0 19 97,0 2 0,0-1-129,0 20-128,-18-21-31,18 22 127,0 18-160,0-39-128,0 20-96,-20-1-96,20-19-32,0 0-96,0 0-320,0 0-417,0 0-385,0-1-1376,-20-19-3460</inkml:trace>
  <inkml:trace contextRef="#ctx0" brushRef="#br0">15463 5047 896,'20'0'6310,"0"0"-6278,-1 20 897,-19-20 192,20 20 32,-20 19-288,20-18-128,-20 18-545,0 1-64,20 0 32,1-21-32,-21 2-63,18-1 223,2-20 449,1 0 191,19-20-479,-22-1 31,3-18 1,-1 19-65,0-20-224,0 20-192,-1 1-128,-19-2-384,20 2-994,-20 19-1280,0 0-5542</inkml:trace>
  <inkml:trace contextRef="#ctx0" brushRef="#br0">15542 3854 9224,'-20'0'769,"1"0"-609,-1 0 289,0 21-257,-20-2 480,21 21 385,-1 0-512,20-20-481,-20 19 0,20 1-32,20-20 32,0 19 32,-1-39 64,1 21 65,20-21 95,-20 0-128,19-21-32,1 2-96,-19-21 64,-3 21 65,-18-22 95,0 2-64,0-1-96,-18 20-32,18 0 160,-21 1 321,21 19-289,0 0-448,0 19 96,0 21 192,0-20 160,0 20-95,21-1-97,-3 1-32,2 0-192,21-21-385,-21 2-416,19-2-1025,-19-19-1985</inkml:trace>
  <inkml:trace contextRef="#ctx0" brushRef="#br0">15860 3497 9545,'0'-40'1537,"-20"40"-192,20 0-480,0 0-929,-20 20 96,1 0 224,19 0-96,0 19-63,-20 1 223,20-20 128,20 19-127,-20-18-33,19 18-192,1-19-192,-20 0-385,20 0-223,20 0-321,-21-20-1089,1 0-2242</inkml:trace>
  <inkml:trace contextRef="#ctx0" brushRef="#br0">16000 3577 10986,'0'19'160,"0"-19"545,0 20 448,0 0-449,0 20-127,0-20-321,0-1-224,0 21-32,18-40-384,-18 20-705,0 0-1409,20-20-2852</inkml:trace>
  <inkml:trace contextRef="#ctx0" brushRef="#br0">16119 3417 11755,'18'0'768,"-18"0"-479,21 20 607,-1 20-415,0-20-129,0 19 193,-1 2-193,1-2-192,0 0 129,-20 21 31,0-20-128,0 0-192,0 0-865,-20-21-1921</inkml:trace>
  <inkml:trace contextRef="#ctx0" brushRef="#br0">5736 5981 1345,'-20'0'7943,"20"0"-7014,-20 0 609,20 0 576,0 0-353,0 0-479,20 0-610,0 0 33,-1 0 96,21 20-161,0-20-191,19 0-97,-18 20-192,18-20-96,0 0-64,-19 0-256,0 0-609,-1 0-1409,-19-20-3459</inkml:trace>
  <inkml:trace contextRef="#ctx0" brushRef="#br0">2222 6776 12203,'0'0'865,"0"0"-993,20 20 832,0-20 450,0 0 31,19 0-353,1 0-287,19 0-257,-19 0-192,19 0 96,-18 0-31,18 0-193,-39 0 0,0-20-737,0 20 192,-20 0-576,19 0-673,-19-20-1729</inkml:trace>
  <inkml:trace contextRef="#ctx0" brushRef="#br0">2598 6637 11050,'-38'19'2787,"38"-19"-2980,0 0 65,0 0 513,20 0 832,-2 0-352,3 21-321,19-21-288,-1 0-63,1 19 287,0-19-96,-1 21-288,1-21 1,-20 19-97,1-19 32,-3 20 32,-18-20-160,0 0 224,0 20 64,-18 0 0,-3 0-160,1-20 64,0 20-192,0-1-96,0 1-224,1-20-129,19 20-448,-20 0-673,20 0-512,-20-20-1986</inkml:trace>
  <inkml:trace contextRef="#ctx0" brushRef="#br0">2242 7888 6854,'0'0'1121,"0"0"-673,-20 0 1666,20 0 0,0 0-640,0 0-481,0 0-417,0 0-63,0 0-33,20 0 193,-20 0-97,20 0-127,0 0-97,19 20-63,1-20-65,19 0-128,2-20 0,-3 20-128,-17 0 64,18-20-416,-39 20-353,0 0-320,-20 0-545,19 0-384,-19 0-800,0 0-1730</inkml:trace>
  <inkml:trace contextRef="#ctx0" brushRef="#br0">2519 7730 8936,'-20'0'-160,"20"0"-289,20 0 1795,-20 19 736,20-19-833,1 0-641,-1 0-191,-2 20-1,3-20 193,-1 20-129,0-20-288,19 20-96,-19-20 1,0 0 31,0 0-32,0 20-64,-1-20 0,1 0-32,0 0 32,-20 0-32,0 0-32,20 0 32,-20 20 96,0-20 0,0 0 0,0 19 32,0-19 32,0 20-64,-20-20 1,20 20-97,0-20 0,0 20 32,0 0 0,-20-20 0,20 20-225,-20-20-95,20 19-64,-19-19 32,-1 21-33,0-1-512,0-1-768,20-19-4645</inkml:trace>
  <inkml:trace contextRef="#ctx0" brushRef="#br0">17686 4113 4516,'0'-20'2210,"0"20"737,0-20-641,0 20-993,0 0-384,0-19-32,0 19-321,0 0-159,0-21-97,0 21 64,0 0-31,0 0-257,0 0 96,0 21-32,0-2 225,-20 1 159,20 19-192,-20 1-95,20 20-1,-19-20-32,19 0-160,0 0-32,-20-1-32,20-19 0,0 20-96,0-20 0,0-20-96,0 19-577,0-19-256,0 20-737,0-20-832,-20 0-2947</inkml:trace>
  <inkml:trace contextRef="#ctx0" brushRef="#br0">17429 4352 10345,'0'0'1249,"0"0"-928,0 0 480,0 0-1,19 0 353,-19 19-32,0 1-480,20 20-289,-20-20-95,20 19-33,0-19-128,0 0 0,-1 0 0,1 0-32,0-20 545,20 0 256,-21 0-257,1-20-31,0 0-257,0 0-32,1 0-192,-3 1-128,2-1 32,1 0-416,-1 20-737,-20-20-641,20 20-1121,-20 0-3811</inkml:trace>
  <inkml:trace contextRef="#ctx0" brushRef="#br0">17706 3358 4612,'0'0'4580,"0"-20"-3683,0 20 1313,0 0-833,-20-20 1,20 20 159,-20-20-448,20 20-576,-20 0-321,1 0-160,-21 0-64,20 20-64,-19 0 128,19 20-128,0-20 32,20 19 32,0 1 32,20-20-289,0 0 161,-1-1-64,21 1-32,-20-20 192,19 0 96,-19 0 32,0-20 64,0 1 64,-20-1 97,0 0 31,0-20-160,0 20-96,0 1 96,0-21-63,-20 40 255,20-20 32,0 20-223,0 0-322,0 20 33,0 0 128,0 19 96,0-19-63,20 20-1,19 0-64,-19-21-161,21 1-223,-1 1-257,-21-2-255,1-19-610,0 0-2017</inkml:trace>
  <inkml:trace contextRef="#ctx0" brushRef="#br0">17865 2820 12107,'-19'0'192,"19"0"225,0 21-33,0-21 128,-20 40 449,20-20 32,0 19-384,0 1-97,0 0-159,0-1-225,20 1-64,-1-19-128,1-2-192,0 1-353,20-20-448,-21 0-961,1 0-4068</inkml:trace>
  <inkml:trace contextRef="#ctx0" brushRef="#br0">18004 2921 10634,'0'-20'672,"20"20"834,0 0-33,-1 0-832,1 0 159,0 0-287,-20 0-385,20 0-192,-20 20 64,0-1 96,0 1 32,-20 0 32,0 0-64,0 0 97,1 0-1,-1-1 0,20-19-128,0 20-32,0-20 32,20 20 0,-1 1-32,21-21-224,-20 0-513,19 19-544,-19-19-1377,1 0-4005</inkml:trace>
  <inkml:trace contextRef="#ctx0" brushRef="#br0">18182 2762 2754,'0'-20'8200,"0"20"-7399,0 0 896,21 0-287,-21 0-65,20 40-352,18-21-385,-17 21-383,-1 0-97,0 0 0,-20-1-32,20 1-96,-20 0 128,-20-1-64,20 2 32,-20-22-128,0 20-608,-1-18-1218,3-1-3523</inkml:trace>
  <inkml:trace contextRef="#ctx0" brushRef="#br0">9488 8266 5028,'0'0'1538,"0"0"-545,0-20 480,0 20 417,0 0-161,0 0-447,0 0-674,0 0-255,0 0-1,0 0 128,0 0 1,0 0-161,0 20-96,20-20 257,-20 0-129,19 0 33,21 0-129,-20 0-192,39 0 96,2 0-128,-2 0 64,20 0-64,20 0-64,20 0 96,1 0 32,18 0-32,1 0 161,1 0-129,18 0 0,-19 0 32,-1 0 0,2 0 32,-21-20-64,-20 20 0,1 0 32,-21 0-192,-19 0 64,-1 0-32,-19 0-480,-1 0-577,-39 0-256,20 0-1282,-40 0-9128</inkml:trace>
  <inkml:trace contextRef="#ctx0" brushRef="#br0">2301 8941 12139,'0'0'929,"0"0"-993,0 0 1025,0 0 480,20 0-608,0 0-193,20 0-255,-1 0-97,22 0 161,-23 0-257,23-19-160,-22 19-160,-19 0-385,20 0-320,-21 0-704,1 0-545,0 0-1473,0-20-3748</inkml:trace>
  <inkml:trace contextRef="#ctx0" brushRef="#br0">2580 8822 7751,'0'0'448,"0"-19"-288,18 19 2051,3 0-258,-1 0-703,0 0-290,19 19-287,-19-19-192,20 0-65,-20 20-32,19 0-256,1-20 1,-20 20-97,1 0-32,-21-20 0,18 20 0,-18-1 64,0 2 0,-18-21 64,-3 19 0,1-19-32,0 20-352,0 0-161,-19-20-223,19 20-994,0 0-2402</inkml:trace>
  <inkml:trace contextRef="#ctx0" brushRef="#br0">2381 10055 13933,'-20'0'128,"20"0"-224,0 0 1089,0 0 224,20 0-448,-1 0-161,21 19-191,1-19-65,-3 0 0,23 0-160,-2 0-96,-19 0-96,-1 0 97,-19-19-706,20 19-320,-21 0-1025,1-20-993,-20 20-2818</inkml:trace>
  <inkml:trace contextRef="#ctx0" brushRef="#br0">2718 9935 1505,'-20'0'10378,"20"0"-10634,0 0 191,20 0 1859,-20 0-833,40 0-513,-20 0-95,19 0 287,1 20 193,-20-20-256,19 20-65,1 0-127,-19-20-65,-1 20 96,-2 0-320,-18 0 129,0-20 287,0 19-63,-18 1-129,-2 1 32,-21-2-160,21 1-96,-19 0 1,-1-1-97,20 2 32,-19-21-961,19 39-1634,0-39-3939</inkml:trace>
  <inkml:trace contextRef="#ctx0" brushRef="#br0">19989 4054 6566,'40'-21'3907,"-40"21"-3138,0 0 929,0 0-257,0 0-800,0 0-33,0 21 65,0-2-257,0 21-127,0 0 127,-20-1-224,20 1-64,-20 0-32,20 0 0,-19-21-63,19 21-66,-20-20-351,20 0-289,0 0-800,-20 0-1121,20-20-3748</inkml:trace>
  <inkml:trace contextRef="#ctx0" brushRef="#br0">19810 4291 12908,'0'21'608,"0"-2"-31,20 2 160,-20-2-321,0 21-64,21 0 97,-1-20-289,-2-1-64,2 1 256,1 0 385,-1 0-160,-20-20-97,20 0 225,-20 0-33,19 0-319,1-20 31,-20 0-384,40 0-32,-20 1-32,-1-1-320,1 0-481,0 0-801,-20 0-1024,20 20-2211</inkml:trace>
  <inkml:trace contextRef="#ctx0" brushRef="#br0">20168 3378 10794,'0'0'1697,"-20"-20"-640,20 20 225,-20-20-450,0 20-255,0 0-161,-19 0-384,-1 0-64,1 20 128,-1 0 225,19 0-65,1 19-160,2 1-64,18-20-32,0 19 64,18-19 0,23 1 32,-21-2 160,39-19 1,-19 0-1,-1 0-160,1-19 32,-20-22 64,-20 22-192,20-21 193,-20 20-161,0-20 64,-20 21 416,20-1-31,-20 20-129,20 0-128,0 0-288,0 20-64,0-1 224,0 1-96,0 0-64,20 20 128,0-20-320,19-1-64,-19 1-193,0-20-896,1 21-1122,-21-21-2305</inkml:trace>
  <inkml:trace contextRef="#ctx0" brushRef="#br0">20268 2841 13036,'0'-21'1121,"-21"42"-1409,21-21 384,0 40 480,-20-20 33,20 19 96,0 1-385,20 0-192,-20-1-64,21 1-32,-1 0-224,-2-20-673,3-1-512,-1 2-481,0-21-1793</inkml:trace>
  <inkml:trace contextRef="#ctx0" brushRef="#br0">20387 2901 14765,'0'-20'0,"19"20"-224,1 0 897,20 0-321,-20 0 225,19 0-321,-19 0-320,0 0-192,-20 20 32,0-20 31,0 20-63,0-1 192,-20-19 32,0 20 64,0 0 32,20-20-96,0 20 0,0 0 0,20 0-320,0-20-193,0 19-95,0 1-129,-20-20 384,19 20 257,-19 1 64,0-21 256,0 19 353,-19-19 96,-1 0-1,0 20-223,0-20-257,-19 0-609,19 0-1088,0 0-1570</inkml:trace>
  <inkml:trace contextRef="#ctx0" brushRef="#br0">20664 2762 13548,'0'0'2531,"21"0"-3012,-3 20 673,23-1 289,-1 0 192,-1 22 319,1 19-511,-1-21-225,-19 21-96,0-1 193,0-18-161,-20 17-160,-20-17 0,20-1-128,-20-21-577,0 1 129,1 0-321,-21 0-1441,20-20-4389</inkml:trace>
  <inkml:trace contextRef="#ctx0" brushRef="#br0">2282 11207 13612,'-20'0'1153,"20"0"-768,0 0 384,20 0 95,-1 0-383,1 20-385,40-20-96,-21 0-224,22 0-129,-3 0-511,1 0-930,-18 0-2370</inkml:trace>
  <inkml:trace contextRef="#ctx0" brushRef="#br0">2598 11048 8776,'-38'0'5701,"38"21"-5893,0-21-481,0 0 641,38 19 417,-17 1 159,19-20-255,-1 20-161,1 0 64,-20-20 64,19 20-160,-39-20-32,20 20 64,-20-1 257,0-19 95,0 20-95,-20-20-225,1 20-192,-1-20-257,-20 20-607,20 0-642,1-20-1152,-1 19-7016</inkml:trace>
  <inkml:trace contextRef="#ctx0" brushRef="#br0">2242 12062 16815,'0'39'-640,"0"-39"608,20 0 672,0 0 706,19 0-578,1 0-607,19 0-161,2 0 32,-3 0-225,-17-20-319,18 20-897,-19 0-1442,-21-19-1633</inkml:trace>
  <inkml:trace contextRef="#ctx0" brushRef="#br0">2539 11923 14958,'0'19'-513,"21"-19"417,-1 19 480,19 2 385,1-1 160,-1 0-352,-19 0-129,20 0-32,-20-1-95,-1 1-33,-19 0 353,0 20 63,0-20-191,-19 19-33,-21 1-95,20-20-385,-19 0-129,-1 19-703,20-18-1378,-19-2-2723</inkml:trace>
  <inkml:trace contextRef="#ctx0" brushRef="#br0">22292 4272 6149,'-20'-20'6342,"20"0"-5829,20 20-161,-20 0 481,20 0 320,-20 0-256,0 0-385,0 20-95,0 19-33,0 1 0,0 20-31,-20 0-161,0-21-96,0 21-96,0-1-256,20-19-257,-19-20-255,19 0-578,-20-1-960,20-19-3331</inkml:trace>
  <inkml:trace contextRef="#ctx0" brushRef="#br0">22094 4510 14317,'0'40'352,"0"-20"-159,20 19-129,-1-18 0,-19 18 256,20-19 289,0-1-161,0 2-64,0-1 545,-1-20 32,1 0-288,0 0-289,0 0-96,0-20-63,-1-1-289,1 2-385,0-1-320,-20 0-640,21-20-1442,-21 21-4484</inkml:trace>
  <inkml:trace contextRef="#ctx0" brushRef="#br0">22351 3536 11498,'0'-19'-128,"0"19"385,0-20 319,0 0 417,0 20 480,0-20-159,0 20-418,0 0-575,-20 20-449,1 0 32,-21 0 128,20 19-64,0 1 32,1 19-64,-1-18 64,20-22-33,0 21 33,20-20 33,-1-20 127,1 20-64,20-20-32,-20-20 64,19 20 32,-19-40 32,1 20 65,-21-19-97,20 18-64,-20-18 160,0 19-128,-20 1 64,20-2 97,-21 21-321,21 0-225,0 21 225,0-2 32,0 1 64,0 19-32,21 2-64,-21-22 128,20 21-480,-2-20-321,2 0-256,1 0-576,-1 0-769,0-20-1986</inkml:trace>
  <inkml:trace contextRef="#ctx0" brushRef="#br0">22610 2980 10473,'19'0'0,"-19"-20"353,0 20 1280,0 0-416,0 20-448,-19 0 320,19 0-480,-20 19-257,20 1-160,-20 0-64,20-1-31,20-18-1,-20-1 0,20 0-32,-20 0 32,19-1-64,-19-19-513,20 0-896,0 0-1986</inkml:trace>
  <inkml:trace contextRef="#ctx0" brushRef="#br0">22788 3040 11050,'0'0'993,"0"0"-1057,-20 19 929,20 1 384,-20 0-224,20 20-321,20-20-351,0 20-129,1-20-32,-1-20 96,19 20 1,-19-20-33,0 0-160,0 0-416,-1 0-481,1 0-1057,-20-20-1793,0 0-7175</inkml:trace>
  <inkml:trace contextRef="#ctx0" brushRef="#br0">22888 3099 11659,'-20'21'1025,"-1"-2"-609,21 1 641,0 20-192,0 0-449,21-20-224,-1 19-128,-20 1-640,20-20-289,0 0 256,-20 0-544,19-20-2114,-19 0-3619</inkml:trace>
  <inkml:trace contextRef="#ctx0" brushRef="#br0">22947 2940 16976,'20'40'-225,"0"0"1314,20-20 321,-21 39-353,21-19-321,-20-1-479,0 22-257,-20-2 64,19-19 32,-38 20-160,19-21 64,-20 1-160,0 0-417,0-1-640,-19 1-961,-1 0-3459</inkml:trace>
  <inkml:trace contextRef="#ctx0" brushRef="#br0">5854 12837 7238,'-39'19'1570,"19"-19"928,0 0 33,20 0-738,-20 0-511,20 0-129,0 0 32,-19 0-417,19 0-127,0-19-32,19 19-97,1 0-63,0 0 31,0 0-192,19 0-31,42 0-161,-2 0 0,20 0-32,20 19 128,19-19-192,2 0 64,18 0 64,2 0-192,-2 0 64,-19 0 0,1 20-32,-22-20-416,-19 0 159,-39 0 97,-21 19-384,1-19-385,-40 0-865,-20 21-1377,-18-21-2979</inkml:trace>
  <inkml:trace contextRef="#ctx0" brushRef="#br0">15364 4471 7911,'-20'0'1730,"20"0"384,0 0-193,-20-20-383,20 20-289,20 0-224,0 0-288,0-20-225,19 20-159,1 0-193,19 0-192,1 0-96,-1 0-385,2 0-544,-2 0-544,0 0-962,-19 0-2818</inkml:trace>
  <inkml:trace contextRef="#ctx0" brushRef="#br0">17429 3755 7815,'-20'20'2370,"0"-20"-1249,20 0 224,0 0-704,20 0 32,0 0 896,19 0-448,21 0-608,19 0-257,0 0 0,-20 0-128,22 20-192,-42-20-1505,1 0-2019</inkml:trace>
  <inkml:trace contextRef="#ctx0" brushRef="#br0">19810 3894 11274,'0'0'833,"0"0"-705,0 0 545,41 0-193,-3 0 193,3 0-97,18 0-351,21 0-193,-21 0-64,0 0-769,1 0-1954</inkml:trace>
  <inkml:trace contextRef="#ctx0" brushRef="#br0">22114 4132 12235,'0'0'-128,"0"0"-224,39 0 768,1 21-64,-1-21 65,41 0 351,0-21-287,-1 21-161,20 0 225,-20 0-289,2 21-897,-23-21-6373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08008F-8C0F-4F63-86DC-E7B67385E4BD}"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38DAD-5F37-4EA5-A798-26ED1E45393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没有生物学的依据的，生命体的现象是非常复杂</a:t>
            </a:r>
            <a:r>
              <a:rPr lang="zh-CN" altLang="en-US"/>
              <a:t>的</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与(&amp;&amp;)</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或运算符：或(||)</a:t>
            </a:r>
            <a:r>
              <a:rPr lang="en-US" altLang="zh-CN"/>
              <a:t>  0111</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XOR（异或）</a:t>
            </a:r>
            <a:endParaRPr lang="zh-CN" altLang="en-US"/>
          </a:p>
          <a:p>
            <a:r>
              <a:rPr lang="zh-CN" altLang="en-US"/>
              <a:t>XOR是一种逻辑门，其输出为真（1）的条件是输入信号中有且仅有一个为真，否则输出为假（0）。具体</a:t>
            </a:r>
            <a:endParaRPr lang="zh-CN" altLang="en-US"/>
          </a:p>
          <a:p>
            <a:endParaRPr lang="zh-CN" altLang="en-US"/>
          </a:p>
          <a:p>
            <a:r>
              <a:rPr lang="zh-CN" altLang="en-US"/>
              <a:t>XNOR（同或）</a:t>
            </a:r>
            <a:endParaRPr lang="zh-CN" altLang="en-US"/>
          </a:p>
          <a:p>
            <a:r>
              <a:rPr lang="zh-CN" altLang="en-US"/>
              <a:t>XNOR是一种逻辑门，其输出为真（1）的条件是输入信号全部为真或全部为假，否则输出为假（0）。</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增量项</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a:prstGeom prst="rect">
            <a:avLst/>
          </a:prstGeo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5.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
        <p:nvSpPr>
          <p:cNvPr id="12" name="TextBox 11"/>
          <p:cNvSpPr txBox="1"/>
          <p:nvPr userDrawn="1"/>
        </p:nvSpPr>
        <p:spPr>
          <a:xfrm>
            <a:off x="9372599" y="666750"/>
            <a:ext cx="1293496" cy="523220"/>
          </a:xfrm>
          <a:prstGeom prst="rect">
            <a:avLst/>
          </a:prstGeom>
          <a:noFill/>
        </p:spPr>
        <p:txBody>
          <a:bodyPr wrap="none" rtlCol="0">
            <a:spAutoFit/>
          </a:bodyPr>
          <a:lstStyle/>
          <a:p>
            <a:r>
              <a:rPr lang="en-US" sz="1400" dirty="0">
                <a:solidFill>
                  <a:prstClr val="black"/>
                </a:solidFill>
              </a:rPr>
              <a:t>Template</a:t>
            </a:r>
            <a:endParaRPr lang="en-US" sz="1400" dirty="0">
              <a:solidFill>
                <a:prstClr val="black"/>
              </a:solidFill>
            </a:endParaRPr>
          </a:p>
          <a:p>
            <a:r>
              <a:rPr lang="en-US" sz="1400" dirty="0">
                <a:solidFill>
                  <a:prstClr val="black"/>
                </a:solidFill>
              </a:rPr>
              <a:t>vertLeftWhite2</a:t>
            </a:r>
            <a:endParaRPr lang="en-US" sz="1400" dirty="0">
              <a:solidFill>
                <a:prstClr val="black"/>
              </a:solidFill>
            </a:endParaRPr>
          </a:p>
        </p:txBody>
      </p:sp>
      <p:pic>
        <p:nvPicPr>
          <p:cNvPr id="13" name="Picture 3" descr="C:\Users\Tarun Singh\Desktop\whiteRadio.jp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914400" y="329184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descr="C:\Users\Tarun Singh\Desktop\whiteRadio.jp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914400" y="283464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C:\Users\Tarun Singh\Desktop\whiteRadio.jp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914400" y="374904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Users\Tarun Singh\Desktop\whiteRadio.jp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914400" y="4206240"/>
            <a:ext cx="254471" cy="256032"/>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fld>
            <a:endParaRPr lang="en-US">
              <a:solidFill>
                <a:prstClr val="black">
                  <a:tint val="75000"/>
                </a:prstClr>
              </a:solidFill>
            </a:endParaRPr>
          </a:p>
        </p:txBody>
      </p:sp>
      <p:sp>
        <p:nvSpPr>
          <p:cNvPr id="12" name="TextBox 11"/>
          <p:cNvSpPr txBox="1"/>
          <p:nvPr userDrawn="1"/>
        </p:nvSpPr>
        <p:spPr>
          <a:xfrm>
            <a:off x="9372599" y="666750"/>
            <a:ext cx="1370568" cy="1600438"/>
          </a:xfrm>
          <a:prstGeom prst="rect">
            <a:avLst/>
          </a:prstGeom>
          <a:noFill/>
        </p:spPr>
        <p:txBody>
          <a:bodyPr wrap="none" rtlCol="0">
            <a:spAutoFit/>
          </a:bodyPr>
          <a:lstStyle/>
          <a:p>
            <a:r>
              <a:rPr lang="en-US" sz="1400" dirty="0">
                <a:solidFill>
                  <a:prstClr val="black"/>
                </a:solidFill>
              </a:rPr>
              <a:t>Template</a:t>
            </a:r>
            <a:endParaRPr lang="en-US" sz="1400" dirty="0">
              <a:solidFill>
                <a:prstClr val="black"/>
              </a:solidFill>
            </a:endParaRPr>
          </a:p>
          <a:p>
            <a:r>
              <a:rPr lang="en-US" sz="1400" dirty="0">
                <a:solidFill>
                  <a:prstClr val="black"/>
                </a:solidFill>
              </a:rPr>
              <a:t>block2x2White1</a:t>
            </a:r>
            <a:endParaRPr lang="en-US" sz="1400" dirty="0">
              <a:solidFill>
                <a:prstClr val="black"/>
              </a:solidFill>
            </a:endParaRPr>
          </a:p>
          <a:p>
            <a:endParaRPr lang="en-US" sz="1400" dirty="0">
              <a:solidFill>
                <a:prstClr val="black"/>
              </a:solidFill>
            </a:endParaRPr>
          </a:p>
          <a:p>
            <a:r>
              <a:rPr lang="en-US" sz="1400" dirty="0">
                <a:solidFill>
                  <a:prstClr val="black"/>
                </a:solidFill>
              </a:rPr>
              <a:t>Ordering of</a:t>
            </a:r>
            <a:r>
              <a:rPr lang="en-US" sz="1400" baseline="0" dirty="0">
                <a:solidFill>
                  <a:prstClr val="black"/>
                </a:solidFill>
              </a:rPr>
              <a:t> </a:t>
            </a:r>
            <a:endParaRPr lang="en-US" sz="1400" baseline="0" dirty="0">
              <a:solidFill>
                <a:prstClr val="black"/>
              </a:solidFill>
            </a:endParaRPr>
          </a:p>
          <a:p>
            <a:r>
              <a:rPr lang="en-US" sz="1400" baseline="0" dirty="0">
                <a:solidFill>
                  <a:prstClr val="black"/>
                </a:solidFill>
              </a:rPr>
              <a:t>buttons is</a:t>
            </a:r>
            <a:r>
              <a:rPr lang="en-US" sz="1400" dirty="0">
                <a:solidFill>
                  <a:prstClr val="black"/>
                </a:solidFill>
              </a:rPr>
              <a:t>:</a:t>
            </a:r>
            <a:endParaRPr lang="en-US" sz="1400" dirty="0">
              <a:solidFill>
                <a:prstClr val="black"/>
              </a:solidFill>
            </a:endParaRPr>
          </a:p>
          <a:p>
            <a:r>
              <a:rPr lang="en-US" sz="1400" dirty="0">
                <a:solidFill>
                  <a:prstClr val="black"/>
                </a:solidFill>
              </a:rPr>
              <a:t>13</a:t>
            </a:r>
            <a:endParaRPr lang="en-US" sz="1400" dirty="0">
              <a:solidFill>
                <a:prstClr val="black"/>
              </a:solidFill>
            </a:endParaRPr>
          </a:p>
          <a:p>
            <a:r>
              <a:rPr lang="en-US" sz="1400" dirty="0">
                <a:solidFill>
                  <a:prstClr val="black"/>
                </a:solidFill>
              </a:rPr>
              <a:t>24</a:t>
            </a:r>
            <a:endParaRPr lang="en-US" sz="1400" dirty="0">
              <a:solidFill>
                <a:prstClr val="black"/>
              </a:solidFill>
            </a:endParaRPr>
          </a:p>
        </p:txBody>
      </p:sp>
      <p:pic>
        <p:nvPicPr>
          <p:cNvPr id="13"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393192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201168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4572000" y="201168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4572000" y="3931920"/>
            <a:ext cx="254471" cy="256032"/>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5.png"/><Relationship Id="rId7" Type="http://schemas.openxmlformats.org/officeDocument/2006/relationships/tags" Target="../tags/tag4.xml"/><Relationship Id="rId6" Type="http://schemas.openxmlformats.org/officeDocument/2006/relationships/image" Target="../media/image4.png"/><Relationship Id="rId5" Type="http://schemas.openxmlformats.org/officeDocument/2006/relationships/tags" Target="../tags/tag3.xml"/><Relationship Id="rId4" Type="http://schemas.openxmlformats.org/officeDocument/2006/relationships/image" Target="../media/image3.png"/><Relationship Id="rId3" Type="http://schemas.openxmlformats.org/officeDocument/2006/relationships/tags" Target="../tags/tag2.xml"/><Relationship Id="rId2" Type="http://schemas.openxmlformats.org/officeDocument/2006/relationships/image" Target="../media/image2.png"/><Relationship Id="rId15" Type="http://schemas.openxmlformats.org/officeDocument/2006/relationships/slideLayout" Target="../slideLayouts/slideLayout12.xml"/><Relationship Id="rId14" Type="http://schemas.openxmlformats.org/officeDocument/2006/relationships/image" Target="../media/image8.png"/><Relationship Id="rId13" Type="http://schemas.openxmlformats.org/officeDocument/2006/relationships/tags" Target="../tags/tag7.xml"/><Relationship Id="rId12" Type="http://schemas.openxmlformats.org/officeDocument/2006/relationships/image" Target="../media/image7.png"/><Relationship Id="rId11" Type="http://schemas.openxmlformats.org/officeDocument/2006/relationships/tags" Target="../tags/tag6.xml"/><Relationship Id="rId10" Type="http://schemas.openxmlformats.org/officeDocument/2006/relationships/image" Target="../media/image6.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1.jpeg"/><Relationship Id="rId1" Type="http://schemas.openxmlformats.org/officeDocument/2006/relationships/image" Target="../media/image10.jpeg"/></Relationships>
</file>

<file path=ppt/slides/_rels/slide5.xml.rels><?xml version="1.0" encoding="UTF-8" standalone="yes"?>
<Relationships xmlns="http://schemas.openxmlformats.org/package/2006/relationships"><Relationship Id="rId9" Type="http://schemas.openxmlformats.org/officeDocument/2006/relationships/image" Target="../media/image20.jpeg"/><Relationship Id="rId8" Type="http://schemas.openxmlformats.org/officeDocument/2006/relationships/image" Target="../media/image19.jpeg"/><Relationship Id="rId7" Type="http://schemas.openxmlformats.org/officeDocument/2006/relationships/image" Target="../media/image18.jpeg"/><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13.jpeg"/><Relationship Id="rId14" Type="http://schemas.openxmlformats.org/officeDocument/2006/relationships/slideLayout" Target="../slideLayouts/slideLayout12.xml"/><Relationship Id="rId13" Type="http://schemas.openxmlformats.org/officeDocument/2006/relationships/image" Target="../media/image24.jpeg"/><Relationship Id="rId12" Type="http://schemas.openxmlformats.org/officeDocument/2006/relationships/image" Target="../media/image23.jpeg"/><Relationship Id="rId11" Type="http://schemas.openxmlformats.org/officeDocument/2006/relationships/image" Target="../media/image22.jpeg"/><Relationship Id="rId10" Type="http://schemas.openxmlformats.org/officeDocument/2006/relationships/image" Target="../media/image21.jpeg"/><Relationship Id="rId1" Type="http://schemas.openxmlformats.org/officeDocument/2006/relationships/image" Target="../media/image1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33.png"/></Relationships>
</file>

<file path=ppt/slides/_rels/slide11.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image" Target="../media/image37.png"/><Relationship Id="rId7" Type="http://schemas.openxmlformats.org/officeDocument/2006/relationships/tags" Target="../tags/tag11.xml"/><Relationship Id="rId6" Type="http://schemas.openxmlformats.org/officeDocument/2006/relationships/image" Target="../media/image36.png"/><Relationship Id="rId5" Type="http://schemas.openxmlformats.org/officeDocument/2006/relationships/tags" Target="../tags/tag10.xml"/><Relationship Id="rId4" Type="http://schemas.openxmlformats.org/officeDocument/2006/relationships/image" Target="../media/image35.png"/><Relationship Id="rId32" Type="http://schemas.openxmlformats.org/officeDocument/2006/relationships/notesSlide" Target="../notesSlides/notesSlide4.xml"/><Relationship Id="rId31" Type="http://schemas.openxmlformats.org/officeDocument/2006/relationships/slideLayout" Target="../slideLayouts/slideLayout12.xml"/><Relationship Id="rId30" Type="http://schemas.openxmlformats.org/officeDocument/2006/relationships/image" Target="../media/image47.jpeg"/><Relationship Id="rId3" Type="http://schemas.openxmlformats.org/officeDocument/2006/relationships/tags" Target="../tags/tag9.xml"/><Relationship Id="rId29" Type="http://schemas.openxmlformats.org/officeDocument/2006/relationships/image" Target="../media/image46.png"/><Relationship Id="rId28" Type="http://schemas.openxmlformats.org/officeDocument/2006/relationships/tags" Target="../tags/tag23.xml"/><Relationship Id="rId27" Type="http://schemas.openxmlformats.org/officeDocument/2006/relationships/image" Target="../media/image45.png"/><Relationship Id="rId26" Type="http://schemas.openxmlformats.org/officeDocument/2006/relationships/tags" Target="../tags/tag22.xml"/><Relationship Id="rId25" Type="http://schemas.openxmlformats.org/officeDocument/2006/relationships/tags" Target="../tags/tag21.xml"/><Relationship Id="rId24" Type="http://schemas.openxmlformats.org/officeDocument/2006/relationships/image" Target="../media/image44.png"/><Relationship Id="rId23" Type="http://schemas.openxmlformats.org/officeDocument/2006/relationships/tags" Target="../tags/tag20.xml"/><Relationship Id="rId22" Type="http://schemas.openxmlformats.org/officeDocument/2006/relationships/tags" Target="../tags/tag19.xml"/><Relationship Id="rId21" Type="http://schemas.openxmlformats.org/officeDocument/2006/relationships/image" Target="../media/image43.png"/><Relationship Id="rId20" Type="http://schemas.openxmlformats.org/officeDocument/2006/relationships/tags" Target="../tags/tag18.xml"/><Relationship Id="rId2" Type="http://schemas.openxmlformats.org/officeDocument/2006/relationships/image" Target="../media/image34.png"/><Relationship Id="rId19" Type="http://schemas.openxmlformats.org/officeDocument/2006/relationships/image" Target="../media/image42.png"/><Relationship Id="rId18" Type="http://schemas.openxmlformats.org/officeDocument/2006/relationships/tags" Target="../tags/tag17.xml"/><Relationship Id="rId17" Type="http://schemas.openxmlformats.org/officeDocument/2006/relationships/image" Target="../media/image41.png"/><Relationship Id="rId16" Type="http://schemas.openxmlformats.org/officeDocument/2006/relationships/tags" Target="../tags/tag16.xml"/><Relationship Id="rId15" Type="http://schemas.openxmlformats.org/officeDocument/2006/relationships/image" Target="../media/image40.png"/><Relationship Id="rId14" Type="http://schemas.openxmlformats.org/officeDocument/2006/relationships/tags" Target="../tags/tag15.xml"/><Relationship Id="rId13" Type="http://schemas.openxmlformats.org/officeDocument/2006/relationships/image" Target="../media/image39.png"/><Relationship Id="rId12" Type="http://schemas.openxmlformats.org/officeDocument/2006/relationships/tags" Target="../tags/tag14.xml"/><Relationship Id="rId11" Type="http://schemas.openxmlformats.org/officeDocument/2006/relationships/image" Target="../media/image38.png"/><Relationship Id="rId10" Type="http://schemas.openxmlformats.org/officeDocument/2006/relationships/tags" Target="../tags/tag13.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image" Target="../media/image51.png"/><Relationship Id="rId7" Type="http://schemas.openxmlformats.org/officeDocument/2006/relationships/tags" Target="../tags/tag27.xml"/><Relationship Id="rId6" Type="http://schemas.openxmlformats.org/officeDocument/2006/relationships/image" Target="../media/image50.png"/><Relationship Id="rId5" Type="http://schemas.openxmlformats.org/officeDocument/2006/relationships/tags" Target="../tags/tag26.xml"/><Relationship Id="rId4" Type="http://schemas.openxmlformats.org/officeDocument/2006/relationships/image" Target="../media/image49.png"/><Relationship Id="rId37" Type="http://schemas.openxmlformats.org/officeDocument/2006/relationships/slideLayout" Target="../slideLayouts/slideLayout12.xml"/><Relationship Id="rId36" Type="http://schemas.openxmlformats.org/officeDocument/2006/relationships/image" Target="../media/image62.png"/><Relationship Id="rId35" Type="http://schemas.openxmlformats.org/officeDocument/2006/relationships/tags" Target="../tags/tag41.xml"/><Relationship Id="rId34" Type="http://schemas.openxmlformats.org/officeDocument/2006/relationships/image" Target="../media/image61.png"/><Relationship Id="rId33" Type="http://schemas.openxmlformats.org/officeDocument/2006/relationships/tags" Target="../tags/tag40.xml"/><Relationship Id="rId32" Type="http://schemas.openxmlformats.org/officeDocument/2006/relationships/image" Target="../media/image60.png"/><Relationship Id="rId31" Type="http://schemas.openxmlformats.org/officeDocument/2006/relationships/tags" Target="../tags/tag39.xml"/><Relationship Id="rId30" Type="http://schemas.openxmlformats.org/officeDocument/2006/relationships/image" Target="../media/image59.png"/><Relationship Id="rId3" Type="http://schemas.openxmlformats.org/officeDocument/2006/relationships/tags" Target="../tags/tag25.xml"/><Relationship Id="rId29" Type="http://schemas.openxmlformats.org/officeDocument/2006/relationships/tags" Target="../tags/tag38.xml"/><Relationship Id="rId28" Type="http://schemas.openxmlformats.org/officeDocument/2006/relationships/image" Target="../media/image58.png"/><Relationship Id="rId27" Type="http://schemas.openxmlformats.org/officeDocument/2006/relationships/tags" Target="../tags/tag37.xml"/><Relationship Id="rId26" Type="http://schemas.openxmlformats.org/officeDocument/2006/relationships/image" Target="../media/image41.png"/><Relationship Id="rId25" Type="http://schemas.openxmlformats.org/officeDocument/2006/relationships/tags" Target="../tags/tag36.xml"/><Relationship Id="rId24" Type="http://schemas.openxmlformats.org/officeDocument/2006/relationships/image" Target="../media/image40.png"/><Relationship Id="rId23" Type="http://schemas.openxmlformats.org/officeDocument/2006/relationships/tags" Target="../tags/tag35.xml"/><Relationship Id="rId22" Type="http://schemas.openxmlformats.org/officeDocument/2006/relationships/image" Target="../media/image39.png"/><Relationship Id="rId21" Type="http://schemas.openxmlformats.org/officeDocument/2006/relationships/tags" Target="../tags/tag34.xml"/><Relationship Id="rId20" Type="http://schemas.openxmlformats.org/officeDocument/2006/relationships/image" Target="../media/image57.png"/><Relationship Id="rId2" Type="http://schemas.openxmlformats.org/officeDocument/2006/relationships/image" Target="../media/image48.png"/><Relationship Id="rId19" Type="http://schemas.openxmlformats.org/officeDocument/2006/relationships/tags" Target="../tags/tag33.xml"/><Relationship Id="rId18" Type="http://schemas.openxmlformats.org/officeDocument/2006/relationships/image" Target="../media/image56.png"/><Relationship Id="rId17" Type="http://schemas.openxmlformats.org/officeDocument/2006/relationships/tags" Target="../tags/tag32.xml"/><Relationship Id="rId16" Type="http://schemas.openxmlformats.org/officeDocument/2006/relationships/image" Target="../media/image55.png"/><Relationship Id="rId15" Type="http://schemas.openxmlformats.org/officeDocument/2006/relationships/tags" Target="../tags/tag31.xml"/><Relationship Id="rId14" Type="http://schemas.openxmlformats.org/officeDocument/2006/relationships/image" Target="../media/image54.png"/><Relationship Id="rId13" Type="http://schemas.openxmlformats.org/officeDocument/2006/relationships/tags" Target="../tags/tag30.xml"/><Relationship Id="rId12" Type="http://schemas.openxmlformats.org/officeDocument/2006/relationships/image" Target="../media/image53.png"/><Relationship Id="rId11" Type="http://schemas.openxmlformats.org/officeDocument/2006/relationships/tags" Target="../tags/tag29.xml"/><Relationship Id="rId10" Type="http://schemas.openxmlformats.org/officeDocument/2006/relationships/image" Target="../media/image52.png"/><Relationship Id="rId1" Type="http://schemas.openxmlformats.org/officeDocument/2006/relationships/tags" Target="../tags/tag24.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6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7.pn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71.png"/><Relationship Id="rId7" Type="http://schemas.openxmlformats.org/officeDocument/2006/relationships/tags" Target="../tags/tag45.xml"/><Relationship Id="rId6" Type="http://schemas.openxmlformats.org/officeDocument/2006/relationships/image" Target="../media/image70.png"/><Relationship Id="rId5" Type="http://schemas.openxmlformats.org/officeDocument/2006/relationships/tags" Target="../tags/tag44.xml"/><Relationship Id="rId4" Type="http://schemas.openxmlformats.org/officeDocument/2006/relationships/image" Target="../media/image69.png"/><Relationship Id="rId3" Type="http://schemas.openxmlformats.org/officeDocument/2006/relationships/tags" Target="../tags/tag43.xml"/><Relationship Id="rId2" Type="http://schemas.openxmlformats.org/officeDocument/2006/relationships/image" Target="../media/image68.png"/><Relationship Id="rId1" Type="http://schemas.openxmlformats.org/officeDocument/2006/relationships/tags" Target="../tags/tag42.xml"/></Relationships>
</file>

<file path=ppt/slides/_rels/slide16.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image" Target="../media/image75.png"/><Relationship Id="rId7" Type="http://schemas.openxmlformats.org/officeDocument/2006/relationships/tags" Target="../tags/tag49.xml"/><Relationship Id="rId6" Type="http://schemas.openxmlformats.org/officeDocument/2006/relationships/image" Target="../media/image74.png"/><Relationship Id="rId5" Type="http://schemas.openxmlformats.org/officeDocument/2006/relationships/tags" Target="../tags/tag48.xml"/><Relationship Id="rId4" Type="http://schemas.openxmlformats.org/officeDocument/2006/relationships/image" Target="../media/image73.png"/><Relationship Id="rId3" Type="http://schemas.openxmlformats.org/officeDocument/2006/relationships/tags" Target="../tags/tag47.xml"/><Relationship Id="rId23" Type="http://schemas.openxmlformats.org/officeDocument/2006/relationships/notesSlide" Target="../notesSlides/notesSlide5.xml"/><Relationship Id="rId22" Type="http://schemas.openxmlformats.org/officeDocument/2006/relationships/slideLayout" Target="../slideLayouts/slideLayout12.xml"/><Relationship Id="rId21" Type="http://schemas.openxmlformats.org/officeDocument/2006/relationships/image" Target="../media/image80.png"/><Relationship Id="rId20" Type="http://schemas.openxmlformats.org/officeDocument/2006/relationships/image" Target="../media/image79.png"/><Relationship Id="rId2" Type="http://schemas.openxmlformats.org/officeDocument/2006/relationships/image" Target="../media/image72.png"/><Relationship Id="rId19" Type="http://schemas.openxmlformats.org/officeDocument/2006/relationships/tags" Target="../tags/tag55.xml"/><Relationship Id="rId18" Type="http://schemas.openxmlformats.org/officeDocument/2006/relationships/image" Target="../media/image78.png"/><Relationship Id="rId17" Type="http://schemas.openxmlformats.org/officeDocument/2006/relationships/tags" Target="../tags/tag54.xml"/><Relationship Id="rId16" Type="http://schemas.openxmlformats.org/officeDocument/2006/relationships/image" Target="../media/image77.png"/><Relationship Id="rId15" Type="http://schemas.openxmlformats.org/officeDocument/2006/relationships/tags" Target="../tags/tag53.xml"/><Relationship Id="rId14" Type="http://schemas.openxmlformats.org/officeDocument/2006/relationships/image" Target="../media/image70.png"/><Relationship Id="rId13" Type="http://schemas.openxmlformats.org/officeDocument/2006/relationships/tags" Target="../tags/tag52.xml"/><Relationship Id="rId12" Type="http://schemas.openxmlformats.org/officeDocument/2006/relationships/image" Target="../media/image69.png"/><Relationship Id="rId11" Type="http://schemas.openxmlformats.org/officeDocument/2006/relationships/tags" Target="../tags/tag51.xml"/><Relationship Id="rId10" Type="http://schemas.openxmlformats.org/officeDocument/2006/relationships/image" Target="../media/image76.png"/><Relationship Id="rId1" Type="http://schemas.openxmlformats.org/officeDocument/2006/relationships/tags" Target="../tags/tag46.xml"/></Relationships>
</file>

<file path=ppt/slides/_rels/slide17.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image" Target="../media/image76.png"/><Relationship Id="rId7" Type="http://schemas.openxmlformats.org/officeDocument/2006/relationships/tags" Target="../tags/tag59.xml"/><Relationship Id="rId6" Type="http://schemas.openxmlformats.org/officeDocument/2006/relationships/image" Target="../media/image75.png"/><Relationship Id="rId5" Type="http://schemas.openxmlformats.org/officeDocument/2006/relationships/tags" Target="../tags/tag58.xml"/><Relationship Id="rId4" Type="http://schemas.openxmlformats.org/officeDocument/2006/relationships/image" Target="../media/image74.png"/><Relationship Id="rId3" Type="http://schemas.openxmlformats.org/officeDocument/2006/relationships/tags" Target="../tags/tag57.xml"/><Relationship Id="rId2" Type="http://schemas.openxmlformats.org/officeDocument/2006/relationships/image" Target="../media/image79.png"/><Relationship Id="rId15" Type="http://schemas.openxmlformats.org/officeDocument/2006/relationships/notesSlide" Target="../notesSlides/notesSlide6.xml"/><Relationship Id="rId14" Type="http://schemas.openxmlformats.org/officeDocument/2006/relationships/slideLayout" Target="../slideLayouts/slideLayout12.xml"/><Relationship Id="rId13" Type="http://schemas.openxmlformats.org/officeDocument/2006/relationships/tags" Target="../tags/tag62.xml"/><Relationship Id="rId12" Type="http://schemas.openxmlformats.org/officeDocument/2006/relationships/image" Target="../media/image70.png"/><Relationship Id="rId11" Type="http://schemas.openxmlformats.org/officeDocument/2006/relationships/tags" Target="../tags/tag61.xml"/><Relationship Id="rId10" Type="http://schemas.openxmlformats.org/officeDocument/2006/relationships/image" Target="../media/image69.png"/><Relationship Id="rId1" Type="http://schemas.openxmlformats.org/officeDocument/2006/relationships/tags" Target="../tags/tag56.xml"/></Relationships>
</file>

<file path=ppt/slides/_rels/slide18.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image" Target="../media/image82.png"/><Relationship Id="rId7" Type="http://schemas.openxmlformats.org/officeDocument/2006/relationships/tags" Target="../tags/tag66.xml"/><Relationship Id="rId6" Type="http://schemas.openxmlformats.org/officeDocument/2006/relationships/image" Target="../media/image81.png"/><Relationship Id="rId5" Type="http://schemas.openxmlformats.org/officeDocument/2006/relationships/tags" Target="../tags/tag65.xml"/><Relationship Id="rId4" Type="http://schemas.openxmlformats.org/officeDocument/2006/relationships/image" Target="../media/image75.png"/><Relationship Id="rId3" Type="http://schemas.openxmlformats.org/officeDocument/2006/relationships/tags" Target="../tags/tag64.xml"/><Relationship Id="rId2" Type="http://schemas.openxmlformats.org/officeDocument/2006/relationships/image" Target="../media/image74.png"/><Relationship Id="rId12" Type="http://schemas.openxmlformats.org/officeDocument/2006/relationships/notesSlide" Target="../notesSlides/notesSlide7.xml"/><Relationship Id="rId11" Type="http://schemas.openxmlformats.org/officeDocument/2006/relationships/slideLayout" Target="../slideLayouts/slideLayout12.xml"/><Relationship Id="rId10" Type="http://schemas.openxmlformats.org/officeDocument/2006/relationships/image" Target="../media/image83.png"/><Relationship Id="rId1" Type="http://schemas.openxmlformats.org/officeDocument/2006/relationships/tags" Target="../tags/tag63.xml"/></Relationships>
</file>

<file path=ppt/slides/_rels/slide19.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image" Target="../media/image86.png"/><Relationship Id="rId7" Type="http://schemas.openxmlformats.org/officeDocument/2006/relationships/tags" Target="../tags/tag71.xml"/><Relationship Id="rId6" Type="http://schemas.openxmlformats.org/officeDocument/2006/relationships/image" Target="../media/image85.png"/><Relationship Id="rId5" Type="http://schemas.openxmlformats.org/officeDocument/2006/relationships/tags" Target="../tags/tag70.xml"/><Relationship Id="rId4" Type="http://schemas.openxmlformats.org/officeDocument/2006/relationships/image" Target="../media/image84.png"/><Relationship Id="rId37" Type="http://schemas.openxmlformats.org/officeDocument/2006/relationships/slideLayout" Target="../slideLayouts/slideLayout12.xml"/><Relationship Id="rId36" Type="http://schemas.openxmlformats.org/officeDocument/2006/relationships/image" Target="../media/image97.jpeg"/><Relationship Id="rId35" Type="http://schemas.openxmlformats.org/officeDocument/2006/relationships/image" Target="../media/image96.png"/><Relationship Id="rId34" Type="http://schemas.openxmlformats.org/officeDocument/2006/relationships/tags" Target="../tags/tag88.xml"/><Relationship Id="rId33" Type="http://schemas.openxmlformats.org/officeDocument/2006/relationships/image" Target="../media/image95.png"/><Relationship Id="rId32" Type="http://schemas.openxmlformats.org/officeDocument/2006/relationships/tags" Target="../tags/tag87.xml"/><Relationship Id="rId31" Type="http://schemas.openxmlformats.org/officeDocument/2006/relationships/image" Target="../media/image94.png"/><Relationship Id="rId30" Type="http://schemas.openxmlformats.org/officeDocument/2006/relationships/tags" Target="../tags/tag86.xml"/><Relationship Id="rId3" Type="http://schemas.openxmlformats.org/officeDocument/2006/relationships/tags" Target="../tags/tag69.xml"/><Relationship Id="rId29" Type="http://schemas.openxmlformats.org/officeDocument/2006/relationships/image" Target="../media/image93.png"/><Relationship Id="rId28" Type="http://schemas.openxmlformats.org/officeDocument/2006/relationships/tags" Target="../tags/tag85.xml"/><Relationship Id="rId27" Type="http://schemas.openxmlformats.org/officeDocument/2006/relationships/image" Target="../media/image92.png"/><Relationship Id="rId26" Type="http://schemas.openxmlformats.org/officeDocument/2006/relationships/tags" Target="../tags/tag84.xml"/><Relationship Id="rId25" Type="http://schemas.openxmlformats.org/officeDocument/2006/relationships/image" Target="../media/image91.png"/><Relationship Id="rId24" Type="http://schemas.openxmlformats.org/officeDocument/2006/relationships/tags" Target="../tags/tag83.xml"/><Relationship Id="rId23" Type="http://schemas.openxmlformats.org/officeDocument/2006/relationships/image" Target="../media/image90.png"/><Relationship Id="rId22" Type="http://schemas.openxmlformats.org/officeDocument/2006/relationships/tags" Target="../tags/tag82.xml"/><Relationship Id="rId21" Type="http://schemas.microsoft.com/office/2007/relationships/hdphoto" Target="../media/image89.wdp"/><Relationship Id="rId20" Type="http://schemas.openxmlformats.org/officeDocument/2006/relationships/image" Target="../media/image88.png"/><Relationship Id="rId2" Type="http://schemas.openxmlformats.org/officeDocument/2006/relationships/image" Target="../media/image82.png"/><Relationship Id="rId19" Type="http://schemas.openxmlformats.org/officeDocument/2006/relationships/tags" Target="../tags/tag81.xml"/><Relationship Id="rId18" Type="http://schemas.openxmlformats.org/officeDocument/2006/relationships/tags" Target="../tags/tag80.xml"/><Relationship Id="rId17" Type="http://schemas.openxmlformats.org/officeDocument/2006/relationships/tags" Target="../tags/tag79.xml"/><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image" Target="../media/image87.png"/><Relationship Id="rId1" Type="http://schemas.openxmlformats.org/officeDocument/2006/relationships/tags" Target="../tags/tag68.xml"/></Relationships>
</file>

<file path=ppt/slides/_rels/slide20.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image" Target="../media/image103.png"/><Relationship Id="rId7" Type="http://schemas.openxmlformats.org/officeDocument/2006/relationships/tags" Target="../tags/tag90.xml"/><Relationship Id="rId6" Type="http://schemas.openxmlformats.org/officeDocument/2006/relationships/image" Target="../media/image102.png"/><Relationship Id="rId5" Type="http://schemas.openxmlformats.org/officeDocument/2006/relationships/tags" Target="../tags/tag89.xml"/><Relationship Id="rId4" Type="http://schemas.openxmlformats.org/officeDocument/2006/relationships/image" Target="../media/image101.jpeg"/><Relationship Id="rId3" Type="http://schemas.openxmlformats.org/officeDocument/2006/relationships/image" Target="../media/image100.png"/><Relationship Id="rId2" Type="http://schemas.openxmlformats.org/officeDocument/2006/relationships/image" Target="../media/image99.png"/><Relationship Id="rId13" Type="http://schemas.openxmlformats.org/officeDocument/2006/relationships/slideLayout" Target="../slideLayouts/slideLayout12.xml"/><Relationship Id="rId12" Type="http://schemas.openxmlformats.org/officeDocument/2006/relationships/image" Target="../media/image105.png"/><Relationship Id="rId11" Type="http://schemas.openxmlformats.org/officeDocument/2006/relationships/tags" Target="../tags/tag92.xml"/><Relationship Id="rId10" Type="http://schemas.openxmlformats.org/officeDocument/2006/relationships/image" Target="../media/image104.png"/><Relationship Id="rId1" Type="http://schemas.openxmlformats.org/officeDocument/2006/relationships/image" Target="../media/image98.jpeg"/></Relationships>
</file>

<file path=ppt/slides/_rels/slide21.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image" Target="../media/image105.png"/><Relationship Id="rId7" Type="http://schemas.openxmlformats.org/officeDocument/2006/relationships/tags" Target="../tags/tag96.xml"/><Relationship Id="rId6" Type="http://schemas.openxmlformats.org/officeDocument/2006/relationships/image" Target="../media/image104.png"/><Relationship Id="rId5" Type="http://schemas.openxmlformats.org/officeDocument/2006/relationships/tags" Target="../tags/tag95.xml"/><Relationship Id="rId4" Type="http://schemas.openxmlformats.org/officeDocument/2006/relationships/image" Target="../media/image103.png"/><Relationship Id="rId3" Type="http://schemas.openxmlformats.org/officeDocument/2006/relationships/tags" Target="../tags/tag94.xml"/><Relationship Id="rId21" Type="http://schemas.openxmlformats.org/officeDocument/2006/relationships/slideLayout" Target="../slideLayouts/slideLayout12.xml"/><Relationship Id="rId20" Type="http://schemas.openxmlformats.org/officeDocument/2006/relationships/image" Target="../media/image111.png"/><Relationship Id="rId2" Type="http://schemas.openxmlformats.org/officeDocument/2006/relationships/image" Target="../media/image102.png"/><Relationship Id="rId19" Type="http://schemas.openxmlformats.org/officeDocument/2006/relationships/tags" Target="../tags/tag102.xml"/><Relationship Id="rId18" Type="http://schemas.openxmlformats.org/officeDocument/2006/relationships/image" Target="../media/image110.png"/><Relationship Id="rId17" Type="http://schemas.openxmlformats.org/officeDocument/2006/relationships/tags" Target="../tags/tag101.xml"/><Relationship Id="rId16" Type="http://schemas.openxmlformats.org/officeDocument/2006/relationships/image" Target="../media/image109.png"/><Relationship Id="rId15" Type="http://schemas.openxmlformats.org/officeDocument/2006/relationships/tags" Target="../tags/tag100.xml"/><Relationship Id="rId14" Type="http://schemas.openxmlformats.org/officeDocument/2006/relationships/image" Target="../media/image108.png"/><Relationship Id="rId13" Type="http://schemas.openxmlformats.org/officeDocument/2006/relationships/tags" Target="../tags/tag99.xml"/><Relationship Id="rId12" Type="http://schemas.openxmlformats.org/officeDocument/2006/relationships/image" Target="../media/image107.png"/><Relationship Id="rId11" Type="http://schemas.openxmlformats.org/officeDocument/2006/relationships/tags" Target="../tags/tag98.xml"/><Relationship Id="rId10" Type="http://schemas.openxmlformats.org/officeDocument/2006/relationships/image" Target="../media/image106.png"/><Relationship Id="rId1" Type="http://schemas.openxmlformats.org/officeDocument/2006/relationships/tags" Target="../tags/tag93.xml"/></Relationships>
</file>

<file path=ppt/slides/_rels/slide22.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image" Target="../media/image115.png"/><Relationship Id="rId7" Type="http://schemas.openxmlformats.org/officeDocument/2006/relationships/tags" Target="../tags/tag106.xml"/><Relationship Id="rId6" Type="http://schemas.openxmlformats.org/officeDocument/2006/relationships/image" Target="../media/image114.png"/><Relationship Id="rId5" Type="http://schemas.openxmlformats.org/officeDocument/2006/relationships/tags" Target="../tags/tag105.xml"/><Relationship Id="rId4" Type="http://schemas.openxmlformats.org/officeDocument/2006/relationships/image" Target="../media/image113.png"/><Relationship Id="rId3" Type="http://schemas.openxmlformats.org/officeDocument/2006/relationships/tags" Target="../tags/tag104.xml"/><Relationship Id="rId21" Type="http://schemas.openxmlformats.org/officeDocument/2006/relationships/slideLayout" Target="../slideLayouts/slideLayout12.xml"/><Relationship Id="rId20" Type="http://schemas.openxmlformats.org/officeDocument/2006/relationships/image" Target="../media/image121.png"/><Relationship Id="rId2" Type="http://schemas.openxmlformats.org/officeDocument/2006/relationships/image" Target="../media/image112.png"/><Relationship Id="rId19" Type="http://schemas.openxmlformats.org/officeDocument/2006/relationships/tags" Target="../tags/tag112.xml"/><Relationship Id="rId18" Type="http://schemas.openxmlformats.org/officeDocument/2006/relationships/image" Target="../media/image120.png"/><Relationship Id="rId17" Type="http://schemas.openxmlformats.org/officeDocument/2006/relationships/tags" Target="../tags/tag111.xml"/><Relationship Id="rId16" Type="http://schemas.openxmlformats.org/officeDocument/2006/relationships/image" Target="../media/image119.png"/><Relationship Id="rId15" Type="http://schemas.openxmlformats.org/officeDocument/2006/relationships/tags" Target="../tags/tag110.xml"/><Relationship Id="rId14" Type="http://schemas.openxmlformats.org/officeDocument/2006/relationships/image" Target="../media/image118.png"/><Relationship Id="rId13" Type="http://schemas.openxmlformats.org/officeDocument/2006/relationships/tags" Target="../tags/tag109.xml"/><Relationship Id="rId12" Type="http://schemas.openxmlformats.org/officeDocument/2006/relationships/image" Target="../media/image117.png"/><Relationship Id="rId11" Type="http://schemas.openxmlformats.org/officeDocument/2006/relationships/tags" Target="../tags/tag108.xml"/><Relationship Id="rId10" Type="http://schemas.openxmlformats.org/officeDocument/2006/relationships/image" Target="../media/image116.png"/><Relationship Id="rId1" Type="http://schemas.openxmlformats.org/officeDocument/2006/relationships/tags" Target="../tags/tag103.xml"/></Relationships>
</file>

<file path=ppt/slides/_rels/slide23.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image" Target="../media/image125.png"/><Relationship Id="rId7" Type="http://schemas.openxmlformats.org/officeDocument/2006/relationships/tags" Target="../tags/tag116.xml"/><Relationship Id="rId6" Type="http://schemas.openxmlformats.org/officeDocument/2006/relationships/image" Target="../media/image124.png"/><Relationship Id="rId5" Type="http://schemas.openxmlformats.org/officeDocument/2006/relationships/tags" Target="../tags/tag115.xml"/><Relationship Id="rId4" Type="http://schemas.openxmlformats.org/officeDocument/2006/relationships/image" Target="../media/image123.png"/><Relationship Id="rId3" Type="http://schemas.openxmlformats.org/officeDocument/2006/relationships/tags" Target="../tags/tag114.xml"/><Relationship Id="rId2" Type="http://schemas.openxmlformats.org/officeDocument/2006/relationships/image" Target="../media/image122.png"/><Relationship Id="rId11" Type="http://schemas.openxmlformats.org/officeDocument/2006/relationships/slideLayout" Target="../slideLayouts/slideLayout12.xml"/><Relationship Id="rId10" Type="http://schemas.openxmlformats.org/officeDocument/2006/relationships/image" Target="../media/image126.png"/><Relationship Id="rId1" Type="http://schemas.openxmlformats.org/officeDocument/2006/relationships/tags" Target="../tags/tag113.xml"/></Relationships>
</file>

<file path=ppt/slides/_rels/slide24.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image" Target="../media/image130.png"/><Relationship Id="rId7" Type="http://schemas.openxmlformats.org/officeDocument/2006/relationships/tags" Target="../tags/tag121.xml"/><Relationship Id="rId6" Type="http://schemas.openxmlformats.org/officeDocument/2006/relationships/image" Target="../media/image129.png"/><Relationship Id="rId5" Type="http://schemas.openxmlformats.org/officeDocument/2006/relationships/tags" Target="../tags/tag120.xml"/><Relationship Id="rId4" Type="http://schemas.openxmlformats.org/officeDocument/2006/relationships/image" Target="../media/image128.png"/><Relationship Id="rId3" Type="http://schemas.openxmlformats.org/officeDocument/2006/relationships/tags" Target="../tags/tag119.xml"/><Relationship Id="rId2" Type="http://schemas.openxmlformats.org/officeDocument/2006/relationships/image" Target="../media/image127.png"/><Relationship Id="rId11" Type="http://schemas.openxmlformats.org/officeDocument/2006/relationships/slideLayout" Target="../slideLayouts/slideLayout12.xml"/><Relationship Id="rId10" Type="http://schemas.openxmlformats.org/officeDocument/2006/relationships/image" Target="../media/image131.png"/><Relationship Id="rId1" Type="http://schemas.openxmlformats.org/officeDocument/2006/relationships/tags" Target="../tags/tag118.xml"/></Relationships>
</file>

<file path=ppt/slides/_rels/slide25.xml.rels><?xml version="1.0" encoding="UTF-8" standalone="yes"?>
<Relationships xmlns="http://schemas.openxmlformats.org/package/2006/relationships"><Relationship Id="rId9" Type="http://schemas.openxmlformats.org/officeDocument/2006/relationships/tags" Target="../tags/tag127.xml"/><Relationship Id="rId8" Type="http://schemas.openxmlformats.org/officeDocument/2006/relationships/image" Target="../media/image135.png"/><Relationship Id="rId7" Type="http://schemas.openxmlformats.org/officeDocument/2006/relationships/tags" Target="../tags/tag126.xml"/><Relationship Id="rId6" Type="http://schemas.openxmlformats.org/officeDocument/2006/relationships/image" Target="../media/image134.png"/><Relationship Id="rId5" Type="http://schemas.openxmlformats.org/officeDocument/2006/relationships/tags" Target="../tags/tag125.xml"/><Relationship Id="rId4" Type="http://schemas.openxmlformats.org/officeDocument/2006/relationships/image" Target="../media/image133.png"/><Relationship Id="rId3" Type="http://schemas.openxmlformats.org/officeDocument/2006/relationships/tags" Target="../tags/tag124.xml"/><Relationship Id="rId25" Type="http://schemas.openxmlformats.org/officeDocument/2006/relationships/slideLayout" Target="../slideLayouts/slideLayout12.xml"/><Relationship Id="rId24" Type="http://schemas.openxmlformats.org/officeDocument/2006/relationships/image" Target="../media/image142.png"/><Relationship Id="rId23" Type="http://schemas.openxmlformats.org/officeDocument/2006/relationships/customXml" Target="../ink/ink1.xml"/><Relationship Id="rId22" Type="http://schemas.openxmlformats.org/officeDocument/2006/relationships/image" Target="../media/image141.png"/><Relationship Id="rId21" Type="http://schemas.openxmlformats.org/officeDocument/2006/relationships/tags" Target="../tags/tag133.xml"/><Relationship Id="rId20" Type="http://schemas.openxmlformats.org/officeDocument/2006/relationships/image" Target="../media/image140.png"/><Relationship Id="rId2" Type="http://schemas.openxmlformats.org/officeDocument/2006/relationships/image" Target="../media/image132.png"/><Relationship Id="rId19" Type="http://schemas.openxmlformats.org/officeDocument/2006/relationships/tags" Target="../tags/tag132.xml"/><Relationship Id="rId18" Type="http://schemas.openxmlformats.org/officeDocument/2006/relationships/image" Target="../media/image139.png"/><Relationship Id="rId17" Type="http://schemas.openxmlformats.org/officeDocument/2006/relationships/tags" Target="../tags/tag131.xml"/><Relationship Id="rId16" Type="http://schemas.openxmlformats.org/officeDocument/2006/relationships/image" Target="../media/image138.png"/><Relationship Id="rId15" Type="http://schemas.openxmlformats.org/officeDocument/2006/relationships/tags" Target="../tags/tag130.xml"/><Relationship Id="rId14" Type="http://schemas.openxmlformats.org/officeDocument/2006/relationships/image" Target="../media/image137.png"/><Relationship Id="rId13" Type="http://schemas.openxmlformats.org/officeDocument/2006/relationships/tags" Target="../tags/tag129.xml"/><Relationship Id="rId12" Type="http://schemas.openxmlformats.org/officeDocument/2006/relationships/image" Target="../media/image136.png"/><Relationship Id="rId11" Type="http://schemas.openxmlformats.org/officeDocument/2006/relationships/tags" Target="../tags/tag128.xml"/><Relationship Id="rId10" Type="http://schemas.openxmlformats.org/officeDocument/2006/relationships/image" Target="../media/image59.png"/><Relationship Id="rId1" Type="http://schemas.openxmlformats.org/officeDocument/2006/relationships/tags" Target="../tags/tag123.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image" Target="../media/image143.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46.png"/><Relationship Id="rId1" Type="http://schemas.openxmlformats.org/officeDocument/2006/relationships/tags" Target="../tags/tag134.xml"/></Relationships>
</file>

<file path=ppt/slides/_rels/slide28.xml.rels><?xml version="1.0" encoding="UTF-8" standalone="yes"?>
<Relationships xmlns="http://schemas.openxmlformats.org/package/2006/relationships"><Relationship Id="rId9" Type="http://schemas.openxmlformats.org/officeDocument/2006/relationships/tags" Target="../tags/tag139.xml"/><Relationship Id="rId8" Type="http://schemas.openxmlformats.org/officeDocument/2006/relationships/image" Target="../media/image149.png"/><Relationship Id="rId7" Type="http://schemas.openxmlformats.org/officeDocument/2006/relationships/tags" Target="../tags/tag138.xml"/><Relationship Id="rId6" Type="http://schemas.openxmlformats.org/officeDocument/2006/relationships/image" Target="../media/image148.png"/><Relationship Id="rId5" Type="http://schemas.openxmlformats.org/officeDocument/2006/relationships/tags" Target="../tags/tag137.xml"/><Relationship Id="rId4" Type="http://schemas.openxmlformats.org/officeDocument/2006/relationships/image" Target="../media/image147.png"/><Relationship Id="rId3" Type="http://schemas.openxmlformats.org/officeDocument/2006/relationships/tags" Target="../tags/tag136.xml"/><Relationship Id="rId2" Type="http://schemas.openxmlformats.org/officeDocument/2006/relationships/image" Target="../media/image146.png"/><Relationship Id="rId18" Type="http://schemas.openxmlformats.org/officeDocument/2006/relationships/notesSlide" Target="../notesSlides/notesSlide8.xml"/><Relationship Id="rId17" Type="http://schemas.openxmlformats.org/officeDocument/2006/relationships/slideLayout" Target="../slideLayouts/slideLayout12.xml"/><Relationship Id="rId16" Type="http://schemas.openxmlformats.org/officeDocument/2006/relationships/image" Target="../media/image153.png"/><Relationship Id="rId15" Type="http://schemas.openxmlformats.org/officeDocument/2006/relationships/tags" Target="../tags/tag142.xml"/><Relationship Id="rId14" Type="http://schemas.openxmlformats.org/officeDocument/2006/relationships/image" Target="../media/image152.png"/><Relationship Id="rId13" Type="http://schemas.openxmlformats.org/officeDocument/2006/relationships/tags" Target="../tags/tag141.xml"/><Relationship Id="rId12" Type="http://schemas.openxmlformats.org/officeDocument/2006/relationships/image" Target="../media/image151.png"/><Relationship Id="rId11" Type="http://schemas.openxmlformats.org/officeDocument/2006/relationships/tags" Target="../tags/tag140.xml"/><Relationship Id="rId10" Type="http://schemas.openxmlformats.org/officeDocument/2006/relationships/image" Target="../media/image150.png"/><Relationship Id="rId1" Type="http://schemas.openxmlformats.org/officeDocument/2006/relationships/tags" Target="../tags/tag1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2404535" y="822789"/>
            <a:ext cx="4407745" cy="14287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dirty="0">
                <a:solidFill>
                  <a:schemeClr val="tx1">
                    <a:lumMod val="75000"/>
                    <a:lumOff val="25000"/>
                  </a:schemeClr>
                </a:solidFill>
              </a:rPr>
              <a:t>神经网络</a:t>
            </a:r>
            <a:endParaRPr lang="en-US" dirty="0">
              <a:solidFill>
                <a:schemeClr val="tx1">
                  <a:lumMod val="75000"/>
                  <a:lumOff val="25000"/>
                </a:schemeClr>
              </a:solidFill>
            </a:endParaRPr>
          </a:p>
          <a:p>
            <a:r>
              <a:rPr lang="en-US" dirty="0">
                <a:solidFill>
                  <a:schemeClr val="tx1">
                    <a:lumMod val="75000"/>
                    <a:lumOff val="25000"/>
                  </a:schemeClr>
                </a:solidFill>
              </a:rPr>
              <a:t>Neural Networks</a:t>
            </a:r>
            <a:endParaRPr lang="en-US" dirty="0">
              <a:solidFill>
                <a:schemeClr val="tx1">
                  <a:lumMod val="75000"/>
                  <a:lumOff val="25000"/>
                </a:schemeClr>
              </a:solidFill>
            </a:endParaRPr>
          </a:p>
        </p:txBody>
      </p:sp>
      <p:cxnSp>
        <p:nvCxnSpPr>
          <p:cNvPr id="6" name="Straight Connector 5"/>
          <p:cNvCxnSpPr/>
          <p:nvPr/>
        </p:nvCxnSpPr>
        <p:spPr>
          <a:xfrm>
            <a:off x="2438400" y="2230367"/>
            <a:ext cx="429768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itle 1"/>
          <p:cNvSpPr>
            <a:spLocks noGrp="1"/>
          </p:cNvSpPr>
          <p:nvPr>
            <p:ph type="ctrTitle" idx="4294967295"/>
          </p:nvPr>
        </p:nvSpPr>
        <p:spPr>
          <a:xfrm>
            <a:off x="2286000" y="2495550"/>
            <a:ext cx="4800600" cy="1676400"/>
          </a:xfrm>
        </p:spPr>
        <p:txBody>
          <a:bodyPr>
            <a:noAutofit/>
          </a:bodyPr>
          <a:lstStyle/>
          <a:p>
            <a:r>
              <a:rPr lang="zh-CN" altLang="en-US" sz="4000" dirty="0">
                <a:solidFill>
                  <a:schemeClr val="tx1">
                    <a:lumMod val="75000"/>
                    <a:lumOff val="25000"/>
                  </a:schemeClr>
                </a:solidFill>
              </a:rPr>
              <a:t>非线性假设</a:t>
            </a:r>
            <a:br>
              <a:rPr lang="en-US" sz="4000" dirty="0">
                <a:solidFill>
                  <a:schemeClr val="tx1">
                    <a:lumMod val="75000"/>
                    <a:lumOff val="25000"/>
                  </a:schemeClr>
                </a:solidFill>
              </a:rPr>
            </a:br>
            <a:r>
              <a:rPr lang="en-US" sz="4000" dirty="0">
                <a:solidFill>
                  <a:schemeClr val="tx1">
                    <a:lumMod val="75000"/>
                    <a:lumOff val="25000"/>
                  </a:schemeClr>
                </a:solidFill>
              </a:rPr>
              <a:t>Non-linear hypotheses</a:t>
            </a:r>
            <a:endParaRPr lang="en-US" sz="4000" dirty="0">
              <a:solidFill>
                <a:schemeClr val="tx1">
                  <a:lumMod val="75000"/>
                  <a:lumOff val="2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1047750"/>
            <a:ext cx="6400800" cy="461665"/>
          </a:xfrm>
          <a:prstGeom prst="rect">
            <a:avLst/>
          </a:prstGeom>
          <a:noFill/>
        </p:spPr>
        <p:txBody>
          <a:bodyPr wrap="square" rtlCol="0">
            <a:spAutoFit/>
          </a:bodyPr>
          <a:lstStyle/>
          <a:p>
            <a:r>
              <a:rPr lang="en-US" sz="2400" b="1" dirty="0"/>
              <a:t>Non-linear Classification</a:t>
            </a:r>
            <a:endParaRPr lang="en-US" sz="2400" b="1" dirty="0"/>
          </a:p>
        </p:txBody>
      </p:sp>
      <p:pic>
        <p:nvPicPr>
          <p:cNvPr id="5" name="Picture 4"/>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4557572" y="977222"/>
            <a:ext cx="3429000" cy="1086250"/>
          </a:xfrm>
          <a:prstGeom prst="rect">
            <a:avLst/>
          </a:prstGeom>
        </p:spPr>
      </p:pic>
      <p:sp>
        <p:nvSpPr>
          <p:cNvPr id="35" name="Oval 34"/>
          <p:cNvSpPr/>
          <p:nvPr/>
        </p:nvSpPr>
        <p:spPr>
          <a:xfrm>
            <a:off x="1204258" y="2112196"/>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473683" y="2888015"/>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1540117" y="255737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1737278" y="3197195"/>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Cross 38"/>
          <p:cNvSpPr/>
          <p:nvPr/>
        </p:nvSpPr>
        <p:spPr>
          <a:xfrm rot="2734294">
            <a:off x="3080939" y="219688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Cross 39"/>
          <p:cNvSpPr/>
          <p:nvPr/>
        </p:nvSpPr>
        <p:spPr>
          <a:xfrm rot="2734294">
            <a:off x="3217862" y="287228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Cross 40"/>
          <p:cNvSpPr/>
          <p:nvPr/>
        </p:nvSpPr>
        <p:spPr>
          <a:xfrm rot="2734294">
            <a:off x="3310905" y="1928388"/>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Cross 41"/>
          <p:cNvSpPr/>
          <p:nvPr/>
        </p:nvSpPr>
        <p:spPr>
          <a:xfrm rot="2734294">
            <a:off x="2984867" y="191328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2094548" y="3500216"/>
            <a:ext cx="362600" cy="369332"/>
          </a:xfrm>
          <a:prstGeom prst="rect">
            <a:avLst/>
          </a:prstGeom>
          <a:noFill/>
          <a:ln w="19050">
            <a:noFill/>
          </a:ln>
        </p:spPr>
        <p:txBody>
          <a:bodyPr wrap="none" rtlCol="0">
            <a:spAutoFit/>
          </a:bodyPr>
          <a:lstStyle/>
          <a:p>
            <a:r>
              <a:rPr lang="en-US" dirty="0"/>
              <a:t>x</a:t>
            </a:r>
            <a:r>
              <a:rPr lang="en-US" baseline="-25000" dirty="0"/>
              <a:t>1</a:t>
            </a:r>
            <a:endParaRPr lang="en-US" baseline="-25000" dirty="0"/>
          </a:p>
        </p:txBody>
      </p:sp>
      <p:sp>
        <p:nvSpPr>
          <p:cNvPr id="44" name="TextBox 43"/>
          <p:cNvSpPr txBox="1"/>
          <p:nvPr/>
        </p:nvSpPr>
        <p:spPr>
          <a:xfrm>
            <a:off x="300884" y="2322948"/>
            <a:ext cx="362600" cy="369332"/>
          </a:xfrm>
          <a:prstGeom prst="rect">
            <a:avLst/>
          </a:prstGeom>
          <a:noFill/>
        </p:spPr>
        <p:txBody>
          <a:bodyPr wrap="none" rtlCol="0">
            <a:spAutoFit/>
          </a:bodyPr>
          <a:lstStyle/>
          <a:p>
            <a:r>
              <a:rPr lang="en-US" dirty="0"/>
              <a:t>x</a:t>
            </a:r>
            <a:r>
              <a:rPr lang="en-US" baseline="-25000" dirty="0"/>
              <a:t>2</a:t>
            </a:r>
            <a:endParaRPr lang="en-US" baseline="-25000" dirty="0"/>
          </a:p>
        </p:txBody>
      </p:sp>
      <p:cxnSp>
        <p:nvCxnSpPr>
          <p:cNvPr id="45" name="Straight Arrow Connector 44"/>
          <p:cNvCxnSpPr/>
          <p:nvPr/>
        </p:nvCxnSpPr>
        <p:spPr>
          <a:xfrm flipV="1">
            <a:off x="669151" y="1509415"/>
            <a:ext cx="0" cy="2124666"/>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560369" y="3480930"/>
            <a:ext cx="3173431"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7" name="Cross 46"/>
          <p:cNvSpPr/>
          <p:nvPr/>
        </p:nvSpPr>
        <p:spPr>
          <a:xfrm rot="2734294">
            <a:off x="2503439" y="2774061"/>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ross 47"/>
          <p:cNvSpPr/>
          <p:nvPr/>
        </p:nvSpPr>
        <p:spPr>
          <a:xfrm rot="2734294">
            <a:off x="2696169" y="250623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Cross 48"/>
          <p:cNvSpPr/>
          <p:nvPr/>
        </p:nvSpPr>
        <p:spPr>
          <a:xfrm rot="2734294">
            <a:off x="2922870" y="2738571"/>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p:cNvSpPr/>
          <p:nvPr/>
        </p:nvSpPr>
        <p:spPr>
          <a:xfrm rot="2734294">
            <a:off x="3011523" y="248944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Cross 50"/>
          <p:cNvSpPr/>
          <p:nvPr/>
        </p:nvSpPr>
        <p:spPr>
          <a:xfrm rot="2734294">
            <a:off x="3034930" y="3133626"/>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Cross 51"/>
          <p:cNvSpPr/>
          <p:nvPr/>
        </p:nvSpPr>
        <p:spPr>
          <a:xfrm rot="2734294">
            <a:off x="3397076" y="230190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Cross 52"/>
          <p:cNvSpPr/>
          <p:nvPr/>
        </p:nvSpPr>
        <p:spPr>
          <a:xfrm rot="2734294">
            <a:off x="2735459" y="214706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Cross 53"/>
          <p:cNvSpPr/>
          <p:nvPr/>
        </p:nvSpPr>
        <p:spPr>
          <a:xfrm rot="2734294">
            <a:off x="735109" y="1553468"/>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Cross 54"/>
          <p:cNvSpPr/>
          <p:nvPr/>
        </p:nvSpPr>
        <p:spPr>
          <a:xfrm rot="2734294">
            <a:off x="757160" y="1861388"/>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Cross 55"/>
          <p:cNvSpPr/>
          <p:nvPr/>
        </p:nvSpPr>
        <p:spPr>
          <a:xfrm rot="2734294">
            <a:off x="978377" y="1906085"/>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1004955" y="3202465"/>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2012043" y="305841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806622" y="2653922"/>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049890" y="235760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1800573" y="2812128"/>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2061170" y="275385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1182288" y="299949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1396401" y="3161554"/>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1885347" y="2561594"/>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2526049" y="3138718"/>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2237001" y="3174246"/>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804285" y="235760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p:cNvSpPr/>
          <p:nvPr/>
        </p:nvSpPr>
        <p:spPr>
          <a:xfrm>
            <a:off x="783737" y="2958708"/>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p:cNvSpPr/>
          <p:nvPr/>
        </p:nvSpPr>
        <p:spPr>
          <a:xfrm>
            <a:off x="1202290" y="259491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p:cNvSpPr/>
          <p:nvPr/>
        </p:nvSpPr>
        <p:spPr>
          <a:xfrm>
            <a:off x="1049890" y="2788164"/>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p:cNvSpPr/>
          <p:nvPr/>
        </p:nvSpPr>
        <p:spPr>
          <a:xfrm>
            <a:off x="1365773" y="2270504"/>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p:cNvSpPr/>
          <p:nvPr/>
        </p:nvSpPr>
        <p:spPr>
          <a:xfrm>
            <a:off x="1432207" y="193986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p:cNvSpPr/>
          <p:nvPr/>
        </p:nvSpPr>
        <p:spPr>
          <a:xfrm>
            <a:off x="1692663" y="219461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933044" y="222154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p:cNvSpPr/>
          <p:nvPr/>
        </p:nvSpPr>
        <p:spPr>
          <a:xfrm>
            <a:off x="1777437" y="194408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2672501" y="158004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p:cNvSpPr/>
          <p:nvPr/>
        </p:nvSpPr>
        <p:spPr>
          <a:xfrm>
            <a:off x="2176818" y="2046035"/>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p:cNvSpPr/>
          <p:nvPr/>
        </p:nvSpPr>
        <p:spPr>
          <a:xfrm>
            <a:off x="2445607" y="178179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Cross 152"/>
          <p:cNvSpPr/>
          <p:nvPr/>
        </p:nvSpPr>
        <p:spPr>
          <a:xfrm rot="2734294">
            <a:off x="1032968" y="1626339"/>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Cross 153"/>
          <p:cNvSpPr/>
          <p:nvPr/>
        </p:nvSpPr>
        <p:spPr>
          <a:xfrm rot="2734294">
            <a:off x="1270271" y="1468269"/>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Cross 154"/>
          <p:cNvSpPr/>
          <p:nvPr/>
        </p:nvSpPr>
        <p:spPr>
          <a:xfrm rot="2734294">
            <a:off x="1203838" y="1748017"/>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Cross 155"/>
          <p:cNvSpPr/>
          <p:nvPr/>
        </p:nvSpPr>
        <p:spPr>
          <a:xfrm rot="2734294">
            <a:off x="1530728" y="1638668"/>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Cross 156"/>
          <p:cNvSpPr/>
          <p:nvPr/>
        </p:nvSpPr>
        <p:spPr>
          <a:xfrm rot="2734294">
            <a:off x="1773995" y="1472779"/>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Cross 157"/>
          <p:cNvSpPr/>
          <p:nvPr/>
        </p:nvSpPr>
        <p:spPr>
          <a:xfrm rot="2734294">
            <a:off x="1841533" y="1682345"/>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Cross 158"/>
          <p:cNvSpPr/>
          <p:nvPr/>
        </p:nvSpPr>
        <p:spPr>
          <a:xfrm rot="2734294">
            <a:off x="2034592" y="1483664"/>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Cross 159"/>
          <p:cNvSpPr/>
          <p:nvPr/>
        </p:nvSpPr>
        <p:spPr>
          <a:xfrm rot="2734294">
            <a:off x="2295008" y="1511944"/>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Cross 160"/>
          <p:cNvSpPr/>
          <p:nvPr/>
        </p:nvSpPr>
        <p:spPr>
          <a:xfrm rot="2734294">
            <a:off x="2057715" y="1770320"/>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Cross 161"/>
          <p:cNvSpPr/>
          <p:nvPr/>
        </p:nvSpPr>
        <p:spPr>
          <a:xfrm rot="2734294">
            <a:off x="2137553" y="2405480"/>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Cross 162"/>
          <p:cNvSpPr/>
          <p:nvPr/>
        </p:nvSpPr>
        <p:spPr>
          <a:xfrm rot="2734294">
            <a:off x="2404009" y="2109764"/>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Cross 163"/>
          <p:cNvSpPr/>
          <p:nvPr/>
        </p:nvSpPr>
        <p:spPr>
          <a:xfrm rot="2734294">
            <a:off x="2404010" y="2469275"/>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Cross 164"/>
          <p:cNvSpPr/>
          <p:nvPr/>
        </p:nvSpPr>
        <p:spPr>
          <a:xfrm rot="2734294">
            <a:off x="2718793" y="1832306"/>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Cross 165"/>
          <p:cNvSpPr/>
          <p:nvPr/>
        </p:nvSpPr>
        <p:spPr>
          <a:xfrm rot="2734294">
            <a:off x="2984867" y="1595987"/>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Cross 166"/>
          <p:cNvSpPr/>
          <p:nvPr/>
        </p:nvSpPr>
        <p:spPr>
          <a:xfrm rot="2734294">
            <a:off x="3239008" y="1668568"/>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Cross 167"/>
          <p:cNvSpPr/>
          <p:nvPr/>
        </p:nvSpPr>
        <p:spPr>
          <a:xfrm rot="2734294">
            <a:off x="2764802" y="2979660"/>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Cross 168"/>
          <p:cNvSpPr/>
          <p:nvPr/>
        </p:nvSpPr>
        <p:spPr>
          <a:xfrm rot="2734294">
            <a:off x="3301005" y="2581998"/>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Cross 169"/>
          <p:cNvSpPr/>
          <p:nvPr/>
        </p:nvSpPr>
        <p:spPr>
          <a:xfrm rot="2734294">
            <a:off x="3375931" y="3133626"/>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p:cNvGrpSpPr/>
          <p:nvPr/>
        </p:nvGrpSpPr>
        <p:grpSpPr>
          <a:xfrm>
            <a:off x="5334000" y="2605593"/>
            <a:ext cx="2469425" cy="1786142"/>
            <a:chOff x="407153" y="3147808"/>
            <a:chExt cx="2469425" cy="1786142"/>
          </a:xfrm>
        </p:grpSpPr>
        <p:sp>
          <p:nvSpPr>
            <p:cNvPr id="13" name="TextBox 12"/>
            <p:cNvSpPr txBox="1"/>
            <p:nvPr/>
          </p:nvSpPr>
          <p:spPr>
            <a:xfrm>
              <a:off x="1003134" y="3147808"/>
              <a:ext cx="684182" cy="400110"/>
            </a:xfrm>
            <a:prstGeom prst="rect">
              <a:avLst/>
            </a:prstGeom>
            <a:noFill/>
          </p:spPr>
          <p:txBody>
            <a:bodyPr wrap="square" rtlCol="0">
              <a:spAutoFit/>
            </a:bodyPr>
            <a:lstStyle/>
            <a:p>
              <a:r>
                <a:rPr lang="en-US" sz="2000" dirty="0"/>
                <a:t>size</a:t>
              </a:r>
              <a:endParaRPr lang="en-US" sz="2000" dirty="0"/>
            </a:p>
          </p:txBody>
        </p:sp>
        <p:pic>
          <p:nvPicPr>
            <p:cNvPr id="9" name="Picture 8"/>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418930" y="3288388"/>
              <a:ext cx="608076" cy="180594"/>
            </a:xfrm>
            <a:prstGeom prst="rect">
              <a:avLst/>
            </a:prstGeom>
          </p:spPr>
        </p:pic>
        <p:sp>
          <p:nvSpPr>
            <p:cNvPr id="172" name="TextBox 171"/>
            <p:cNvSpPr txBox="1"/>
            <p:nvPr/>
          </p:nvSpPr>
          <p:spPr>
            <a:xfrm>
              <a:off x="991356" y="3454396"/>
              <a:ext cx="1885222" cy="400110"/>
            </a:xfrm>
            <a:prstGeom prst="rect">
              <a:avLst/>
            </a:prstGeom>
            <a:noFill/>
          </p:spPr>
          <p:txBody>
            <a:bodyPr wrap="square" rtlCol="0">
              <a:spAutoFit/>
            </a:bodyPr>
            <a:lstStyle/>
            <a:p>
              <a:r>
                <a:rPr lang="en-US" sz="2000" dirty="0"/>
                <a:t># bedrooms</a:t>
              </a:r>
              <a:endParaRPr lang="en-US" sz="2000" dirty="0"/>
            </a:p>
          </p:txBody>
        </p:sp>
        <p:pic>
          <p:nvPicPr>
            <p:cNvPr id="11" name="Picture 10"/>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407153" y="3594976"/>
              <a:ext cx="608076" cy="180594"/>
            </a:xfrm>
            <a:prstGeom prst="rect">
              <a:avLst/>
            </a:prstGeom>
          </p:spPr>
        </p:pic>
        <p:sp>
          <p:nvSpPr>
            <p:cNvPr id="174" name="TextBox 173"/>
            <p:cNvSpPr txBox="1"/>
            <p:nvPr/>
          </p:nvSpPr>
          <p:spPr>
            <a:xfrm>
              <a:off x="1000158" y="3771840"/>
              <a:ext cx="1757542" cy="400110"/>
            </a:xfrm>
            <a:prstGeom prst="rect">
              <a:avLst/>
            </a:prstGeom>
            <a:noFill/>
          </p:spPr>
          <p:txBody>
            <a:bodyPr wrap="square" rtlCol="0">
              <a:spAutoFit/>
            </a:bodyPr>
            <a:lstStyle/>
            <a:p>
              <a:r>
                <a:rPr lang="en-US" sz="2000" dirty="0"/>
                <a:t># floors</a:t>
              </a:r>
              <a:endParaRPr lang="en-US" sz="2000" dirty="0"/>
            </a:p>
          </p:txBody>
        </p:sp>
        <p:pic>
          <p:nvPicPr>
            <p:cNvPr id="16" name="Picture 15"/>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415954" y="3912420"/>
              <a:ext cx="608076" cy="185166"/>
            </a:xfrm>
            <a:prstGeom prst="rect">
              <a:avLst/>
            </a:prstGeom>
          </p:spPr>
        </p:pic>
        <p:sp>
          <p:nvSpPr>
            <p:cNvPr id="176" name="TextBox 175"/>
            <p:cNvSpPr txBox="1"/>
            <p:nvPr/>
          </p:nvSpPr>
          <p:spPr>
            <a:xfrm>
              <a:off x="1006300" y="4076640"/>
              <a:ext cx="1757542" cy="400110"/>
            </a:xfrm>
            <a:prstGeom prst="rect">
              <a:avLst/>
            </a:prstGeom>
            <a:noFill/>
          </p:spPr>
          <p:txBody>
            <a:bodyPr wrap="square" rtlCol="0">
              <a:spAutoFit/>
            </a:bodyPr>
            <a:lstStyle/>
            <a:p>
              <a:r>
                <a:rPr lang="en-US" sz="2000" dirty="0"/>
                <a:t>age</a:t>
              </a:r>
              <a:endParaRPr lang="en-US" sz="2000" dirty="0"/>
            </a:p>
          </p:txBody>
        </p:sp>
        <p:pic>
          <p:nvPicPr>
            <p:cNvPr id="6" name="Picture 5"/>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422096" y="4217220"/>
              <a:ext cx="608076" cy="180594"/>
            </a:xfrm>
            <a:prstGeom prst="rect">
              <a:avLst/>
            </a:prstGeom>
          </p:spPr>
        </p:pic>
        <p:pic>
          <p:nvPicPr>
            <p:cNvPr id="17" name="Picture 16"/>
            <p:cNvPicPr>
              <a:picLocks noChangeAspect="1"/>
            </p:cNvPicPr>
            <p:nvPr>
              <p:custDataLst>
                <p:tags r:id="rId11"/>
              </p:custDataLst>
            </p:nvPr>
          </p:nvPicPr>
          <p:blipFill>
            <a:blip r:embed="rId12" cstate="print">
              <a:extLst>
                <a:ext uri="{28A0092B-C50C-407E-A947-70E740481C1C}">
                  <a14:useLocalDpi xmlns:a14="http://schemas.microsoft.com/office/drawing/2010/main" val="0"/>
                </a:ext>
              </a:extLst>
            </a:blip>
            <a:stretch>
              <a:fillRect/>
            </a:stretch>
          </p:blipFill>
          <p:spPr>
            <a:xfrm>
              <a:off x="422904" y="4748784"/>
              <a:ext cx="518922" cy="185166"/>
            </a:xfrm>
            <a:prstGeom prst="rect">
              <a:avLst/>
            </a:prstGeom>
          </p:spPr>
        </p:pic>
        <p:pic>
          <p:nvPicPr>
            <p:cNvPr id="19" name="Picture 18"/>
            <p:cNvPicPr>
              <a:picLocks noChangeAspect="1"/>
            </p:cNvPicPr>
            <p:nvPr>
              <p:custDataLst>
                <p:tags r:id="rId13"/>
              </p:custDataLst>
            </p:nvPr>
          </p:nvPicPr>
          <p:blipFill>
            <a:blip r:embed="rId14" cstate="print">
              <a:extLst>
                <a:ext uri="{28A0092B-C50C-407E-A947-70E740481C1C}">
                  <a14:useLocalDpi xmlns:a14="http://schemas.microsoft.com/office/drawing/2010/main" val="0"/>
                </a:ext>
              </a:extLst>
            </a:blip>
            <a:stretch>
              <a:fillRect/>
            </a:stretch>
          </p:blipFill>
          <p:spPr>
            <a:xfrm>
              <a:off x="427140" y="4549482"/>
              <a:ext cx="304038" cy="34290"/>
            </a:xfrm>
            <a:prstGeom prst="rect">
              <a:avLst/>
            </a:prstGeom>
          </p:spPr>
        </p:pic>
      </p:grpSp>
      <p:sp>
        <p:nvSpPr>
          <p:cNvPr id="79" name="文本框 78"/>
          <p:cNvSpPr txBox="1"/>
          <p:nvPr/>
        </p:nvSpPr>
        <p:spPr>
          <a:xfrm>
            <a:off x="860707" y="26092"/>
            <a:ext cx="6942718" cy="875881"/>
          </a:xfrm>
          <a:prstGeom prst="rect">
            <a:avLst/>
          </a:prstGeom>
          <a:noFill/>
        </p:spPr>
        <p:txBody>
          <a:bodyPr wrap="square">
            <a:spAutoFit/>
          </a:bodyPr>
          <a:lstStyle/>
          <a:p>
            <a:pPr indent="266700" algn="just">
              <a:lnSpc>
                <a:spcPct val="150000"/>
              </a:lnSpc>
            </a:pPr>
            <a:r>
              <a:rPr lang="zh-CN" altLang="zh-CN" sz="1800" kern="100" dirty="0">
                <a:effectLst/>
                <a:latin typeface="Calibri" panose="020F0502020204030204" pitchFamily="34" charset="0"/>
                <a:ea typeface="宋体" pitchFamily="2" charset="-122"/>
                <a:cs typeface="Times New Roman" panose="02020603050405020304" pitchFamily="18" charset="0"/>
              </a:rPr>
              <a:t>我们之前学的，无论是线性回归还是逻辑回归都有这样一个缺点，即：当特征太多时，计算的负荷会非常大。</a:t>
            </a:r>
            <a:endParaRPr lang="zh-CN" altLang="zh-CN" sz="1800" kern="100" dirty="0">
              <a:effectLst/>
              <a:latin typeface="Calibri" panose="020F0502020204030204" pitchFamily="34" charset="0"/>
              <a:ea typeface="宋体" pitchFamily="2"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0" name="文本框 79"/>
              <p:cNvSpPr txBox="1"/>
              <p:nvPr/>
            </p:nvSpPr>
            <p:spPr>
              <a:xfrm>
                <a:off x="457200" y="971550"/>
                <a:ext cx="8229600" cy="2953373"/>
              </a:xfrm>
              <a:prstGeom prst="rect">
                <a:avLst/>
              </a:prstGeom>
              <a:noFill/>
            </p:spPr>
            <p:txBody>
              <a:bodyPr wrap="square">
                <a:spAutoFit/>
              </a:bodyPr>
              <a:lstStyle/>
              <a:p>
                <a:pPr indent="266700" algn="just">
                  <a:lnSpc>
                    <a:spcPct val="150000"/>
                  </a:lnSpc>
                </a:pPr>
                <a:r>
                  <a:rPr lang="zh-CN" altLang="zh-CN" sz="1800" kern="100" dirty="0">
                    <a:effectLst/>
                    <a:latin typeface="Calibri" panose="020F0502020204030204" pitchFamily="34" charset="0"/>
                    <a:ea typeface="宋体" pitchFamily="2" charset="-122"/>
                    <a:cs typeface="Times New Roman" panose="02020603050405020304" pitchFamily="18" charset="0"/>
                  </a:rPr>
                  <a:t>之前我们已经看到过，使用非线性的多项式项，能够帮助我们建立更好的分类模型。</a:t>
                </a:r>
                <a:endParaRPr lang="en-US" altLang="zh-CN" sz="1800" kern="100" dirty="0">
                  <a:effectLst/>
                  <a:latin typeface="Calibri" panose="020F0502020204030204" pitchFamily="34" charset="0"/>
                  <a:ea typeface="宋体" pitchFamily="2" charset="-122"/>
                  <a:cs typeface="Times New Roman" panose="02020603050405020304" pitchFamily="18" charset="0"/>
                </a:endParaRPr>
              </a:p>
              <a:p>
                <a:pPr indent="266700" algn="just">
                  <a:lnSpc>
                    <a:spcPct val="150000"/>
                  </a:lnSpc>
                </a:pPr>
                <a:r>
                  <a:rPr lang="zh-CN" altLang="zh-CN" sz="1800" kern="100" dirty="0">
                    <a:effectLst/>
                    <a:latin typeface="Calibri" panose="020F0502020204030204" pitchFamily="34" charset="0"/>
                    <a:ea typeface="宋体" pitchFamily="2" charset="-122"/>
                    <a:cs typeface="Times New Roman" panose="02020603050405020304" pitchFamily="18" charset="0"/>
                  </a:rPr>
                  <a:t>假设我们有非常多的特征，例如大于</a:t>
                </a:r>
                <a:r>
                  <a:rPr lang="en-US" altLang="zh-CN" sz="1800" kern="100" dirty="0">
                    <a:effectLst/>
                    <a:latin typeface="Calibri" panose="020F0502020204030204" pitchFamily="34" charset="0"/>
                    <a:ea typeface="宋体" pitchFamily="2" charset="-122"/>
                    <a:cs typeface="Times New Roman" panose="02020603050405020304" pitchFamily="18" charset="0"/>
                  </a:rPr>
                  <a:t>100</a:t>
                </a:r>
                <a:r>
                  <a:rPr lang="zh-CN" altLang="zh-CN" sz="1800" kern="100" dirty="0">
                    <a:effectLst/>
                    <a:latin typeface="Calibri" panose="020F0502020204030204" pitchFamily="34" charset="0"/>
                    <a:ea typeface="宋体" pitchFamily="2" charset="-122"/>
                    <a:cs typeface="Times New Roman" panose="02020603050405020304" pitchFamily="18" charset="0"/>
                  </a:rPr>
                  <a:t>个变量，我们希望用这</a:t>
                </a:r>
                <a:r>
                  <a:rPr lang="en-US" altLang="zh-CN" sz="1800" kern="100" dirty="0">
                    <a:effectLst/>
                    <a:latin typeface="Calibri" panose="020F0502020204030204" pitchFamily="34" charset="0"/>
                    <a:ea typeface="宋体" pitchFamily="2" charset="-122"/>
                    <a:cs typeface="Times New Roman" panose="02020603050405020304" pitchFamily="18" charset="0"/>
                  </a:rPr>
                  <a:t>100</a:t>
                </a:r>
                <a:r>
                  <a:rPr lang="zh-CN" altLang="zh-CN" sz="1800" kern="100" dirty="0">
                    <a:effectLst/>
                    <a:latin typeface="Calibri" panose="020F0502020204030204" pitchFamily="34" charset="0"/>
                    <a:ea typeface="宋体" pitchFamily="2" charset="-122"/>
                    <a:cs typeface="Times New Roman" panose="02020603050405020304" pitchFamily="18" charset="0"/>
                  </a:rPr>
                  <a:t>个特征来构建一个非线性的多项式模型，结果将是数量非常惊人的特征组合，即便我们只采用两两特征的组合</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1</m:t>
                        </m:r>
                      </m:sub>
                    </m:sSub>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2</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1</m:t>
                        </m:r>
                      </m:sub>
                    </m:sSub>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3</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1</m:t>
                        </m:r>
                      </m:sub>
                    </m:sSub>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4</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2</m:t>
                        </m:r>
                      </m:sub>
                    </m:sSub>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3</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2</m:t>
                        </m:r>
                      </m:sub>
                    </m:sSub>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4</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99</m:t>
                        </m:r>
                      </m:sub>
                    </m:sSub>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100</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oMath>
                </a14:m>
                <a:r>
                  <a:rPr lang="zh-CN" altLang="zh-CN" sz="1800" kern="100" dirty="0">
                    <a:effectLst/>
                    <a:latin typeface="Calibri" panose="020F0502020204030204" pitchFamily="34" charset="0"/>
                    <a:ea typeface="宋体" pitchFamily="2" charset="-122"/>
                    <a:cs typeface="Times New Roman" panose="02020603050405020304" pitchFamily="18" charset="0"/>
                  </a:rPr>
                  <a:t>，我们也会有接近</a:t>
                </a:r>
                <a:r>
                  <a:rPr lang="en-US" altLang="zh-CN" sz="1800" kern="100" dirty="0">
                    <a:effectLst/>
                    <a:latin typeface="Calibri" panose="020F0502020204030204" pitchFamily="34" charset="0"/>
                    <a:ea typeface="宋体" pitchFamily="2" charset="-122"/>
                    <a:cs typeface="Times New Roman" panose="02020603050405020304" pitchFamily="18" charset="0"/>
                  </a:rPr>
                  <a:t>5000</a:t>
                </a:r>
                <a:r>
                  <a:rPr lang="zh-CN" altLang="zh-CN" sz="1800" kern="100" dirty="0">
                    <a:effectLst/>
                    <a:latin typeface="Calibri" panose="020F0502020204030204" pitchFamily="34" charset="0"/>
                    <a:ea typeface="宋体" pitchFamily="2" charset="-122"/>
                    <a:cs typeface="Times New Roman" panose="02020603050405020304" pitchFamily="18" charset="0"/>
                  </a:rPr>
                  <a:t>个组合而成的特征。这对于一般的逻辑回归来说需要计算的特征太多了。</a:t>
                </a:r>
                <a:endParaRPr lang="zh-CN" altLang="zh-CN" sz="1800" kern="100" dirty="0">
                  <a:effectLst/>
                  <a:latin typeface="Calibri" panose="020F0502020204030204" pitchFamily="34" charset="0"/>
                  <a:ea typeface="宋体" pitchFamily="2" charset="-122"/>
                  <a:cs typeface="Times New Roman" panose="02020603050405020304" pitchFamily="18" charset="0"/>
                </a:endParaRPr>
              </a:p>
            </p:txBody>
          </p:sp>
        </mc:Choice>
        <mc:Fallback>
          <p:sp>
            <p:nvSpPr>
              <p:cNvPr id="80" name="文本框 79"/>
              <p:cNvSpPr txBox="1">
                <a:spLocks noRot="1" noChangeAspect="1" noMove="1" noResize="1" noEditPoints="1" noAdjustHandles="1" noChangeArrowheads="1" noChangeShapeType="1" noTextEdit="1"/>
              </p:cNvSpPr>
              <p:nvPr/>
            </p:nvSpPr>
            <p:spPr>
              <a:xfrm>
                <a:off x="457200" y="971550"/>
                <a:ext cx="8229600" cy="2953373"/>
              </a:xfrm>
              <a:prstGeom prst="rect">
                <a:avLst/>
              </a:prstGeom>
              <a:blipFill rotWithShape="1">
                <a:blip r:embed="rId1"/>
                <a:stretch>
                  <a:fillRect b="-1462"/>
                </a:stretch>
              </a:blipFill>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14400" y="1123950"/>
            <a:ext cx="2857500" cy="1409700"/>
          </a:xfrm>
          <a:prstGeom prst="rect">
            <a:avLst/>
          </a:prstGeom>
        </p:spPr>
      </p:pic>
      <p:sp>
        <p:nvSpPr>
          <p:cNvPr id="14" name="Rectangle 13"/>
          <p:cNvSpPr/>
          <p:nvPr/>
        </p:nvSpPr>
        <p:spPr>
          <a:xfrm>
            <a:off x="3213960" y="2634391"/>
            <a:ext cx="4533900" cy="202565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p:cNvSpPr txBox="1"/>
          <p:nvPr/>
        </p:nvSpPr>
        <p:spPr>
          <a:xfrm>
            <a:off x="533400" y="895521"/>
            <a:ext cx="1540871" cy="400110"/>
          </a:xfrm>
          <a:prstGeom prst="rect">
            <a:avLst/>
          </a:prstGeom>
          <a:noFill/>
        </p:spPr>
        <p:txBody>
          <a:bodyPr wrap="none" rtlCol="0">
            <a:spAutoFit/>
          </a:bodyPr>
          <a:lstStyle/>
          <a:p>
            <a:r>
              <a:rPr lang="en-US" sz="2000" dirty="0"/>
              <a:t>You see this: </a:t>
            </a:r>
            <a:endParaRPr lang="en-US" sz="2000" dirty="0"/>
          </a:p>
        </p:txBody>
      </p:sp>
      <p:pic>
        <p:nvPicPr>
          <p:cNvPr id="6" name="Picture 14" descr="StanleyTinyS_Numbers"/>
          <p:cNvPicPr>
            <a:picLocks noChangeAspect="1" noChangeArrowheads="1"/>
          </p:cNvPicPr>
          <p:nvPr/>
        </p:nvPicPr>
        <p:blipFill>
          <a:blip r:embed="rId2" cstate="print"/>
          <a:srcRect/>
          <a:stretch>
            <a:fillRect/>
          </a:stretch>
        </p:blipFill>
        <p:spPr bwMode="auto">
          <a:xfrm>
            <a:off x="3397316" y="3014521"/>
            <a:ext cx="4165534" cy="1521695"/>
          </a:xfrm>
          <a:prstGeom prst="rect">
            <a:avLst/>
          </a:prstGeom>
          <a:noFill/>
          <a:ln w="9525">
            <a:noFill/>
            <a:miter lim="800000"/>
            <a:headEnd/>
            <a:tailEnd/>
          </a:ln>
        </p:spPr>
      </p:pic>
      <p:sp>
        <p:nvSpPr>
          <p:cNvPr id="7" name="Rectangle 16"/>
          <p:cNvSpPr>
            <a:spLocks noChangeArrowheads="1"/>
          </p:cNvSpPr>
          <p:nvPr/>
        </p:nvSpPr>
        <p:spPr bwMode="auto">
          <a:xfrm>
            <a:off x="2422525" y="1700221"/>
            <a:ext cx="109537" cy="112713"/>
          </a:xfrm>
          <a:prstGeom prst="rect">
            <a:avLst/>
          </a:prstGeom>
          <a:noFill/>
          <a:ln w="28575">
            <a:solidFill>
              <a:srgbClr val="FF0000"/>
            </a:solidFill>
            <a:miter lim="800000"/>
          </a:ln>
        </p:spPr>
        <p:txBody>
          <a:bodyPr wrap="none" anchor="ctr"/>
          <a:lstStyle/>
          <a:p>
            <a:pPr algn="ctr"/>
            <a:endParaRPr lang="en-US"/>
          </a:p>
        </p:txBody>
      </p:sp>
      <p:grpSp>
        <p:nvGrpSpPr>
          <p:cNvPr id="8" name="Group 21"/>
          <p:cNvGrpSpPr/>
          <p:nvPr/>
        </p:nvGrpSpPr>
        <p:grpSpPr bwMode="auto">
          <a:xfrm>
            <a:off x="2413860" y="1688241"/>
            <a:ext cx="5324475" cy="2609850"/>
            <a:chOff x="2286" y="1392"/>
            <a:chExt cx="3354" cy="1644"/>
          </a:xfrm>
        </p:grpSpPr>
        <p:sp>
          <p:nvSpPr>
            <p:cNvPr id="9" name="Text Box 7"/>
            <p:cNvSpPr txBox="1">
              <a:spLocks noChangeArrowheads="1"/>
            </p:cNvSpPr>
            <p:nvPr/>
          </p:nvSpPr>
          <p:spPr bwMode="auto">
            <a:xfrm>
              <a:off x="2784" y="1982"/>
              <a:ext cx="1601" cy="233"/>
            </a:xfrm>
            <a:prstGeom prst="rect">
              <a:avLst/>
            </a:prstGeom>
            <a:noFill/>
            <a:ln w="12700">
              <a:noFill/>
              <a:miter lim="800000"/>
            </a:ln>
          </p:spPr>
          <p:txBody>
            <a:bodyPr wrap="none">
              <a:spAutoFit/>
            </a:bodyPr>
            <a:lstStyle/>
            <a:p>
              <a:r>
                <a:rPr lang="en-US" dirty="0"/>
                <a:t>But the camera sees this:</a:t>
              </a:r>
              <a:endParaRPr lang="en-US" dirty="0"/>
            </a:p>
          </p:txBody>
        </p:sp>
        <p:sp>
          <p:nvSpPr>
            <p:cNvPr id="10" name="Line 17"/>
            <p:cNvSpPr>
              <a:spLocks noChangeShapeType="1"/>
            </p:cNvSpPr>
            <p:nvPr/>
          </p:nvSpPr>
          <p:spPr bwMode="auto">
            <a:xfrm>
              <a:off x="2364" y="1398"/>
              <a:ext cx="3276" cy="576"/>
            </a:xfrm>
            <a:prstGeom prst="line">
              <a:avLst/>
            </a:prstGeom>
            <a:noFill/>
            <a:ln w="12700">
              <a:solidFill>
                <a:srgbClr val="FF0000"/>
              </a:solidFill>
              <a:prstDash val="dash"/>
              <a:round/>
            </a:ln>
          </p:spPr>
          <p:txBody>
            <a:bodyPr/>
            <a:lstStyle/>
            <a:p>
              <a:endParaRPr lang="en-US"/>
            </a:p>
          </p:txBody>
        </p:sp>
        <p:sp>
          <p:nvSpPr>
            <p:cNvPr id="11" name="Line 18"/>
            <p:cNvSpPr>
              <a:spLocks noChangeShapeType="1"/>
            </p:cNvSpPr>
            <p:nvPr/>
          </p:nvSpPr>
          <p:spPr bwMode="auto">
            <a:xfrm>
              <a:off x="2292" y="1392"/>
              <a:ext cx="498" cy="596"/>
            </a:xfrm>
            <a:prstGeom prst="line">
              <a:avLst/>
            </a:prstGeom>
            <a:noFill/>
            <a:ln w="12700">
              <a:solidFill>
                <a:srgbClr val="FF0000"/>
              </a:solidFill>
              <a:prstDash val="dash"/>
              <a:round/>
            </a:ln>
          </p:spPr>
          <p:txBody>
            <a:bodyPr/>
            <a:lstStyle/>
            <a:p>
              <a:endParaRPr lang="en-US"/>
            </a:p>
          </p:txBody>
        </p:sp>
        <p:sp>
          <p:nvSpPr>
            <p:cNvPr id="12" name="Line 19"/>
            <p:cNvSpPr>
              <a:spLocks noChangeShapeType="1"/>
            </p:cNvSpPr>
            <p:nvPr/>
          </p:nvSpPr>
          <p:spPr bwMode="auto">
            <a:xfrm>
              <a:off x="2286" y="1470"/>
              <a:ext cx="498" cy="1566"/>
            </a:xfrm>
            <a:prstGeom prst="line">
              <a:avLst/>
            </a:prstGeom>
            <a:noFill/>
            <a:ln w="12700">
              <a:solidFill>
                <a:srgbClr val="FF0000"/>
              </a:solidFill>
              <a:prstDash val="dash"/>
              <a:round/>
            </a:ln>
          </p:spPr>
          <p:txBody>
            <a:bodyPr/>
            <a:lstStyle/>
            <a:p>
              <a:endParaRPr lang="en-US"/>
            </a:p>
          </p:txBody>
        </p:sp>
      </p:grpSp>
      <p:sp>
        <p:nvSpPr>
          <p:cNvPr id="13" name="TextBox 12"/>
          <p:cNvSpPr txBox="1"/>
          <p:nvPr/>
        </p:nvSpPr>
        <p:spPr>
          <a:xfrm>
            <a:off x="381000" y="285750"/>
            <a:ext cx="6400800" cy="461665"/>
          </a:xfrm>
          <a:prstGeom prst="rect">
            <a:avLst/>
          </a:prstGeom>
          <a:noFill/>
        </p:spPr>
        <p:txBody>
          <a:bodyPr wrap="square" rtlCol="0">
            <a:spAutoFit/>
          </a:bodyPr>
          <a:lstStyle/>
          <a:p>
            <a:r>
              <a:rPr lang="en-US" sz="2400" b="1" dirty="0"/>
              <a:t>What is this?</a:t>
            </a:r>
            <a:endParaRPr lang="en-US"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Box 127"/>
          <p:cNvSpPr txBox="1"/>
          <p:nvPr/>
        </p:nvSpPr>
        <p:spPr>
          <a:xfrm>
            <a:off x="301038" y="831849"/>
            <a:ext cx="4151248" cy="2389327"/>
          </a:xfrm>
          <a:prstGeom prst="rect">
            <a:avLst/>
          </a:prstGeom>
          <a:solidFill>
            <a:schemeClr val="accent5">
              <a:lumMod val="20000"/>
              <a:lumOff val="80000"/>
            </a:schemeClr>
          </a:solidFill>
          <a:ln w="3175" cap="flat" cmpd="sng" algn="ctr">
            <a:noFill/>
            <a:prstDash val="solid"/>
          </a:ln>
          <a:effectLst>
            <a:outerShdw blurRad="63500" sx="102000" sy="102000" algn="ctr" rotWithShape="0">
              <a:prstClr val="black">
                <a:alpha val="40000"/>
              </a:prstClr>
            </a:outerShdw>
          </a:effectLst>
        </p:spPr>
        <p:txBody>
          <a:bodyPr rtlCol="0" anchor="ctr" anchorCtr="1"/>
          <a:lstStyle/>
          <a:p>
            <a:pPr marL="0" marR="0" lvl="0" indent="0" algn="ctr" defTabSz="914400" eaLnBrk="1" fontAlgn="base" latinLnBrk="0" hangingPunct="1">
              <a:lnSpc>
                <a:spcPct val="9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mj-lt"/>
              <a:ea typeface="+mn-ea"/>
              <a:cs typeface="Arial" panose="020B0704020202020204"/>
            </a:endParaRPr>
          </a:p>
        </p:txBody>
      </p:sp>
      <p:sp>
        <p:nvSpPr>
          <p:cNvPr id="129" name="TextBox 128"/>
          <p:cNvSpPr txBox="1"/>
          <p:nvPr/>
        </p:nvSpPr>
        <p:spPr>
          <a:xfrm>
            <a:off x="4700194" y="831850"/>
            <a:ext cx="4151248" cy="2389327"/>
          </a:xfrm>
          <a:prstGeom prst="rect">
            <a:avLst/>
          </a:prstGeom>
          <a:solidFill>
            <a:schemeClr val="accent5">
              <a:lumMod val="20000"/>
              <a:lumOff val="80000"/>
            </a:schemeClr>
          </a:solidFill>
          <a:ln w="3175" cap="flat" cmpd="sng" algn="ctr">
            <a:noFill/>
            <a:prstDash val="solid"/>
          </a:ln>
          <a:effectLst>
            <a:outerShdw blurRad="63500" sx="102000" sy="102000" algn="ctr" rotWithShape="0">
              <a:prstClr val="black">
                <a:alpha val="40000"/>
              </a:prstClr>
            </a:outerShdw>
          </a:effectLst>
        </p:spPr>
        <p:txBody>
          <a:bodyPr rtlCol="0" anchor="ctr" anchorCtr="1"/>
          <a:lstStyle/>
          <a:p>
            <a:pPr marL="0" marR="0" lvl="0" indent="0" algn="ctr" defTabSz="914400" eaLnBrk="1" fontAlgn="base" latinLnBrk="0" hangingPunct="1">
              <a:lnSpc>
                <a:spcPct val="90000"/>
              </a:lnSpc>
              <a:spcBef>
                <a:spcPct val="0"/>
              </a:spcBef>
              <a:spcAft>
                <a:spcPct val="0"/>
              </a:spcAft>
              <a:buClrTx/>
              <a:buSzTx/>
              <a:buFontTx/>
              <a:buNone/>
              <a:defRPr/>
            </a:pPr>
            <a:endParaRPr kumimoji="0" lang="en-US" sz="2400" b="0" i="0" u="none" strike="noStrike" kern="0" cap="none" spc="0" normalizeH="0" baseline="0" noProof="0" dirty="0">
              <a:ln>
                <a:noFill/>
              </a:ln>
              <a:solidFill>
                <a:srgbClr val="000000"/>
              </a:solidFill>
              <a:effectLst/>
              <a:uLnTx/>
              <a:uFillTx/>
              <a:latin typeface="+mj-lt"/>
              <a:ea typeface="+mn-ea"/>
              <a:cs typeface="Arial" panose="020B0704020202020204"/>
            </a:endParaRPr>
          </a:p>
        </p:txBody>
      </p:sp>
      <p:sp>
        <p:nvSpPr>
          <p:cNvPr id="4" name="TextBox 3"/>
          <p:cNvSpPr txBox="1"/>
          <p:nvPr/>
        </p:nvSpPr>
        <p:spPr>
          <a:xfrm>
            <a:off x="381000" y="285750"/>
            <a:ext cx="6400800" cy="461665"/>
          </a:xfrm>
          <a:prstGeom prst="rect">
            <a:avLst/>
          </a:prstGeom>
          <a:noFill/>
        </p:spPr>
        <p:txBody>
          <a:bodyPr wrap="square" rtlCol="0">
            <a:spAutoFit/>
          </a:bodyPr>
          <a:lstStyle/>
          <a:p>
            <a:r>
              <a:rPr lang="en-US" sz="2400" b="1" dirty="0">
                <a:latin typeface="+mj-lt"/>
              </a:rPr>
              <a:t>Computer Vision: Car detection</a:t>
            </a:r>
            <a:endParaRPr lang="en-US" sz="2400" b="1" dirty="0">
              <a:latin typeface="+mj-lt"/>
            </a:endParaRPr>
          </a:p>
        </p:txBody>
      </p:sp>
      <p:sp>
        <p:nvSpPr>
          <p:cNvPr id="79" name="Text Box 19"/>
          <p:cNvSpPr txBox="1">
            <a:spLocks noChangeArrowheads="1"/>
          </p:cNvSpPr>
          <p:nvPr/>
        </p:nvSpPr>
        <p:spPr bwMode="auto">
          <a:xfrm>
            <a:off x="4724400" y="3409950"/>
            <a:ext cx="1932260" cy="1569660"/>
          </a:xfrm>
          <a:prstGeom prst="rect">
            <a:avLst/>
          </a:prstGeom>
          <a:noFill/>
          <a:ln w="12700" algn="ctr">
            <a:noFill/>
            <a:miter lim="800000"/>
          </a:ln>
        </p:spPr>
        <p:txBody>
          <a:bodyPr wrap="none">
            <a:spAutoFit/>
          </a:bodyPr>
          <a:lstStyle/>
          <a:p>
            <a:pPr algn="l">
              <a:spcBef>
                <a:spcPct val="0"/>
              </a:spcBef>
            </a:pPr>
            <a:r>
              <a:rPr lang="en-US" sz="2400" dirty="0">
                <a:latin typeface="+mj-lt"/>
              </a:rPr>
              <a:t>Testing:</a:t>
            </a:r>
            <a:endParaRPr lang="en-US" sz="2400" dirty="0">
              <a:latin typeface="+mj-lt"/>
            </a:endParaRPr>
          </a:p>
          <a:p>
            <a:pPr algn="l">
              <a:spcBef>
                <a:spcPct val="0"/>
              </a:spcBef>
            </a:pPr>
            <a:endParaRPr lang="en-US" sz="2400" dirty="0">
              <a:latin typeface="+mj-lt"/>
            </a:endParaRPr>
          </a:p>
          <a:p>
            <a:pPr algn="l">
              <a:spcBef>
                <a:spcPct val="0"/>
              </a:spcBef>
            </a:pPr>
            <a:endParaRPr lang="en-US" sz="2400" dirty="0">
              <a:latin typeface="+mj-lt"/>
            </a:endParaRPr>
          </a:p>
          <a:p>
            <a:pPr algn="l">
              <a:spcBef>
                <a:spcPct val="0"/>
              </a:spcBef>
            </a:pPr>
            <a:r>
              <a:rPr lang="en-US" sz="2400" dirty="0">
                <a:latin typeface="+mj-lt"/>
              </a:rPr>
              <a:t>What is this?  </a:t>
            </a:r>
            <a:endParaRPr lang="en-US" sz="2400" dirty="0">
              <a:latin typeface="+mj-lt"/>
            </a:endParaRPr>
          </a:p>
        </p:txBody>
      </p:sp>
      <p:sp>
        <p:nvSpPr>
          <p:cNvPr id="86" name="Text Box 20"/>
          <p:cNvSpPr txBox="1">
            <a:spLocks noChangeArrowheads="1"/>
          </p:cNvSpPr>
          <p:nvPr/>
        </p:nvSpPr>
        <p:spPr bwMode="auto">
          <a:xfrm>
            <a:off x="6141793" y="2766236"/>
            <a:ext cx="1318034" cy="400111"/>
          </a:xfrm>
          <a:prstGeom prst="rect">
            <a:avLst/>
          </a:prstGeom>
          <a:noFill/>
          <a:ln w="12700" algn="ctr">
            <a:noFill/>
            <a:miter lim="800000"/>
          </a:ln>
        </p:spPr>
        <p:txBody>
          <a:bodyPr wrap="square">
            <a:spAutoFit/>
          </a:bodyPr>
          <a:lstStyle/>
          <a:p>
            <a:pPr algn="ctr">
              <a:spcBef>
                <a:spcPct val="0"/>
              </a:spcBef>
            </a:pPr>
            <a:r>
              <a:rPr lang="en-US" sz="2000" dirty="0">
                <a:latin typeface="+mj-lt"/>
              </a:rPr>
              <a:t>Not a car</a:t>
            </a:r>
            <a:endParaRPr lang="en-US" sz="2000" dirty="0">
              <a:latin typeface="+mj-lt"/>
            </a:endParaRPr>
          </a:p>
        </p:txBody>
      </p:sp>
      <p:sp>
        <p:nvSpPr>
          <p:cNvPr id="118" name="Text Box 20"/>
          <p:cNvSpPr txBox="1">
            <a:spLocks noChangeArrowheads="1"/>
          </p:cNvSpPr>
          <p:nvPr/>
        </p:nvSpPr>
        <p:spPr bwMode="auto">
          <a:xfrm>
            <a:off x="1730673" y="2769411"/>
            <a:ext cx="1318034" cy="400111"/>
          </a:xfrm>
          <a:prstGeom prst="rect">
            <a:avLst/>
          </a:prstGeom>
          <a:noFill/>
          <a:ln w="12700" algn="ctr">
            <a:noFill/>
            <a:miter lim="800000"/>
          </a:ln>
        </p:spPr>
        <p:txBody>
          <a:bodyPr wrap="square">
            <a:spAutoFit/>
          </a:bodyPr>
          <a:lstStyle/>
          <a:p>
            <a:pPr algn="ctr">
              <a:spcBef>
                <a:spcPct val="0"/>
              </a:spcBef>
            </a:pPr>
            <a:r>
              <a:rPr lang="en-US" sz="2000" dirty="0">
                <a:latin typeface="+mj-lt"/>
              </a:rPr>
              <a:t>Cars</a:t>
            </a:r>
            <a:endParaRPr lang="en-US" sz="2000" dirty="0">
              <a:latin typeface="+mj-lt"/>
            </a:endParaRPr>
          </a:p>
        </p:txBody>
      </p:sp>
      <p:pic>
        <p:nvPicPr>
          <p:cNvPr id="18" name="Picture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36281" y="1962150"/>
            <a:ext cx="1069848" cy="716179"/>
          </a:xfrm>
          <a:prstGeom prst="rect">
            <a:avLst/>
          </a:prstGeom>
        </p:spPr>
      </p:pic>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47088" y="3562350"/>
            <a:ext cx="1463075" cy="682170"/>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25752" y="1934836"/>
            <a:ext cx="1069848" cy="713114"/>
          </a:xfrm>
          <a:prstGeom prst="rect">
            <a:avLst/>
          </a:prstGeom>
        </p:spPr>
      </p:pic>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3610" y="1047750"/>
            <a:ext cx="1061990" cy="707993"/>
          </a:xfrm>
          <a:prstGeom prst="rect">
            <a:avLst/>
          </a:prstGeom>
        </p:spPr>
      </p:pic>
      <p:pic>
        <p:nvPicPr>
          <p:cNvPr id="23" name="Picture 22"/>
          <p:cNvPicPr>
            <a:picLocks noChangeAspect="1"/>
          </p:cNvPicPr>
          <p:nvPr/>
        </p:nvPicPr>
        <p:blipFill rotWithShape="1">
          <a:blip r:embed="rId5" cstate="print">
            <a:extLst>
              <a:ext uri="{28A0092B-C50C-407E-A947-70E740481C1C}">
                <a14:useLocalDpi xmlns:a14="http://schemas.microsoft.com/office/drawing/2010/main" val="0"/>
              </a:ext>
            </a:extLst>
          </a:blip>
          <a:srcRect b="13445"/>
          <a:stretch>
            <a:fillRect/>
          </a:stretch>
        </p:blipFill>
        <p:spPr>
          <a:xfrm>
            <a:off x="3121152" y="1047750"/>
            <a:ext cx="1069848" cy="694502"/>
          </a:xfrm>
          <a:prstGeom prst="rect">
            <a:avLst/>
          </a:prstGeom>
        </p:spPr>
      </p:pic>
      <p:pic>
        <p:nvPicPr>
          <p:cNvPr id="24" name="Picture 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4490" y="1047750"/>
            <a:ext cx="1069848" cy="708351"/>
          </a:xfrm>
          <a:prstGeom prst="rect">
            <a:avLst/>
          </a:prstGeom>
        </p:spPr>
      </p:pic>
      <p:pic>
        <p:nvPicPr>
          <p:cNvPr id="25" name="Picture 2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121152" y="1940047"/>
            <a:ext cx="1069848" cy="716179"/>
          </a:xfrm>
          <a:prstGeom prst="rect">
            <a:avLst/>
          </a:prstGeom>
        </p:spPr>
      </p:pic>
      <p:pic>
        <p:nvPicPr>
          <p:cNvPr id="26" name="Picture 2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548429" y="1071286"/>
            <a:ext cx="1067845" cy="715604"/>
          </a:xfrm>
          <a:prstGeom prst="rect">
            <a:avLst/>
          </a:prstGeom>
        </p:spPr>
      </p:pic>
      <p:pic>
        <p:nvPicPr>
          <p:cNvPr id="27" name="Picture 26"/>
          <p:cNvPicPr>
            <a:picLocks noChangeAspect="1"/>
          </p:cNvPicPr>
          <p:nvPr/>
        </p:nvPicPr>
        <p:blipFill rotWithShape="1">
          <a:blip r:embed="rId9" cstate="print">
            <a:extLst>
              <a:ext uri="{28A0092B-C50C-407E-A947-70E740481C1C}">
                <a14:useLocalDpi xmlns:a14="http://schemas.microsoft.com/office/drawing/2010/main" val="0"/>
              </a:ext>
            </a:extLst>
          </a:blip>
          <a:srcRect t="6645" b="2567"/>
          <a:stretch>
            <a:fillRect/>
          </a:stretch>
        </p:blipFill>
        <p:spPr>
          <a:xfrm>
            <a:off x="4947401" y="1056894"/>
            <a:ext cx="1067845" cy="725388"/>
          </a:xfrm>
          <a:prstGeom prst="rect">
            <a:avLst/>
          </a:prstGeom>
        </p:spPr>
      </p:pic>
      <p:pic>
        <p:nvPicPr>
          <p:cNvPr id="28" name="Picture 27"/>
          <p:cNvPicPr>
            <a:picLocks noChangeAspect="1"/>
          </p:cNvPicPr>
          <p:nvPr/>
        </p:nvPicPr>
        <p:blipFill rotWithShape="1">
          <a:blip r:embed="rId10" cstate="print">
            <a:extLst>
              <a:ext uri="{28A0092B-C50C-407E-A947-70E740481C1C}">
                <a14:useLocalDpi xmlns:a14="http://schemas.microsoft.com/office/drawing/2010/main" val="0"/>
              </a:ext>
            </a:extLst>
          </a:blip>
          <a:srcRect b="10268"/>
          <a:stretch>
            <a:fillRect/>
          </a:stretch>
        </p:blipFill>
        <p:spPr>
          <a:xfrm>
            <a:off x="7548428" y="1966722"/>
            <a:ext cx="1067845" cy="718650"/>
          </a:xfrm>
          <a:prstGeom prst="rect">
            <a:avLst/>
          </a:prstGeom>
        </p:spPr>
      </p:pic>
      <p:pic>
        <p:nvPicPr>
          <p:cNvPr id="29" name="Picture 28"/>
          <p:cNvPicPr>
            <a:picLocks noChangeAspect="1"/>
          </p:cNvPicPr>
          <p:nvPr/>
        </p:nvPicPr>
        <p:blipFill rotWithShape="1">
          <a:blip r:embed="rId11" cstate="print">
            <a:extLst>
              <a:ext uri="{28A0092B-C50C-407E-A947-70E740481C1C}">
                <a14:useLocalDpi xmlns:a14="http://schemas.microsoft.com/office/drawing/2010/main" val="0"/>
              </a:ext>
            </a:extLst>
          </a:blip>
          <a:srcRect l="3788" r="3764"/>
          <a:stretch>
            <a:fillRect/>
          </a:stretch>
        </p:blipFill>
        <p:spPr>
          <a:xfrm>
            <a:off x="4953000" y="1971294"/>
            <a:ext cx="1067845" cy="706743"/>
          </a:xfrm>
          <a:prstGeom prst="rect">
            <a:avLst/>
          </a:prstGeom>
        </p:spPr>
      </p:pic>
      <p:pic>
        <p:nvPicPr>
          <p:cNvPr id="30" name="Picture 29"/>
          <p:cNvPicPr>
            <a:picLocks noChangeAspect="1"/>
          </p:cNvPicPr>
          <p:nvPr/>
        </p:nvPicPr>
        <p:blipFill rotWithShape="1">
          <a:blip r:embed="rId12" cstate="print">
            <a:extLst>
              <a:ext uri="{28A0092B-C50C-407E-A947-70E740481C1C}">
                <a14:useLocalDpi xmlns:a14="http://schemas.microsoft.com/office/drawing/2010/main" val="0"/>
              </a:ext>
            </a:extLst>
          </a:blip>
          <a:srcRect b="8630"/>
          <a:stretch>
            <a:fillRect/>
          </a:stretch>
        </p:blipFill>
        <p:spPr>
          <a:xfrm>
            <a:off x="6256660" y="1056929"/>
            <a:ext cx="1058540" cy="725389"/>
          </a:xfrm>
          <a:prstGeom prst="rect">
            <a:avLst/>
          </a:prstGeom>
        </p:spPr>
      </p:pic>
      <p:pic>
        <p:nvPicPr>
          <p:cNvPr id="31" name="Picture 30"/>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249734" y="1971294"/>
            <a:ext cx="1065466" cy="7132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285750"/>
            <a:ext cx="6400800" cy="523220"/>
          </a:xfrm>
          <a:prstGeom prst="rect">
            <a:avLst/>
          </a:prstGeom>
          <a:noFill/>
        </p:spPr>
        <p:txBody>
          <a:bodyPr wrap="square" rtlCol="0">
            <a:spAutoFit/>
          </a:bodyPr>
          <a:lstStyle/>
          <a:p>
            <a:r>
              <a:rPr lang="en-US" sz="2800" b="1" dirty="0"/>
              <a:t>Neural Networks</a:t>
            </a:r>
            <a:endParaRPr lang="en-US" sz="2800" b="1" dirty="0"/>
          </a:p>
        </p:txBody>
      </p:sp>
      <p:sp>
        <p:nvSpPr>
          <p:cNvPr id="19" name="TextBox 18"/>
          <p:cNvSpPr txBox="1"/>
          <p:nvPr/>
        </p:nvSpPr>
        <p:spPr>
          <a:xfrm>
            <a:off x="381000" y="916725"/>
            <a:ext cx="8305800" cy="1814830"/>
          </a:xfrm>
          <a:prstGeom prst="rect">
            <a:avLst/>
          </a:prstGeom>
          <a:noFill/>
        </p:spPr>
        <p:txBody>
          <a:bodyPr wrap="square" rtlCol="0">
            <a:spAutoFit/>
          </a:bodyPr>
          <a:lstStyle/>
          <a:p>
            <a:r>
              <a:rPr lang="en-US" sz="2800" dirty="0"/>
              <a:t>起源：试图模仿大脑的算法。</a:t>
            </a:r>
            <a:endParaRPr lang="en-US" sz="2800" dirty="0"/>
          </a:p>
          <a:p>
            <a:r>
              <a:rPr lang="en-US" sz="2800" dirty="0"/>
              <a:t>在 80 年代和 90 年代初期被广泛使用；在 90 年代末流行度下降。</a:t>
            </a:r>
            <a:endParaRPr lang="en-US" sz="2800" dirty="0"/>
          </a:p>
          <a:p>
            <a:r>
              <a:rPr lang="en-US" sz="2800" dirty="0"/>
              <a:t>最近的复兴：许多应用的最先进的技术</a:t>
            </a:r>
            <a:endParaRPr lang="en-US" sz="2800" dirty="0"/>
          </a:p>
        </p:txBody>
      </p:sp>
      <p:pic>
        <p:nvPicPr>
          <p:cNvPr id="5" name="Picture"/>
          <p:cNvPicPr/>
          <p:nvPr/>
        </p:nvPicPr>
        <p:blipFill>
          <a:blip r:embed="rId1"/>
          <a:stretch>
            <a:fillRect/>
          </a:stretch>
        </p:blipFill>
        <p:spPr bwMode="auto">
          <a:xfrm>
            <a:off x="2971800" y="3333750"/>
            <a:ext cx="2438400" cy="112776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28600" y="36048"/>
            <a:ext cx="8458200" cy="5077460"/>
          </a:xfrm>
          <a:prstGeom prst="rect">
            <a:avLst/>
          </a:prstGeom>
          <a:noFill/>
        </p:spPr>
        <p:txBody>
          <a:bodyPr wrap="square">
            <a:spAutoFit/>
          </a:bodyPr>
          <a:lstStyle/>
          <a:p>
            <a:pPr indent="266700" algn="just">
              <a:lnSpc>
                <a:spcPct val="150000"/>
              </a:lnSpc>
            </a:pPr>
            <a:r>
              <a:rPr lang="zh-CN" altLang="zh-CN" sz="1800" kern="100" dirty="0">
                <a:effectLst/>
                <a:latin typeface="Calibri" panose="020F0502020204030204" pitchFamily="34" charset="0"/>
                <a:ea typeface="宋体" pitchFamily="2" charset="-122"/>
                <a:cs typeface="Times New Roman" panose="02020603050405020304" pitchFamily="18" charset="0"/>
              </a:rPr>
              <a:t>神经系统科学家做了下面这个有趣的实验，把耳朵到听觉皮层的神经切断。在这种情况下，将其重新接到一个动物的大脑上，这样从眼睛到视神经的信号最终将传到听觉皮层。如果这样做了。那么结果表明听觉皮层将会学会</a:t>
            </a:r>
            <a:r>
              <a:rPr lang="en-US" altLang="zh-CN" sz="1800" kern="100" dirty="0">
                <a:effectLst/>
                <a:latin typeface="Calibri" panose="020F0502020204030204" pitchFamily="34" charset="0"/>
                <a:ea typeface="宋体" pitchFamily="2" charset="-122"/>
                <a:cs typeface="Times New Roman" panose="02020603050405020304" pitchFamily="18" charset="0"/>
              </a:rPr>
              <a:t>“</a:t>
            </a:r>
            <a:r>
              <a:rPr lang="zh-CN" altLang="zh-CN" sz="1800" kern="100" dirty="0">
                <a:effectLst/>
                <a:latin typeface="Calibri" panose="020F0502020204030204" pitchFamily="34" charset="0"/>
                <a:ea typeface="宋体" pitchFamily="2" charset="-122"/>
                <a:cs typeface="Times New Roman" panose="02020603050405020304" pitchFamily="18" charset="0"/>
              </a:rPr>
              <a:t>看</a:t>
            </a:r>
            <a:r>
              <a:rPr lang="en-US" altLang="zh-CN" sz="1800" kern="100" dirty="0">
                <a:effectLst/>
                <a:latin typeface="Calibri" panose="020F0502020204030204" pitchFamily="34" charset="0"/>
                <a:ea typeface="宋体" pitchFamily="2" charset="-122"/>
                <a:cs typeface="Times New Roman" panose="02020603050405020304" pitchFamily="18" charset="0"/>
              </a:rPr>
              <a:t>”</a:t>
            </a:r>
            <a:r>
              <a:rPr lang="zh-CN" altLang="zh-CN" sz="1800" kern="100" dirty="0">
                <a:effectLst/>
                <a:latin typeface="Calibri" panose="020F0502020204030204" pitchFamily="34" charset="0"/>
                <a:ea typeface="宋体" pitchFamily="2" charset="-122"/>
                <a:cs typeface="Times New Roman" panose="02020603050405020304" pitchFamily="18" charset="0"/>
              </a:rPr>
              <a:t>。这里的</a:t>
            </a:r>
            <a:r>
              <a:rPr lang="en-US" altLang="zh-CN" sz="1800" kern="100" dirty="0">
                <a:effectLst/>
                <a:latin typeface="Calibri" panose="020F0502020204030204" pitchFamily="34" charset="0"/>
                <a:ea typeface="宋体" pitchFamily="2" charset="-122"/>
                <a:cs typeface="Times New Roman" panose="02020603050405020304" pitchFamily="18" charset="0"/>
              </a:rPr>
              <a:t>“</a:t>
            </a:r>
            <a:r>
              <a:rPr lang="zh-CN" altLang="zh-CN" sz="1800" kern="100" dirty="0">
                <a:effectLst/>
                <a:latin typeface="Calibri" panose="020F0502020204030204" pitchFamily="34" charset="0"/>
                <a:ea typeface="宋体" pitchFamily="2" charset="-122"/>
                <a:cs typeface="Times New Roman" panose="02020603050405020304" pitchFamily="18" charset="0"/>
              </a:rPr>
              <a:t>看</a:t>
            </a:r>
            <a:r>
              <a:rPr lang="en-US" altLang="zh-CN" sz="1800" kern="100" dirty="0">
                <a:effectLst/>
                <a:latin typeface="Calibri" panose="020F0502020204030204" pitchFamily="34" charset="0"/>
                <a:ea typeface="宋体" pitchFamily="2" charset="-122"/>
                <a:cs typeface="Times New Roman" panose="02020603050405020304" pitchFamily="18" charset="0"/>
              </a:rPr>
              <a:t>”</a:t>
            </a:r>
            <a:r>
              <a:rPr lang="zh-CN" altLang="zh-CN" sz="1800" kern="100" dirty="0">
                <a:effectLst/>
                <a:latin typeface="Calibri" panose="020F0502020204030204" pitchFamily="34" charset="0"/>
                <a:ea typeface="宋体" pitchFamily="2" charset="-122"/>
                <a:cs typeface="Times New Roman" panose="02020603050405020304" pitchFamily="18" charset="0"/>
              </a:rPr>
              <a:t>代表了我们所知道的</a:t>
            </a:r>
            <a:r>
              <a:rPr lang="zh-CN" altLang="en-US" sz="1800" kern="100" dirty="0">
                <a:effectLst/>
                <a:latin typeface="Calibri" panose="020F0502020204030204" pitchFamily="34" charset="0"/>
                <a:ea typeface="宋体" pitchFamily="2" charset="-122"/>
                <a:cs typeface="Times New Roman" panose="02020603050405020304" pitchFamily="18" charset="0"/>
              </a:rPr>
              <a:t>实际</a:t>
            </a:r>
            <a:r>
              <a:rPr lang="zh-CN" altLang="zh-CN" sz="1800" kern="100" dirty="0">
                <a:effectLst/>
                <a:latin typeface="Calibri" panose="020F0502020204030204" pitchFamily="34" charset="0"/>
                <a:ea typeface="宋体" pitchFamily="2" charset="-122"/>
                <a:cs typeface="Times New Roman" panose="02020603050405020304" pitchFamily="18" charset="0"/>
              </a:rPr>
              <a:t>含义。所以，如果你对动物这样做，那么动物就可以完成视觉辨别任务，它们可以看图像，并根据图像做出适当的决定。它们正是通过脑组织中的这个部分完成的。</a:t>
            </a:r>
            <a:endParaRPr lang="en-US" altLang="zh-CN" sz="1800" kern="100" dirty="0">
              <a:effectLst/>
              <a:latin typeface="Calibri" panose="020F0502020204030204" pitchFamily="34" charset="0"/>
              <a:ea typeface="宋体" pitchFamily="2" charset="-122"/>
              <a:cs typeface="Times New Roman" panose="02020603050405020304" pitchFamily="18" charset="0"/>
            </a:endParaRPr>
          </a:p>
          <a:p>
            <a:pPr indent="266700" algn="just">
              <a:lnSpc>
                <a:spcPct val="150000"/>
              </a:lnSpc>
            </a:pPr>
            <a:r>
              <a:rPr lang="zh-CN" altLang="zh-CN" sz="1800" kern="100" dirty="0">
                <a:effectLst/>
                <a:latin typeface="Calibri" panose="020F0502020204030204" pitchFamily="34" charset="0"/>
                <a:ea typeface="宋体" pitchFamily="2" charset="-122"/>
                <a:cs typeface="Times New Roman" panose="02020603050405020304" pitchFamily="18" charset="0"/>
              </a:rPr>
              <a:t>下面再举另一个例子，</a:t>
            </a:r>
            <a:r>
              <a:rPr lang="zh-CN" altLang="en-US" kern="100" dirty="0">
                <a:latin typeface="Calibri" panose="020F0502020204030204" pitchFamily="34" charset="0"/>
                <a:ea typeface="宋体" pitchFamily="2" charset="-122"/>
                <a:cs typeface="Times New Roman" panose="02020603050405020304" pitchFamily="18" charset="0"/>
              </a:rPr>
              <a:t>某个</a:t>
            </a:r>
            <a:r>
              <a:rPr lang="zh-CN" altLang="zh-CN" sz="1800" kern="100" dirty="0">
                <a:effectLst/>
                <a:latin typeface="Calibri" panose="020F0502020204030204" pitchFamily="34" charset="0"/>
                <a:ea typeface="宋体" pitchFamily="2" charset="-122"/>
                <a:cs typeface="Times New Roman" panose="02020603050405020304" pitchFamily="18" charset="0"/>
              </a:rPr>
              <a:t>红色的脑组织是你的躯体感觉皮层，这是你用来处理触觉的，如果你做一个和刚才类似的重接实验，那么躯体感觉皮层也能学会</a:t>
            </a:r>
            <a:r>
              <a:rPr lang="en-US" altLang="zh-CN" sz="1800" kern="100" dirty="0">
                <a:effectLst/>
                <a:latin typeface="Calibri" panose="020F0502020204030204" pitchFamily="34" charset="0"/>
                <a:ea typeface="宋体" pitchFamily="2" charset="-122"/>
                <a:cs typeface="Times New Roman" panose="02020603050405020304" pitchFamily="18" charset="0"/>
              </a:rPr>
              <a:t>“</a:t>
            </a:r>
            <a:r>
              <a:rPr lang="zh-CN" altLang="zh-CN" sz="1800" kern="100" dirty="0">
                <a:effectLst/>
                <a:latin typeface="Calibri" panose="020F0502020204030204" pitchFamily="34" charset="0"/>
                <a:ea typeface="宋体" pitchFamily="2" charset="-122"/>
                <a:cs typeface="Times New Roman" panose="02020603050405020304" pitchFamily="18" charset="0"/>
              </a:rPr>
              <a:t>看</a:t>
            </a:r>
            <a:r>
              <a:rPr lang="en-US" altLang="zh-CN" sz="1800" kern="100" dirty="0">
                <a:effectLst/>
                <a:latin typeface="Calibri" panose="020F0502020204030204" pitchFamily="34" charset="0"/>
                <a:ea typeface="宋体" pitchFamily="2" charset="-122"/>
                <a:cs typeface="Times New Roman" panose="02020603050405020304" pitchFamily="18" charset="0"/>
              </a:rPr>
              <a:t>”</a:t>
            </a:r>
            <a:r>
              <a:rPr lang="zh-CN" altLang="zh-CN" sz="1800" kern="100" dirty="0">
                <a:effectLst/>
                <a:latin typeface="Calibri" panose="020F0502020204030204" pitchFamily="34" charset="0"/>
                <a:ea typeface="宋体" pitchFamily="2" charset="-122"/>
                <a:cs typeface="Times New Roman" panose="02020603050405020304" pitchFamily="18" charset="0"/>
              </a:rPr>
              <a:t>。这个实验和其它一些类似的实验，被称为</a:t>
            </a:r>
            <a:r>
              <a:rPr lang="zh-CN" altLang="zh-CN" sz="1800" kern="100" dirty="0">
                <a:solidFill>
                  <a:srgbClr val="FF0000"/>
                </a:solidFill>
                <a:effectLst/>
                <a:latin typeface="Calibri" panose="020F0502020204030204" pitchFamily="34" charset="0"/>
                <a:ea typeface="宋体" pitchFamily="2" charset="-122"/>
                <a:cs typeface="Times New Roman" panose="02020603050405020304" pitchFamily="18" charset="0"/>
              </a:rPr>
              <a:t>神经重接实验</a:t>
            </a:r>
            <a:r>
              <a:rPr lang="zh-CN" altLang="zh-CN" sz="1800" kern="100" dirty="0">
                <a:effectLst/>
                <a:latin typeface="Calibri" panose="020F0502020204030204" pitchFamily="34" charset="0"/>
                <a:ea typeface="宋体" pitchFamily="2" charset="-122"/>
                <a:cs typeface="Times New Roman" panose="02020603050405020304" pitchFamily="18" charset="0"/>
              </a:rPr>
              <a:t>，从这个意义上说，如果人体有同一块脑组织可以处理光、声或触觉信号，那么也许存在一种学习算法，可以同时处理视觉、听觉和触觉，而不是需要运行上千个不同的程序，或者上千个不同的算法来做这些大脑所完成的成千上万的事情。</a:t>
            </a:r>
            <a:endParaRPr lang="zh-CN" altLang="zh-CN" sz="1800" kern="100" dirty="0">
              <a:effectLst/>
              <a:latin typeface="Calibri" panose="020F0502020204030204" pitchFamily="34" charset="0"/>
              <a:ea typeface="宋体" pitchFamily="2"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14157" y="2449830"/>
            <a:ext cx="1097280" cy="368300"/>
          </a:xfrm>
          <a:prstGeom prst="rect">
            <a:avLst/>
          </a:prstGeom>
          <a:noFill/>
        </p:spPr>
        <p:txBody>
          <a:bodyPr wrap="none" rtlCol="0">
            <a:spAutoFit/>
          </a:bodyPr>
          <a:lstStyle/>
          <a:p>
            <a:pPr algn="l">
              <a:spcBef>
                <a:spcPct val="0"/>
              </a:spcBef>
            </a:pPr>
            <a:r>
              <a:rPr lang="en-US" dirty="0">
                <a:latin typeface="+mj-lt"/>
              </a:rPr>
              <a:t>用舌头看</a:t>
            </a:r>
            <a:endParaRPr lang="en-US" dirty="0">
              <a:latin typeface="+mj-lt"/>
            </a:endParaRPr>
          </a:p>
        </p:txBody>
      </p:sp>
      <p:grpSp>
        <p:nvGrpSpPr>
          <p:cNvPr id="20" name="Group 19"/>
          <p:cNvGrpSpPr/>
          <p:nvPr/>
        </p:nvGrpSpPr>
        <p:grpSpPr>
          <a:xfrm>
            <a:off x="863926" y="742950"/>
            <a:ext cx="3708074" cy="1691059"/>
            <a:chOff x="482988" y="888916"/>
            <a:chExt cx="3708074" cy="1691059"/>
          </a:xfrm>
        </p:grpSpPr>
        <p:pic>
          <p:nvPicPr>
            <p:cNvPr id="5" name="Picture 3"/>
            <p:cNvPicPr>
              <a:picLocks noChangeAspect="1" noChangeArrowheads="1"/>
            </p:cNvPicPr>
            <p:nvPr/>
          </p:nvPicPr>
          <p:blipFill rotWithShape="1">
            <a:blip r:embed="rId1" cstate="print"/>
            <a:srcRect b="2914"/>
            <a:stretch>
              <a:fillRect/>
            </a:stretch>
          </p:blipFill>
          <p:spPr bwMode="auto">
            <a:xfrm>
              <a:off x="482988" y="903721"/>
              <a:ext cx="1233917" cy="1668029"/>
            </a:xfrm>
            <a:prstGeom prst="rect">
              <a:avLst/>
            </a:prstGeom>
            <a:noFill/>
            <a:ln w="9525">
              <a:noFill/>
              <a:miter lim="800000"/>
              <a:headEnd/>
              <a:tailEnd/>
            </a:ln>
          </p:spPr>
        </p:pic>
        <p:pic>
          <p:nvPicPr>
            <p:cNvPr id="7" name="Picture 4"/>
            <p:cNvPicPr>
              <a:picLocks noChangeAspect="1" noChangeArrowheads="1"/>
            </p:cNvPicPr>
            <p:nvPr/>
          </p:nvPicPr>
          <p:blipFill>
            <a:blip r:embed="rId2" cstate="print"/>
            <a:srcRect l="8283" r="2048"/>
            <a:stretch>
              <a:fillRect/>
            </a:stretch>
          </p:blipFill>
          <p:spPr bwMode="auto">
            <a:xfrm>
              <a:off x="1796822" y="888916"/>
              <a:ext cx="2394240" cy="1691059"/>
            </a:xfrm>
            <a:prstGeom prst="rect">
              <a:avLst/>
            </a:prstGeom>
            <a:noFill/>
            <a:ln w="9525">
              <a:noFill/>
              <a:miter lim="800000"/>
              <a:headEnd/>
              <a:tailEnd/>
            </a:ln>
          </p:spPr>
        </p:pic>
      </p:grpSp>
      <p:sp>
        <p:nvSpPr>
          <p:cNvPr id="8" name="TextBox 7"/>
          <p:cNvSpPr txBox="1"/>
          <p:nvPr/>
        </p:nvSpPr>
        <p:spPr>
          <a:xfrm>
            <a:off x="5147170" y="2416432"/>
            <a:ext cx="2958927" cy="368300"/>
          </a:xfrm>
          <a:prstGeom prst="rect">
            <a:avLst/>
          </a:prstGeom>
          <a:noFill/>
        </p:spPr>
        <p:txBody>
          <a:bodyPr wrap="square" rtlCol="0">
            <a:spAutoFit/>
          </a:bodyPr>
          <a:lstStyle/>
          <a:p>
            <a:pPr algn="l">
              <a:spcBef>
                <a:spcPct val="0"/>
              </a:spcBef>
            </a:pPr>
            <a:r>
              <a:rPr lang="en-US" dirty="0">
                <a:latin typeface="+mj-lt"/>
              </a:rPr>
              <a:t>人类的回声定位能力</a:t>
            </a:r>
            <a:endParaRPr lang="en-US" dirty="0">
              <a:latin typeface="+mj-lt"/>
            </a:endParaRPr>
          </a:p>
        </p:txBody>
      </p:sp>
      <p:pic>
        <p:nvPicPr>
          <p:cNvPr id="9" name="Picture 5"/>
          <p:cNvPicPr>
            <a:picLocks noChangeAspect="1" noChangeArrowheads="1"/>
          </p:cNvPicPr>
          <p:nvPr/>
        </p:nvPicPr>
        <p:blipFill rotWithShape="1">
          <a:blip r:embed="rId3" cstate="print"/>
          <a:srcRect t="7222" b="10814"/>
          <a:stretch>
            <a:fillRect/>
          </a:stretch>
        </p:blipFill>
        <p:spPr bwMode="auto">
          <a:xfrm>
            <a:off x="5111728" y="742950"/>
            <a:ext cx="3041672" cy="1682834"/>
          </a:xfrm>
          <a:prstGeom prst="rect">
            <a:avLst/>
          </a:prstGeom>
          <a:noFill/>
          <a:ln w="9525">
            <a:noFill/>
            <a:miter lim="800000"/>
            <a:headEnd/>
            <a:tailEnd/>
          </a:ln>
        </p:spPr>
      </p:pic>
      <p:sp>
        <p:nvSpPr>
          <p:cNvPr id="10" name="Arc 9"/>
          <p:cNvSpPr/>
          <p:nvPr/>
        </p:nvSpPr>
        <p:spPr bwMode="auto">
          <a:xfrm rot="12896089">
            <a:off x="6761561" y="1408266"/>
            <a:ext cx="328744" cy="659565"/>
          </a:xfrm>
          <a:prstGeom prst="arc">
            <a:avLst/>
          </a:prstGeom>
          <a:noFill/>
          <a:ln w="28575" cap="flat" cmpd="sng" algn="ctr">
            <a:solidFill>
              <a:srgbClr val="00B0F0"/>
            </a:solidFill>
            <a:prstDash val="solid"/>
            <a:round/>
            <a:headEnd type="none" w="med" len="med"/>
            <a:tailEnd type="none" w="med" len="med"/>
          </a:ln>
          <a:effectLst/>
        </p:spPr>
        <p:txBody>
          <a:bodyPr vert="horz" wrap="none" lIns="90487" tIns="44450" rIns="90487" bIns="44450" numCol="1" rtlCol="0" anchor="t" anchorCtr="0" compatLnSpc="1">
            <a:spAutoFit/>
          </a:bodyPr>
          <a:lstStyle/>
          <a:p>
            <a:pPr algn="l" eaLnBrk="0" hangingPunct="0">
              <a:spcBef>
                <a:spcPct val="0"/>
              </a:spcBef>
            </a:pPr>
            <a:endParaRPr lang="en-US">
              <a:latin typeface="+mj-lt"/>
            </a:endParaRPr>
          </a:p>
        </p:txBody>
      </p:sp>
      <p:sp>
        <p:nvSpPr>
          <p:cNvPr id="11" name="Arc 10"/>
          <p:cNvSpPr/>
          <p:nvPr/>
        </p:nvSpPr>
        <p:spPr bwMode="auto">
          <a:xfrm rot="12896089">
            <a:off x="6485630" y="1478854"/>
            <a:ext cx="328744" cy="659565"/>
          </a:xfrm>
          <a:prstGeom prst="arc">
            <a:avLst/>
          </a:prstGeom>
          <a:noFill/>
          <a:ln w="28575" cap="flat" cmpd="sng" algn="ctr">
            <a:solidFill>
              <a:srgbClr val="00B0F0"/>
            </a:solidFill>
            <a:prstDash val="solid"/>
            <a:round/>
            <a:headEnd type="none" w="med" len="med"/>
            <a:tailEnd type="none" w="med" len="med"/>
          </a:ln>
          <a:effectLst/>
        </p:spPr>
        <p:txBody>
          <a:bodyPr vert="horz" wrap="none" lIns="90487" tIns="44450" rIns="90487" bIns="44450" numCol="1" rtlCol="0" anchor="t" anchorCtr="0" compatLnSpc="1">
            <a:spAutoFit/>
          </a:bodyPr>
          <a:lstStyle/>
          <a:p>
            <a:pPr algn="l" eaLnBrk="0" hangingPunct="0">
              <a:spcBef>
                <a:spcPct val="0"/>
              </a:spcBef>
            </a:pPr>
            <a:endParaRPr lang="en-US">
              <a:latin typeface="+mj-lt"/>
            </a:endParaRPr>
          </a:p>
        </p:txBody>
      </p:sp>
      <p:sp>
        <p:nvSpPr>
          <p:cNvPr id="12" name="Arc 11"/>
          <p:cNvSpPr/>
          <p:nvPr/>
        </p:nvSpPr>
        <p:spPr bwMode="auto">
          <a:xfrm rot="12896089">
            <a:off x="6642846" y="1453184"/>
            <a:ext cx="328744" cy="659565"/>
          </a:xfrm>
          <a:prstGeom prst="arc">
            <a:avLst/>
          </a:prstGeom>
          <a:noFill/>
          <a:ln w="28575" cap="flat" cmpd="sng" algn="ctr">
            <a:solidFill>
              <a:srgbClr val="00B0F0"/>
            </a:solidFill>
            <a:prstDash val="solid"/>
            <a:round/>
            <a:headEnd type="none" w="med" len="med"/>
            <a:tailEnd type="none" w="med" len="med"/>
          </a:ln>
          <a:effectLst/>
        </p:spPr>
        <p:txBody>
          <a:bodyPr vert="horz" wrap="none" lIns="90487" tIns="44450" rIns="90487" bIns="44450" numCol="1" rtlCol="0" anchor="t" anchorCtr="0" compatLnSpc="1">
            <a:spAutoFit/>
          </a:bodyPr>
          <a:lstStyle/>
          <a:p>
            <a:pPr algn="l" eaLnBrk="0" hangingPunct="0">
              <a:spcBef>
                <a:spcPct val="0"/>
              </a:spcBef>
            </a:pPr>
            <a:endParaRPr lang="en-US">
              <a:latin typeface="+mj-lt"/>
            </a:endParaRPr>
          </a:p>
        </p:txBody>
      </p:sp>
      <p:grpSp>
        <p:nvGrpSpPr>
          <p:cNvPr id="13" name="Group 23"/>
          <p:cNvGrpSpPr/>
          <p:nvPr/>
        </p:nvGrpSpPr>
        <p:grpSpPr>
          <a:xfrm>
            <a:off x="914400" y="2869810"/>
            <a:ext cx="3418070" cy="1683140"/>
            <a:chOff x="1153955" y="1931204"/>
            <a:chExt cx="5069460" cy="2496325"/>
          </a:xfrm>
        </p:grpSpPr>
        <p:pic>
          <p:nvPicPr>
            <p:cNvPr id="14" name="Picture 2" descr="C:\Users\ang\Desktop\d704fa5c809ebf8d6f97ef57f6f04ae3f6aec692.pdf - Adobe Acrobat Pro.jpg"/>
            <p:cNvPicPr>
              <a:picLocks noChangeAspect="1" noChangeArrowheads="1"/>
            </p:cNvPicPr>
            <p:nvPr/>
          </p:nvPicPr>
          <p:blipFill>
            <a:blip r:embed="rId4" cstate="print"/>
            <a:srcRect r="46584"/>
            <a:stretch>
              <a:fillRect/>
            </a:stretch>
          </p:blipFill>
          <p:spPr bwMode="auto">
            <a:xfrm>
              <a:off x="1153955" y="1931205"/>
              <a:ext cx="2649945" cy="2491095"/>
            </a:xfrm>
            <a:prstGeom prst="rect">
              <a:avLst/>
            </a:prstGeom>
            <a:noFill/>
          </p:spPr>
        </p:pic>
        <p:pic>
          <p:nvPicPr>
            <p:cNvPr id="15" name="Picture 3" descr="C:\Users\ang\Desktop\photo2.jpg"/>
            <p:cNvPicPr>
              <a:picLocks noChangeAspect="1" noChangeArrowheads="1"/>
            </p:cNvPicPr>
            <p:nvPr/>
          </p:nvPicPr>
          <p:blipFill>
            <a:blip r:embed="rId5" cstate="print"/>
            <a:srcRect l="17308" r="14615"/>
            <a:stretch>
              <a:fillRect/>
            </a:stretch>
          </p:blipFill>
          <p:spPr bwMode="auto">
            <a:xfrm>
              <a:off x="3957520" y="1931204"/>
              <a:ext cx="2265895" cy="2496325"/>
            </a:xfrm>
            <a:prstGeom prst="rect">
              <a:avLst/>
            </a:prstGeom>
            <a:noFill/>
          </p:spPr>
        </p:pic>
      </p:grpSp>
      <p:pic>
        <p:nvPicPr>
          <p:cNvPr id="16" name="Picture 5" descr="C:\Users\ang\Desktop\frog.jpg"/>
          <p:cNvPicPr>
            <a:picLocks noChangeAspect="1" noChangeArrowheads="1"/>
          </p:cNvPicPr>
          <p:nvPr/>
        </p:nvPicPr>
        <p:blipFill>
          <a:blip r:embed="rId6" cstate="print"/>
          <a:srcRect/>
          <a:stretch>
            <a:fillRect/>
          </a:stretch>
        </p:blipFill>
        <p:spPr bwMode="auto">
          <a:xfrm>
            <a:off x="5084731" y="2869809"/>
            <a:ext cx="3034924" cy="1679615"/>
          </a:xfrm>
          <a:prstGeom prst="rect">
            <a:avLst/>
          </a:prstGeom>
          <a:noFill/>
        </p:spPr>
      </p:pic>
      <p:sp>
        <p:nvSpPr>
          <p:cNvPr id="17" name="TextBox 16"/>
          <p:cNvSpPr txBox="1"/>
          <p:nvPr/>
        </p:nvSpPr>
        <p:spPr>
          <a:xfrm>
            <a:off x="1284019" y="4549424"/>
            <a:ext cx="1783080" cy="368300"/>
          </a:xfrm>
          <a:prstGeom prst="rect">
            <a:avLst/>
          </a:prstGeom>
          <a:noFill/>
        </p:spPr>
        <p:txBody>
          <a:bodyPr wrap="none" rtlCol="0">
            <a:spAutoFit/>
          </a:bodyPr>
          <a:lstStyle/>
          <a:p>
            <a:pPr algn="l">
              <a:spcBef>
                <a:spcPct val="0"/>
              </a:spcBef>
            </a:pPr>
            <a:r>
              <a:rPr lang="en-US">
                <a:latin typeface="+mj-lt"/>
              </a:rPr>
              <a:t>触觉带：方向感</a:t>
            </a:r>
            <a:endParaRPr lang="en-US">
              <a:latin typeface="+mj-lt"/>
            </a:endParaRPr>
          </a:p>
        </p:txBody>
      </p:sp>
      <p:sp>
        <p:nvSpPr>
          <p:cNvPr id="18" name="TextBox 17"/>
          <p:cNvSpPr txBox="1"/>
          <p:nvPr/>
        </p:nvSpPr>
        <p:spPr>
          <a:xfrm>
            <a:off x="5581978" y="4549424"/>
            <a:ext cx="2190750" cy="368300"/>
          </a:xfrm>
          <a:prstGeom prst="rect">
            <a:avLst/>
          </a:prstGeom>
          <a:noFill/>
        </p:spPr>
        <p:txBody>
          <a:bodyPr wrap="none" rtlCol="0">
            <a:spAutoFit/>
          </a:bodyPr>
          <a:lstStyle/>
          <a:p>
            <a:pPr algn="l">
              <a:spcBef>
                <a:spcPct val="0"/>
              </a:spcBef>
            </a:pPr>
            <a:r>
              <a:rPr lang="en-US" dirty="0">
                <a:latin typeface="+mj-lt"/>
                <a:sym typeface="+mn-ea"/>
              </a:rPr>
              <a:t>Implanting a 3</a:t>
            </a:r>
            <a:r>
              <a:rPr lang="en-US" baseline="30000" dirty="0">
                <a:latin typeface="+mj-lt"/>
                <a:sym typeface="+mn-ea"/>
              </a:rPr>
              <a:t>rd</a:t>
            </a:r>
            <a:r>
              <a:rPr lang="en-US" dirty="0">
                <a:latin typeface="+mj-lt"/>
                <a:sym typeface="+mn-ea"/>
              </a:rPr>
              <a:t> eye</a:t>
            </a:r>
            <a:endParaRPr lang="en-US" dirty="0">
              <a:latin typeface="+mj-lt"/>
            </a:endParaRPr>
          </a:p>
        </p:txBody>
      </p:sp>
      <p:sp>
        <p:nvSpPr>
          <p:cNvPr id="19" name="TextBox 18"/>
          <p:cNvSpPr txBox="1"/>
          <p:nvPr/>
        </p:nvSpPr>
        <p:spPr>
          <a:xfrm>
            <a:off x="381000" y="285750"/>
            <a:ext cx="6400800" cy="461665"/>
          </a:xfrm>
          <a:prstGeom prst="rect">
            <a:avLst/>
          </a:prstGeom>
          <a:noFill/>
        </p:spPr>
        <p:txBody>
          <a:bodyPr wrap="square" rtlCol="0">
            <a:spAutoFit/>
          </a:bodyPr>
          <a:lstStyle/>
          <a:p>
            <a:r>
              <a:rPr lang="en-US" sz="2400" b="1" dirty="0"/>
              <a:t>Sensor representations in the brain</a:t>
            </a:r>
            <a:endParaRPr lang="en-US" sz="2400" b="1" dirty="0"/>
          </a:p>
        </p:txBody>
      </p:sp>
      <p:sp>
        <p:nvSpPr>
          <p:cNvPr id="21" name="TextBox 20"/>
          <p:cNvSpPr txBox="1"/>
          <p:nvPr/>
        </p:nvSpPr>
        <p:spPr>
          <a:xfrm>
            <a:off x="0" y="4866501"/>
            <a:ext cx="5481629" cy="276999"/>
          </a:xfrm>
          <a:prstGeom prst="rect">
            <a:avLst/>
          </a:prstGeom>
          <a:noFill/>
        </p:spPr>
        <p:txBody>
          <a:bodyPr wrap="none" rtlCol="0">
            <a:spAutoFit/>
          </a:bodyPr>
          <a:lstStyle/>
          <a:p>
            <a:pPr algn="l">
              <a:spcBef>
                <a:spcPct val="0"/>
              </a:spcBef>
            </a:pPr>
            <a:r>
              <a:rPr lang="en-US" sz="1200" dirty="0">
                <a:solidFill>
                  <a:schemeClr val="bg1">
                    <a:lumMod val="50000"/>
                  </a:schemeClr>
                </a:solidFill>
                <a:latin typeface="+mj-lt"/>
              </a:rPr>
              <a:t>[BrainPort; Welsh &amp; Blasch, 1997; Nagel et al., 2005; Constantine-Paton &amp; Law, 2009]</a:t>
            </a:r>
            <a:endParaRPr lang="en-US" sz="1200" dirty="0">
              <a:solidFill>
                <a:schemeClr val="bg1">
                  <a:lumMod val="50000"/>
                </a:schemeClr>
              </a:solidFill>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ng\Desktop\Neuron.jpg"/>
          <p:cNvPicPr>
            <a:picLocks noChangeAspect="1" noChangeArrowheads="1"/>
          </p:cNvPicPr>
          <p:nvPr/>
        </p:nvPicPr>
        <p:blipFill>
          <a:blip r:embed="rId1" cstate="print"/>
          <a:srcRect t="22274"/>
          <a:stretch>
            <a:fillRect/>
          </a:stretch>
        </p:blipFill>
        <p:spPr bwMode="auto">
          <a:xfrm>
            <a:off x="1447800" y="974812"/>
            <a:ext cx="6019800" cy="3193875"/>
          </a:xfrm>
          <a:prstGeom prst="rect">
            <a:avLst/>
          </a:prstGeom>
          <a:noFill/>
        </p:spPr>
      </p:pic>
      <p:sp>
        <p:nvSpPr>
          <p:cNvPr id="4" name="TextBox 3"/>
          <p:cNvSpPr txBox="1"/>
          <p:nvPr/>
        </p:nvSpPr>
        <p:spPr>
          <a:xfrm>
            <a:off x="381000" y="285750"/>
            <a:ext cx="6400800" cy="461665"/>
          </a:xfrm>
          <a:prstGeom prst="rect">
            <a:avLst/>
          </a:prstGeom>
          <a:noFill/>
        </p:spPr>
        <p:txBody>
          <a:bodyPr wrap="square" rtlCol="0">
            <a:spAutoFit/>
          </a:bodyPr>
          <a:lstStyle/>
          <a:p>
            <a:r>
              <a:rPr lang="en-US" sz="2400" b="1" dirty="0"/>
              <a:t>Neuron in the brain</a:t>
            </a:r>
            <a:endParaRPr lang="en-US" sz="2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381000" y="285750"/>
            <a:ext cx="6400800" cy="461665"/>
          </a:xfrm>
          <a:prstGeom prst="rect">
            <a:avLst/>
          </a:prstGeom>
          <a:noFill/>
        </p:spPr>
        <p:txBody>
          <a:bodyPr wrap="square" rtlCol="0">
            <a:spAutoFit/>
          </a:bodyPr>
          <a:lstStyle/>
          <a:p>
            <a:r>
              <a:rPr lang="en-US" sz="2400" b="1" dirty="0"/>
              <a:t>Neural Network</a:t>
            </a:r>
            <a:endParaRPr lang="en-US" sz="2400" b="1" dirty="0"/>
          </a:p>
        </p:txBody>
      </p:sp>
      <p:pic>
        <p:nvPicPr>
          <p:cNvPr id="4" name="Picture"/>
          <p:cNvPicPr/>
          <p:nvPr/>
        </p:nvPicPr>
        <p:blipFill>
          <a:blip r:embed="rId1"/>
          <a:stretch>
            <a:fillRect/>
          </a:stretch>
        </p:blipFill>
        <p:spPr bwMode="auto">
          <a:xfrm>
            <a:off x="1524000" y="774085"/>
            <a:ext cx="4800600" cy="2133600"/>
          </a:xfrm>
          <a:prstGeom prst="rect">
            <a:avLst/>
          </a:prstGeom>
          <a:noFill/>
          <a:ln w="9525">
            <a:noFill/>
          </a:ln>
        </p:spPr>
      </p:pic>
      <p:sp>
        <p:nvSpPr>
          <p:cNvPr id="6" name="文本框 5"/>
          <p:cNvSpPr txBox="1"/>
          <p:nvPr/>
        </p:nvSpPr>
        <p:spPr>
          <a:xfrm>
            <a:off x="762000" y="3105150"/>
            <a:ext cx="7696200" cy="1200329"/>
          </a:xfrm>
          <a:prstGeom prst="rect">
            <a:avLst/>
          </a:prstGeom>
          <a:noFill/>
        </p:spPr>
        <p:txBody>
          <a:bodyPr wrap="square">
            <a:spAutoFit/>
          </a:bodyPr>
          <a:lstStyle/>
          <a:p>
            <a:r>
              <a:rPr lang="zh-CN" altLang="zh-CN" sz="1800" kern="100" dirty="0">
                <a:effectLst/>
                <a:latin typeface="Calibri" panose="020F0502020204030204" pitchFamily="34" charset="0"/>
                <a:ea typeface="宋体" pitchFamily="2" charset="-122"/>
                <a:cs typeface="Times New Roman" panose="02020603050405020304" pitchFamily="18" charset="0"/>
              </a:rPr>
              <a:t>神经网络模型是许多逻辑单元按照不同层级组织起来的网络，每一层的输出变量都是下一层的输入变量。</a:t>
            </a:r>
            <a:r>
              <a:rPr lang="zh-CN" altLang="en-US" sz="1800" kern="100" dirty="0">
                <a:effectLst/>
                <a:latin typeface="Calibri" panose="020F0502020204030204" pitchFamily="34" charset="0"/>
                <a:ea typeface="宋体" pitchFamily="2" charset="-122"/>
                <a:cs typeface="Times New Roman" panose="02020603050405020304" pitchFamily="18" charset="0"/>
              </a:rPr>
              <a:t>上图是</a:t>
            </a:r>
            <a:r>
              <a:rPr lang="zh-CN" altLang="zh-CN" sz="1800" kern="100" dirty="0">
                <a:effectLst/>
                <a:latin typeface="Calibri" panose="020F0502020204030204" pitchFamily="34" charset="0"/>
                <a:ea typeface="宋体" pitchFamily="2" charset="-122"/>
                <a:cs typeface="Times New Roman" panose="02020603050405020304" pitchFamily="18" charset="0"/>
              </a:rPr>
              <a:t>一个</a:t>
            </a:r>
            <a:r>
              <a:rPr lang="en-US" altLang="zh-CN" sz="1800" kern="100" dirty="0">
                <a:effectLst/>
                <a:latin typeface="Calibri" panose="020F0502020204030204" pitchFamily="34" charset="0"/>
                <a:ea typeface="宋体" pitchFamily="2" charset="-122"/>
                <a:cs typeface="Times New Roman" panose="02020603050405020304" pitchFamily="18" charset="0"/>
              </a:rPr>
              <a:t>3</a:t>
            </a:r>
            <a:r>
              <a:rPr lang="zh-CN" altLang="zh-CN" sz="1800" kern="100" dirty="0">
                <a:effectLst/>
                <a:latin typeface="Calibri" panose="020F0502020204030204" pitchFamily="34" charset="0"/>
                <a:ea typeface="宋体" pitchFamily="2" charset="-122"/>
                <a:cs typeface="Times New Roman" panose="02020603050405020304" pitchFamily="18" charset="0"/>
              </a:rPr>
              <a:t>层的神经网络，第一层成为输入层（</a:t>
            </a:r>
            <a:r>
              <a:rPr lang="en-US" altLang="zh-CN" sz="1800" b="1" kern="100" dirty="0">
                <a:effectLst/>
                <a:latin typeface="Calibri" panose="020F0502020204030204" pitchFamily="34" charset="0"/>
                <a:ea typeface="宋体" pitchFamily="2" charset="-122"/>
                <a:cs typeface="Times New Roman" panose="02020603050405020304" pitchFamily="18" charset="0"/>
              </a:rPr>
              <a:t>Input Layer</a:t>
            </a:r>
            <a:r>
              <a:rPr lang="zh-CN" altLang="zh-CN" sz="1800" kern="100" dirty="0">
                <a:effectLst/>
                <a:latin typeface="Calibri" panose="020F0502020204030204" pitchFamily="34" charset="0"/>
                <a:ea typeface="宋体" pitchFamily="2" charset="-122"/>
                <a:cs typeface="Times New Roman" panose="02020603050405020304" pitchFamily="18" charset="0"/>
              </a:rPr>
              <a:t>），最后一层称为输出层（</a:t>
            </a:r>
            <a:r>
              <a:rPr lang="en-US" altLang="zh-CN" sz="1800" b="1" kern="100" dirty="0">
                <a:effectLst/>
                <a:latin typeface="Calibri" panose="020F0502020204030204" pitchFamily="34" charset="0"/>
                <a:ea typeface="宋体" pitchFamily="2" charset="-122"/>
                <a:cs typeface="Times New Roman" panose="02020603050405020304" pitchFamily="18" charset="0"/>
              </a:rPr>
              <a:t>Output Layer</a:t>
            </a:r>
            <a:r>
              <a:rPr lang="zh-CN" altLang="zh-CN" sz="1800" kern="100" dirty="0">
                <a:effectLst/>
                <a:latin typeface="Calibri" panose="020F0502020204030204" pitchFamily="34" charset="0"/>
                <a:ea typeface="宋体" pitchFamily="2" charset="-122"/>
                <a:cs typeface="Times New Roman" panose="02020603050405020304" pitchFamily="18" charset="0"/>
              </a:rPr>
              <a:t>），中间一层成为隐藏层（</a:t>
            </a:r>
            <a:r>
              <a:rPr lang="en-US" altLang="zh-CN" sz="1800" b="1" kern="100" dirty="0">
                <a:effectLst/>
                <a:latin typeface="Calibri" panose="020F0502020204030204" pitchFamily="34" charset="0"/>
                <a:ea typeface="宋体" pitchFamily="2" charset="-122"/>
                <a:cs typeface="Times New Roman" panose="02020603050405020304" pitchFamily="18" charset="0"/>
              </a:rPr>
              <a:t>Hidden Layers</a:t>
            </a:r>
            <a:r>
              <a:rPr lang="zh-CN" altLang="zh-CN" sz="1800" kern="100" dirty="0">
                <a:effectLst/>
                <a:latin typeface="Calibri" panose="020F0502020204030204" pitchFamily="34" charset="0"/>
                <a:ea typeface="宋体" pitchFamily="2" charset="-122"/>
                <a:cs typeface="Times New Roman" panose="02020603050405020304" pitchFamily="18" charset="0"/>
              </a:rPr>
              <a:t>）。</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381000" y="285750"/>
            <a:ext cx="6400800" cy="461665"/>
          </a:xfrm>
          <a:prstGeom prst="rect">
            <a:avLst/>
          </a:prstGeom>
          <a:noFill/>
        </p:spPr>
        <p:txBody>
          <a:bodyPr wrap="square" rtlCol="0">
            <a:spAutoFit/>
          </a:bodyPr>
          <a:lstStyle/>
          <a:p>
            <a:r>
              <a:rPr lang="en-US" sz="2400" b="1" dirty="0"/>
              <a:t>Neural Network</a:t>
            </a:r>
            <a:endParaRPr lang="en-US" sz="2400" b="1" dirty="0"/>
          </a:p>
        </p:txBody>
      </p:sp>
      <p:pic>
        <p:nvPicPr>
          <p:cNvPr id="5" name="Picture 4"/>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4267201" y="539918"/>
            <a:ext cx="641985" cy="340995"/>
          </a:xfrm>
          <a:prstGeom prst="rect">
            <a:avLst/>
          </a:prstGeom>
        </p:spPr>
      </p:pic>
      <p:pic>
        <p:nvPicPr>
          <p:cNvPr id="4" name="Picture 3"/>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4267200" y="1087428"/>
            <a:ext cx="701040" cy="234315"/>
          </a:xfrm>
          <a:prstGeom prst="rect">
            <a:avLst/>
          </a:prstGeom>
        </p:spPr>
      </p:pic>
      <p:sp>
        <p:nvSpPr>
          <p:cNvPr id="47" name="TextBox 46"/>
          <p:cNvSpPr txBox="1"/>
          <p:nvPr/>
        </p:nvSpPr>
        <p:spPr>
          <a:xfrm>
            <a:off x="4968240" y="520048"/>
            <a:ext cx="3947162" cy="400110"/>
          </a:xfrm>
          <a:prstGeom prst="rect">
            <a:avLst/>
          </a:prstGeom>
          <a:noFill/>
        </p:spPr>
        <p:txBody>
          <a:bodyPr wrap="square" rtlCol="0">
            <a:spAutoFit/>
          </a:bodyPr>
          <a:lstStyle/>
          <a:p>
            <a:r>
              <a:rPr lang="en-US" sz="2000" dirty="0"/>
              <a:t>“activation” of unit    in layer </a:t>
            </a:r>
            <a:endParaRPr lang="en-US" sz="2000" dirty="0"/>
          </a:p>
        </p:txBody>
      </p:sp>
      <p:pic>
        <p:nvPicPr>
          <p:cNvPr id="7" name="Picture 6"/>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7270899" y="631861"/>
            <a:ext cx="68580" cy="171450"/>
          </a:xfrm>
          <a:prstGeom prst="rect">
            <a:avLst/>
          </a:prstGeom>
        </p:spPr>
      </p:pic>
      <p:pic>
        <p:nvPicPr>
          <p:cNvPr id="11" name="Picture 10"/>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8272132" y="631861"/>
            <a:ext cx="104775" cy="219075"/>
          </a:xfrm>
          <a:prstGeom prst="rect">
            <a:avLst/>
          </a:prstGeom>
        </p:spPr>
      </p:pic>
      <p:sp>
        <p:nvSpPr>
          <p:cNvPr id="49" name="TextBox 48"/>
          <p:cNvSpPr txBox="1"/>
          <p:nvPr/>
        </p:nvSpPr>
        <p:spPr>
          <a:xfrm>
            <a:off x="4953001" y="990421"/>
            <a:ext cx="3947162" cy="1015663"/>
          </a:xfrm>
          <a:prstGeom prst="rect">
            <a:avLst/>
          </a:prstGeom>
          <a:noFill/>
        </p:spPr>
        <p:txBody>
          <a:bodyPr wrap="square" rtlCol="0">
            <a:spAutoFit/>
          </a:bodyPr>
          <a:lstStyle/>
          <a:p>
            <a:r>
              <a:rPr lang="en-US" sz="2000" dirty="0"/>
              <a:t>matrix of weights controlling function mapping from layer    to layer</a:t>
            </a:r>
            <a:endParaRPr lang="en-US" sz="2000" dirty="0"/>
          </a:p>
        </p:txBody>
      </p:sp>
      <p:pic>
        <p:nvPicPr>
          <p:cNvPr id="50" name="Picture 49"/>
          <p:cNvPicPr>
            <a:picLocks noChangeAspect="1"/>
          </p:cNvPicPr>
          <p:nvPr>
            <p:custDataLst>
              <p:tags r:id="rId9"/>
            </p:custDataLst>
          </p:nvPr>
        </p:nvPicPr>
        <p:blipFill>
          <a:blip r:embed="rId8" cstate="print">
            <a:extLst>
              <a:ext uri="{28A0092B-C50C-407E-A947-70E740481C1C}">
                <a14:useLocalDpi xmlns:a14="http://schemas.microsoft.com/office/drawing/2010/main" val="0"/>
              </a:ext>
            </a:extLst>
          </a:blip>
          <a:stretch>
            <a:fillRect/>
          </a:stretch>
        </p:blipFill>
        <p:spPr>
          <a:xfrm>
            <a:off x="8340725" y="1403780"/>
            <a:ext cx="104775" cy="219075"/>
          </a:xfrm>
          <a:prstGeom prst="rect">
            <a:avLst/>
          </a:prstGeom>
        </p:spPr>
      </p:pic>
      <p:pic>
        <p:nvPicPr>
          <p:cNvPr id="12" name="Picture 11"/>
          <p:cNvPicPr>
            <a:picLocks noChangeAspect="1"/>
          </p:cNvPicPr>
          <p:nvPr>
            <p:custDataLst>
              <p:tags r:id="rId10"/>
            </p:custDataLst>
          </p:nvPr>
        </p:nvPicPr>
        <p:blipFill>
          <a:blip r:embed="rId11" cstate="print">
            <a:extLst>
              <a:ext uri="{28A0092B-C50C-407E-A947-70E740481C1C}">
                <a14:useLocalDpi xmlns:a14="http://schemas.microsoft.com/office/drawing/2010/main" val="0"/>
              </a:ext>
            </a:extLst>
          </a:blip>
          <a:stretch>
            <a:fillRect/>
          </a:stretch>
        </p:blipFill>
        <p:spPr>
          <a:xfrm>
            <a:off x="5581650" y="1713517"/>
            <a:ext cx="539115" cy="220980"/>
          </a:xfrm>
          <a:prstGeom prst="rect">
            <a:avLst/>
          </a:prstGeom>
        </p:spPr>
      </p:pic>
      <p:pic>
        <p:nvPicPr>
          <p:cNvPr id="13" name="Picture 12"/>
          <p:cNvPicPr>
            <a:picLocks noChangeAspect="1"/>
          </p:cNvPicPr>
          <p:nvPr>
            <p:custDataLst>
              <p:tags r:id="rId12"/>
            </p:custDataLst>
          </p:nvPr>
        </p:nvPicPr>
        <p:blipFill>
          <a:blip r:embed="rId13" cstate="print">
            <a:extLst>
              <a:ext uri="{28A0092B-C50C-407E-A947-70E740481C1C}">
                <a14:useLocalDpi xmlns:a14="http://schemas.microsoft.com/office/drawing/2010/main" val="0"/>
              </a:ext>
            </a:extLst>
          </a:blip>
          <a:stretch>
            <a:fillRect/>
          </a:stretch>
        </p:blipFill>
        <p:spPr>
          <a:xfrm>
            <a:off x="1373540" y="2393950"/>
            <a:ext cx="4872990" cy="339090"/>
          </a:xfrm>
          <a:prstGeom prst="rect">
            <a:avLst/>
          </a:prstGeom>
        </p:spPr>
      </p:pic>
      <p:pic>
        <p:nvPicPr>
          <p:cNvPr id="15" name="Picture 14"/>
          <p:cNvPicPr>
            <a:picLocks noChangeAspect="1"/>
          </p:cNvPicPr>
          <p:nvPr>
            <p:custDataLst>
              <p:tags r:id="rId14"/>
            </p:custDataLst>
          </p:nvPr>
        </p:nvPicPr>
        <p:blipFill>
          <a:blip r:embed="rId15" cstate="print">
            <a:extLst>
              <a:ext uri="{28A0092B-C50C-407E-A947-70E740481C1C}">
                <a14:useLocalDpi xmlns:a14="http://schemas.microsoft.com/office/drawing/2010/main" val="0"/>
              </a:ext>
            </a:extLst>
          </a:blip>
          <a:stretch>
            <a:fillRect/>
          </a:stretch>
        </p:blipFill>
        <p:spPr>
          <a:xfrm>
            <a:off x="1373540" y="2824494"/>
            <a:ext cx="4872990" cy="339090"/>
          </a:xfrm>
          <a:prstGeom prst="rect">
            <a:avLst/>
          </a:prstGeom>
        </p:spPr>
      </p:pic>
      <p:pic>
        <p:nvPicPr>
          <p:cNvPr id="16" name="Picture 15"/>
          <p:cNvPicPr>
            <a:picLocks noChangeAspect="1"/>
          </p:cNvPicPr>
          <p:nvPr>
            <p:custDataLst>
              <p:tags r:id="rId16"/>
            </p:custDataLst>
          </p:nvPr>
        </p:nvPicPr>
        <p:blipFill>
          <a:blip r:embed="rId17" cstate="print">
            <a:extLst>
              <a:ext uri="{28A0092B-C50C-407E-A947-70E740481C1C}">
                <a14:useLocalDpi xmlns:a14="http://schemas.microsoft.com/office/drawing/2010/main" val="0"/>
              </a:ext>
            </a:extLst>
          </a:blip>
          <a:stretch>
            <a:fillRect/>
          </a:stretch>
        </p:blipFill>
        <p:spPr>
          <a:xfrm>
            <a:off x="1371600" y="3260104"/>
            <a:ext cx="4872990" cy="339090"/>
          </a:xfrm>
          <a:prstGeom prst="rect">
            <a:avLst/>
          </a:prstGeom>
        </p:spPr>
      </p:pic>
      <p:pic>
        <p:nvPicPr>
          <p:cNvPr id="17" name="Picture 16"/>
          <p:cNvPicPr>
            <a:picLocks noChangeAspect="1"/>
          </p:cNvPicPr>
          <p:nvPr>
            <p:custDataLst>
              <p:tags r:id="rId18"/>
            </p:custDataLst>
          </p:nvPr>
        </p:nvPicPr>
        <p:blipFill>
          <a:blip r:embed="rId19" cstate="print">
            <a:extLst>
              <a:ext uri="{28A0092B-C50C-407E-A947-70E740481C1C}">
                <a14:useLocalDpi xmlns:a14="http://schemas.microsoft.com/office/drawing/2010/main" val="0"/>
              </a:ext>
            </a:extLst>
          </a:blip>
          <a:stretch>
            <a:fillRect/>
          </a:stretch>
        </p:blipFill>
        <p:spPr>
          <a:xfrm>
            <a:off x="1127138" y="3728261"/>
            <a:ext cx="6450330" cy="339090"/>
          </a:xfrm>
          <a:prstGeom prst="rect">
            <a:avLst/>
          </a:prstGeom>
        </p:spPr>
      </p:pic>
      <p:sp>
        <p:nvSpPr>
          <p:cNvPr id="56" name="TextBox 55"/>
          <p:cNvSpPr txBox="1"/>
          <p:nvPr/>
        </p:nvSpPr>
        <p:spPr>
          <a:xfrm>
            <a:off x="152400" y="4152840"/>
            <a:ext cx="8382000" cy="707886"/>
          </a:xfrm>
          <a:prstGeom prst="rect">
            <a:avLst/>
          </a:prstGeom>
          <a:noFill/>
        </p:spPr>
        <p:txBody>
          <a:bodyPr wrap="square" rtlCol="0">
            <a:spAutoFit/>
          </a:bodyPr>
          <a:lstStyle/>
          <a:p>
            <a:r>
              <a:rPr lang="en-US" sz="2000" dirty="0"/>
              <a:t>If network has      units in layer    ,           units in layer           , then</a:t>
            </a:r>
            <a:endParaRPr lang="en-US" sz="2000" dirty="0"/>
          </a:p>
          <a:p>
            <a:r>
              <a:rPr lang="en-US" sz="2000" dirty="0"/>
              <a:t>will be of dimension                               .</a:t>
            </a:r>
            <a:endParaRPr lang="en-US" sz="2000" dirty="0"/>
          </a:p>
        </p:txBody>
      </p:sp>
      <p:pic>
        <p:nvPicPr>
          <p:cNvPr id="3" name="Picture 2"/>
          <p:cNvPicPr>
            <a:picLocks noChangeAspect="1"/>
          </p:cNvPicPr>
          <p:nvPr>
            <p:custDataLst>
              <p:tags r:id="rId20"/>
            </p:custDataLst>
          </p:nvPr>
        </p:nvPicPr>
        <p:blipFill>
          <a:blip r:embed="rId21" cstate="print">
            <a:extLst>
              <a:ext uri="{28A0092B-C50C-407E-A947-70E740481C1C}">
                <a14:useLocalDpi xmlns:a14="http://schemas.microsoft.com/office/drawing/2010/main" val="0"/>
              </a:ext>
            </a:extLst>
          </a:blip>
          <a:stretch>
            <a:fillRect/>
          </a:stretch>
        </p:blipFill>
        <p:spPr>
          <a:xfrm>
            <a:off x="2016712" y="4316734"/>
            <a:ext cx="182881" cy="186690"/>
          </a:xfrm>
          <a:prstGeom prst="rect">
            <a:avLst/>
          </a:prstGeom>
        </p:spPr>
      </p:pic>
      <p:pic>
        <p:nvPicPr>
          <p:cNvPr id="19" name="Picture 18"/>
          <p:cNvPicPr>
            <a:picLocks noChangeAspect="1"/>
          </p:cNvPicPr>
          <p:nvPr>
            <p:custDataLst>
              <p:tags r:id="rId22"/>
            </p:custDataLst>
          </p:nvPr>
        </p:nvPicPr>
        <p:blipFill>
          <a:blip r:embed="rId8" cstate="print">
            <a:extLst>
              <a:ext uri="{28A0092B-C50C-407E-A947-70E740481C1C}">
                <a14:useLocalDpi xmlns:a14="http://schemas.microsoft.com/office/drawing/2010/main" val="0"/>
              </a:ext>
            </a:extLst>
          </a:blip>
          <a:stretch>
            <a:fillRect/>
          </a:stretch>
        </p:blipFill>
        <p:spPr>
          <a:xfrm>
            <a:off x="3706082" y="4271010"/>
            <a:ext cx="104775" cy="219075"/>
          </a:xfrm>
          <a:prstGeom prst="rect">
            <a:avLst/>
          </a:prstGeom>
        </p:spPr>
      </p:pic>
      <p:pic>
        <p:nvPicPr>
          <p:cNvPr id="9" name="Picture 8"/>
          <p:cNvPicPr>
            <a:picLocks noChangeAspect="1"/>
          </p:cNvPicPr>
          <p:nvPr>
            <p:custDataLst>
              <p:tags r:id="rId23"/>
            </p:custDataLst>
          </p:nvPr>
        </p:nvPicPr>
        <p:blipFill>
          <a:blip r:embed="rId24" cstate="print">
            <a:extLst>
              <a:ext uri="{28A0092B-C50C-407E-A947-70E740481C1C}">
                <a14:useLocalDpi xmlns:a14="http://schemas.microsoft.com/office/drawing/2010/main" val="0"/>
              </a:ext>
            </a:extLst>
          </a:blip>
          <a:stretch>
            <a:fillRect/>
          </a:stretch>
        </p:blipFill>
        <p:spPr>
          <a:xfrm>
            <a:off x="4138041" y="4313682"/>
            <a:ext cx="440055" cy="186690"/>
          </a:xfrm>
          <a:prstGeom prst="rect">
            <a:avLst/>
          </a:prstGeom>
        </p:spPr>
      </p:pic>
      <p:pic>
        <p:nvPicPr>
          <p:cNvPr id="28" name="Picture 27"/>
          <p:cNvPicPr>
            <a:picLocks noChangeAspect="1"/>
          </p:cNvPicPr>
          <p:nvPr>
            <p:custDataLst>
              <p:tags r:id="rId25"/>
            </p:custDataLst>
          </p:nvPr>
        </p:nvPicPr>
        <p:blipFill>
          <a:blip r:embed="rId11" cstate="print">
            <a:extLst>
              <a:ext uri="{28A0092B-C50C-407E-A947-70E740481C1C}">
                <a14:useLocalDpi xmlns:a14="http://schemas.microsoft.com/office/drawing/2010/main" val="0"/>
              </a:ext>
            </a:extLst>
          </a:blip>
          <a:stretch>
            <a:fillRect/>
          </a:stretch>
        </p:blipFill>
        <p:spPr>
          <a:xfrm>
            <a:off x="6324727" y="4245614"/>
            <a:ext cx="539115" cy="220980"/>
          </a:xfrm>
          <a:prstGeom prst="rect">
            <a:avLst/>
          </a:prstGeom>
        </p:spPr>
      </p:pic>
      <p:pic>
        <p:nvPicPr>
          <p:cNvPr id="29" name="Picture 28"/>
          <p:cNvPicPr>
            <a:picLocks noChangeAspect="1"/>
          </p:cNvPicPr>
          <p:nvPr>
            <p:custDataLst>
              <p:tags r:id="rId26"/>
            </p:custDataLst>
          </p:nvPr>
        </p:nvPicPr>
        <p:blipFill>
          <a:blip r:embed="rId27" cstate="print">
            <a:extLst>
              <a:ext uri="{28A0092B-C50C-407E-A947-70E740481C1C}">
                <a14:useLocalDpi xmlns:a14="http://schemas.microsoft.com/office/drawing/2010/main" val="0"/>
              </a:ext>
            </a:extLst>
          </a:blip>
          <a:stretch>
            <a:fillRect/>
          </a:stretch>
        </p:blipFill>
        <p:spPr>
          <a:xfrm>
            <a:off x="7772273" y="4232332"/>
            <a:ext cx="415290" cy="234315"/>
          </a:xfrm>
          <a:prstGeom prst="rect">
            <a:avLst/>
          </a:prstGeom>
        </p:spPr>
      </p:pic>
      <p:pic>
        <p:nvPicPr>
          <p:cNvPr id="10" name="Picture 9"/>
          <p:cNvPicPr>
            <a:picLocks noChangeAspect="1"/>
          </p:cNvPicPr>
          <p:nvPr>
            <p:custDataLst>
              <p:tags r:id="rId28"/>
            </p:custDataLst>
          </p:nvPr>
        </p:nvPicPr>
        <p:blipFill>
          <a:blip r:embed="rId29" cstate="print">
            <a:extLst>
              <a:ext uri="{28A0092B-C50C-407E-A947-70E740481C1C}">
                <a14:useLocalDpi xmlns:a14="http://schemas.microsoft.com/office/drawing/2010/main" val="0"/>
              </a:ext>
            </a:extLst>
          </a:blip>
          <a:stretch>
            <a:fillRect/>
          </a:stretch>
        </p:blipFill>
        <p:spPr>
          <a:xfrm>
            <a:off x="2637282" y="4535043"/>
            <a:ext cx="1611630" cy="264795"/>
          </a:xfrm>
          <a:prstGeom prst="rect">
            <a:avLst/>
          </a:prstGeom>
        </p:spPr>
      </p:pic>
      <p:pic>
        <p:nvPicPr>
          <p:cNvPr id="51" name="Picture"/>
          <p:cNvPicPr/>
          <p:nvPr/>
        </p:nvPicPr>
        <p:blipFill>
          <a:blip r:embed="rId30"/>
          <a:stretch>
            <a:fillRect/>
          </a:stretch>
        </p:blipFill>
        <p:spPr bwMode="auto">
          <a:xfrm>
            <a:off x="711517" y="775099"/>
            <a:ext cx="2857500" cy="151130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Box 71"/>
          <p:cNvSpPr txBox="1"/>
          <p:nvPr/>
        </p:nvSpPr>
        <p:spPr>
          <a:xfrm>
            <a:off x="5257800" y="3114509"/>
            <a:ext cx="1828800" cy="461665"/>
          </a:xfrm>
          <a:prstGeom prst="rect">
            <a:avLst/>
          </a:prstGeom>
          <a:noFill/>
        </p:spPr>
        <p:txBody>
          <a:bodyPr wrap="square" rtlCol="0">
            <a:spAutoFit/>
          </a:bodyPr>
          <a:lstStyle/>
          <a:p>
            <a:r>
              <a:rPr lang="en-US" sz="2400" dirty="0"/>
              <a:t>Add              .</a:t>
            </a:r>
            <a:endParaRPr lang="en-US" sz="2400" dirty="0"/>
          </a:p>
        </p:txBody>
      </p:sp>
      <p:sp>
        <p:nvSpPr>
          <p:cNvPr id="2" name="TextBox 1"/>
          <p:cNvSpPr txBox="1"/>
          <p:nvPr/>
        </p:nvSpPr>
        <p:spPr>
          <a:xfrm>
            <a:off x="381000" y="209550"/>
            <a:ext cx="7948930" cy="460375"/>
          </a:xfrm>
          <a:prstGeom prst="rect">
            <a:avLst/>
          </a:prstGeom>
          <a:noFill/>
        </p:spPr>
        <p:txBody>
          <a:bodyPr wrap="square" rtlCol="0">
            <a:spAutoFit/>
          </a:bodyPr>
          <a:lstStyle/>
          <a:p>
            <a:r>
              <a:rPr lang="en-US" sz="2400" b="1" dirty="0"/>
              <a:t>Forward propagation: </a:t>
            </a:r>
            <a:r>
              <a:rPr lang="en-US" sz="2400" b="1" dirty="0" err="1"/>
              <a:t>Vectorized</a:t>
            </a:r>
            <a:r>
              <a:rPr lang="en-US" sz="2400" b="1" dirty="0"/>
              <a:t> implementation</a:t>
            </a:r>
            <a:endParaRPr lang="en-US" sz="2400" b="1" dirty="0"/>
          </a:p>
        </p:txBody>
      </p:sp>
      <p:grpSp>
        <p:nvGrpSpPr>
          <p:cNvPr id="4" name="Group 3"/>
          <p:cNvGrpSpPr/>
          <p:nvPr/>
        </p:nvGrpSpPr>
        <p:grpSpPr>
          <a:xfrm>
            <a:off x="528287" y="952354"/>
            <a:ext cx="2634710" cy="1087310"/>
            <a:chOff x="656011" y="1657350"/>
            <a:chExt cx="6811590" cy="2811052"/>
          </a:xfrm>
        </p:grpSpPr>
        <p:sp>
          <p:nvSpPr>
            <p:cNvPr id="5" name="Oval 4"/>
            <p:cNvSpPr/>
            <p:nvPr/>
          </p:nvSpPr>
          <p:spPr>
            <a:xfrm>
              <a:off x="656011" y="3687554"/>
              <a:ext cx="787808" cy="780848"/>
            </a:xfrm>
            <a:prstGeom prst="ellipse">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656011" y="2672452"/>
              <a:ext cx="787808" cy="780848"/>
            </a:xfrm>
            <a:prstGeom prst="ellipse">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56011" y="1657350"/>
              <a:ext cx="787808" cy="780848"/>
            </a:xfrm>
            <a:prstGeom prst="ellipse">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783094" y="2672452"/>
              <a:ext cx="787808" cy="780848"/>
            </a:xfrm>
            <a:prstGeom prst="ellipse">
              <a:avLst/>
            </a:prstGeom>
            <a:solidFill>
              <a:schemeClr val="bg1"/>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a:stCxn id="7" idx="6"/>
              <a:endCxn id="8" idx="2"/>
            </p:cNvCxnSpPr>
            <p:nvPr/>
          </p:nvCxnSpPr>
          <p:spPr>
            <a:xfrm>
              <a:off x="1443819" y="2047774"/>
              <a:ext cx="1339274" cy="101510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6" idx="6"/>
              <a:endCxn id="8" idx="2"/>
            </p:cNvCxnSpPr>
            <p:nvPr/>
          </p:nvCxnSpPr>
          <p:spPr>
            <a:xfrm>
              <a:off x="1443819" y="3062878"/>
              <a:ext cx="1339274" cy="162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 idx="6"/>
              <a:endCxn id="8" idx="2"/>
            </p:cNvCxnSpPr>
            <p:nvPr/>
          </p:nvCxnSpPr>
          <p:spPr>
            <a:xfrm flipV="1">
              <a:off x="1443819" y="3062876"/>
              <a:ext cx="1339274" cy="101510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21" idx="6"/>
            </p:cNvCxnSpPr>
            <p:nvPr/>
          </p:nvCxnSpPr>
          <p:spPr>
            <a:xfrm>
              <a:off x="5619204" y="2711090"/>
              <a:ext cx="787808" cy="162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2783094" y="3687554"/>
              <a:ext cx="787808" cy="780848"/>
            </a:xfrm>
            <a:prstGeom prst="ellipse">
              <a:avLst/>
            </a:prstGeom>
            <a:solidFill>
              <a:schemeClr val="bg1"/>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a:stCxn id="7" idx="6"/>
              <a:endCxn id="13" idx="2"/>
            </p:cNvCxnSpPr>
            <p:nvPr/>
          </p:nvCxnSpPr>
          <p:spPr>
            <a:xfrm>
              <a:off x="1443819" y="2047774"/>
              <a:ext cx="1339274" cy="203020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13" idx="2"/>
            </p:cNvCxnSpPr>
            <p:nvPr/>
          </p:nvCxnSpPr>
          <p:spPr>
            <a:xfrm>
              <a:off x="1443819" y="3062876"/>
              <a:ext cx="1339274" cy="101510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5" idx="6"/>
              <a:endCxn id="13" idx="2"/>
            </p:cNvCxnSpPr>
            <p:nvPr/>
          </p:nvCxnSpPr>
          <p:spPr>
            <a:xfrm>
              <a:off x="1443819" y="4077980"/>
              <a:ext cx="1339274" cy="162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1443819" y="2047777"/>
              <a:ext cx="1339274" cy="162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6"/>
            </p:cNvCxnSpPr>
            <p:nvPr/>
          </p:nvCxnSpPr>
          <p:spPr>
            <a:xfrm flipV="1">
              <a:off x="1443819" y="2047774"/>
              <a:ext cx="1339274" cy="101510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5" idx="6"/>
            </p:cNvCxnSpPr>
            <p:nvPr/>
          </p:nvCxnSpPr>
          <p:spPr>
            <a:xfrm flipV="1">
              <a:off x="1443819" y="2047774"/>
              <a:ext cx="1339274" cy="203020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2783094" y="1657350"/>
              <a:ext cx="787808" cy="780848"/>
            </a:xfrm>
            <a:prstGeom prst="ellipse">
              <a:avLst/>
            </a:prstGeom>
            <a:solidFill>
              <a:schemeClr val="bg1"/>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831395" y="2320663"/>
              <a:ext cx="787808" cy="780848"/>
            </a:xfrm>
            <a:prstGeom prst="ellipse">
              <a:avLst/>
            </a:prstGeom>
            <a:solidFill>
              <a:schemeClr val="bg1"/>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a:stCxn id="20" idx="6"/>
              <a:endCxn id="21" idx="2"/>
            </p:cNvCxnSpPr>
            <p:nvPr/>
          </p:nvCxnSpPr>
          <p:spPr>
            <a:xfrm>
              <a:off x="3570902" y="2047774"/>
              <a:ext cx="1260493" cy="66331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8" idx="6"/>
              <a:endCxn id="21" idx="2"/>
            </p:cNvCxnSpPr>
            <p:nvPr/>
          </p:nvCxnSpPr>
          <p:spPr>
            <a:xfrm flipV="1">
              <a:off x="3570902" y="2711087"/>
              <a:ext cx="1260493" cy="35178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3" idx="6"/>
              <a:endCxn id="21" idx="2"/>
            </p:cNvCxnSpPr>
            <p:nvPr/>
          </p:nvCxnSpPr>
          <p:spPr>
            <a:xfrm flipV="1">
              <a:off x="3570902" y="2711087"/>
              <a:ext cx="1260493" cy="136689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5" name="Picture 24"/>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6553199" y="2476833"/>
              <a:ext cx="914402" cy="377015"/>
            </a:xfrm>
            <a:prstGeom prst="rect">
              <a:avLst/>
            </a:prstGeom>
            <a:ln w="12700">
              <a:noFill/>
            </a:ln>
          </p:spPr>
        </p:pic>
        <p:pic>
          <p:nvPicPr>
            <p:cNvPr id="26" name="Picture 25"/>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912928" y="1933074"/>
              <a:ext cx="311667" cy="210442"/>
            </a:xfrm>
            <a:prstGeom prst="rect">
              <a:avLst/>
            </a:prstGeom>
            <a:ln w="12700">
              <a:noFill/>
            </a:ln>
          </p:spPr>
        </p:pic>
        <p:pic>
          <p:nvPicPr>
            <p:cNvPr id="27" name="Picture 26"/>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913270" y="2955604"/>
              <a:ext cx="319659" cy="210442"/>
            </a:xfrm>
            <a:prstGeom prst="rect">
              <a:avLst/>
            </a:prstGeom>
            <a:ln w="12700">
              <a:noFill/>
            </a:ln>
          </p:spPr>
        </p:pic>
        <p:pic>
          <p:nvPicPr>
            <p:cNvPr id="28" name="Picture 27"/>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913271" y="3971723"/>
              <a:ext cx="322323" cy="215770"/>
            </a:xfrm>
            <a:prstGeom prst="rect">
              <a:avLst/>
            </a:prstGeom>
            <a:ln w="12700">
              <a:noFill/>
            </a:ln>
          </p:spPr>
        </p:pic>
        <p:pic>
          <p:nvPicPr>
            <p:cNvPr id="29" name="Picture 28"/>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2995070" y="1863447"/>
              <a:ext cx="363855" cy="335280"/>
            </a:xfrm>
            <a:prstGeom prst="rect">
              <a:avLst/>
            </a:prstGeom>
            <a:ln w="12700">
              <a:noFill/>
            </a:ln>
          </p:spPr>
        </p:pic>
        <p:pic>
          <p:nvPicPr>
            <p:cNvPr id="30" name="Picture 29"/>
            <p:cNvPicPr>
              <a:picLocks noChangeAspect="1"/>
            </p:cNvPicPr>
            <p:nvPr>
              <p:custDataLst>
                <p:tags r:id="rId11"/>
              </p:custDataLst>
            </p:nvPr>
          </p:nvPicPr>
          <p:blipFill>
            <a:blip r:embed="rId12" cstate="print">
              <a:extLst>
                <a:ext uri="{28A0092B-C50C-407E-A947-70E740481C1C}">
                  <a14:useLocalDpi xmlns:a14="http://schemas.microsoft.com/office/drawing/2010/main" val="0"/>
                </a:ext>
              </a:extLst>
            </a:blip>
            <a:stretch>
              <a:fillRect/>
            </a:stretch>
          </p:blipFill>
          <p:spPr>
            <a:xfrm>
              <a:off x="2997067" y="2886801"/>
              <a:ext cx="363855" cy="335280"/>
            </a:xfrm>
            <a:prstGeom prst="rect">
              <a:avLst/>
            </a:prstGeom>
            <a:ln w="12700">
              <a:noFill/>
            </a:ln>
          </p:spPr>
        </p:pic>
        <p:pic>
          <p:nvPicPr>
            <p:cNvPr id="31" name="Picture 30"/>
            <p:cNvPicPr>
              <a:picLocks noChangeAspect="1"/>
            </p:cNvPicPr>
            <p:nvPr>
              <p:custDataLst>
                <p:tags r:id="rId13"/>
              </p:custDataLst>
            </p:nvPr>
          </p:nvPicPr>
          <p:blipFill>
            <a:blip r:embed="rId14" cstate="print">
              <a:extLst>
                <a:ext uri="{28A0092B-C50C-407E-A947-70E740481C1C}">
                  <a14:useLocalDpi xmlns:a14="http://schemas.microsoft.com/office/drawing/2010/main" val="0"/>
                </a:ext>
              </a:extLst>
            </a:blip>
            <a:stretch>
              <a:fillRect/>
            </a:stretch>
          </p:blipFill>
          <p:spPr>
            <a:xfrm>
              <a:off x="3003192" y="3910338"/>
              <a:ext cx="363855" cy="339090"/>
            </a:xfrm>
            <a:prstGeom prst="rect">
              <a:avLst/>
            </a:prstGeom>
            <a:ln w="12700">
              <a:noFill/>
            </a:ln>
          </p:spPr>
        </p:pic>
      </p:grpSp>
      <p:pic>
        <p:nvPicPr>
          <p:cNvPr id="56" name="Picture 55"/>
          <p:cNvPicPr>
            <a:picLocks noChangeAspect="1"/>
          </p:cNvPicPr>
          <p:nvPr>
            <p:custDataLst>
              <p:tags r:id="rId15"/>
            </p:custDataLst>
          </p:nvPr>
        </p:nvPicPr>
        <p:blipFill>
          <a:blip r:embed="rId16" cstate="print">
            <a:extLst>
              <a:ext uri="{28A0092B-C50C-407E-A947-70E740481C1C}">
                <a14:useLocalDpi xmlns:a14="http://schemas.microsoft.com/office/drawing/2010/main" val="0"/>
              </a:ext>
            </a:extLst>
          </a:blip>
          <a:stretch>
            <a:fillRect/>
          </a:stretch>
        </p:blipFill>
        <p:spPr>
          <a:xfrm>
            <a:off x="304800" y="3827194"/>
            <a:ext cx="4520182" cy="268556"/>
          </a:xfrm>
          <a:prstGeom prst="rect">
            <a:avLst/>
          </a:prstGeom>
        </p:spPr>
      </p:pic>
      <p:pic>
        <p:nvPicPr>
          <p:cNvPr id="49" name="Picture 48"/>
          <p:cNvPicPr>
            <a:picLocks noChangeAspect="1"/>
          </p:cNvPicPr>
          <p:nvPr>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5334000" y="796760"/>
            <a:ext cx="960579" cy="1178558"/>
          </a:xfrm>
          <a:prstGeom prst="rect">
            <a:avLst/>
          </a:prstGeom>
        </p:spPr>
      </p:pic>
      <p:pic>
        <p:nvPicPr>
          <p:cNvPr id="32" name="Picture 31"/>
          <p:cNvPicPr>
            <a:picLocks noChangeAspect="1"/>
          </p:cNvPicPr>
          <p:nvPr>
            <p:custDataLst>
              <p:tags r:id="rId19"/>
            </p:custDataLst>
          </p:nvPr>
        </p:nvPicPr>
        <p:blipFill>
          <a:blip r:embed="rId20" cstate="print">
            <a:extLst>
              <a:ext uri="{28A0092B-C50C-407E-A947-70E740481C1C}">
                <a14:useLocalDpi xmlns:a14="http://schemas.microsoft.com/office/drawing/2010/main" val="0"/>
              </a:ext>
            </a:extLst>
          </a:blip>
          <a:stretch>
            <a:fillRect/>
          </a:stretch>
        </p:blipFill>
        <p:spPr>
          <a:xfrm>
            <a:off x="6934200" y="796762"/>
            <a:ext cx="1386840" cy="1068705"/>
          </a:xfrm>
          <a:prstGeom prst="rect">
            <a:avLst/>
          </a:prstGeom>
        </p:spPr>
      </p:pic>
      <p:grpSp>
        <p:nvGrpSpPr>
          <p:cNvPr id="55" name="Group 54"/>
          <p:cNvGrpSpPr/>
          <p:nvPr/>
        </p:nvGrpSpPr>
        <p:grpSpPr>
          <a:xfrm>
            <a:off x="317501" y="2588198"/>
            <a:ext cx="4119913" cy="1018579"/>
            <a:chOff x="528287" y="2407064"/>
            <a:chExt cx="4874930" cy="1205244"/>
          </a:xfrm>
        </p:grpSpPr>
        <p:pic>
          <p:nvPicPr>
            <p:cNvPr id="51" name="Picture 50"/>
            <p:cNvPicPr>
              <a:picLocks noChangeAspect="1"/>
            </p:cNvPicPr>
            <p:nvPr>
              <p:custDataLst>
                <p:tags r:id="rId21"/>
              </p:custDataLst>
            </p:nvPr>
          </p:nvPicPr>
          <p:blipFill>
            <a:blip r:embed="rId22" cstate="print">
              <a:extLst>
                <a:ext uri="{28A0092B-C50C-407E-A947-70E740481C1C}">
                  <a14:useLocalDpi xmlns:a14="http://schemas.microsoft.com/office/drawing/2010/main" val="0"/>
                </a:ext>
              </a:extLst>
            </a:blip>
            <a:stretch>
              <a:fillRect/>
            </a:stretch>
          </p:blipFill>
          <p:spPr>
            <a:xfrm>
              <a:off x="530227" y="2407064"/>
              <a:ext cx="4872990" cy="339090"/>
            </a:xfrm>
            <a:prstGeom prst="rect">
              <a:avLst/>
            </a:prstGeom>
          </p:spPr>
        </p:pic>
        <p:pic>
          <p:nvPicPr>
            <p:cNvPr id="52" name="Picture 51"/>
            <p:cNvPicPr>
              <a:picLocks noChangeAspect="1"/>
            </p:cNvPicPr>
            <p:nvPr>
              <p:custDataLst>
                <p:tags r:id="rId23"/>
              </p:custDataLst>
            </p:nvPr>
          </p:nvPicPr>
          <p:blipFill>
            <a:blip r:embed="rId24" cstate="print">
              <a:extLst>
                <a:ext uri="{28A0092B-C50C-407E-A947-70E740481C1C}">
                  <a14:useLocalDpi xmlns:a14="http://schemas.microsoft.com/office/drawing/2010/main" val="0"/>
                </a:ext>
              </a:extLst>
            </a:blip>
            <a:stretch>
              <a:fillRect/>
            </a:stretch>
          </p:blipFill>
          <p:spPr>
            <a:xfrm>
              <a:off x="530227" y="2837608"/>
              <a:ext cx="4872990" cy="339090"/>
            </a:xfrm>
            <a:prstGeom prst="rect">
              <a:avLst/>
            </a:prstGeom>
          </p:spPr>
        </p:pic>
        <p:pic>
          <p:nvPicPr>
            <p:cNvPr id="53" name="Picture 52"/>
            <p:cNvPicPr>
              <a:picLocks noChangeAspect="1"/>
            </p:cNvPicPr>
            <p:nvPr>
              <p:custDataLst>
                <p:tags r:id="rId25"/>
              </p:custDataLst>
            </p:nvPr>
          </p:nvPicPr>
          <p:blipFill>
            <a:blip r:embed="rId26" cstate="print">
              <a:extLst>
                <a:ext uri="{28A0092B-C50C-407E-A947-70E740481C1C}">
                  <a14:useLocalDpi xmlns:a14="http://schemas.microsoft.com/office/drawing/2010/main" val="0"/>
                </a:ext>
              </a:extLst>
            </a:blip>
            <a:stretch>
              <a:fillRect/>
            </a:stretch>
          </p:blipFill>
          <p:spPr>
            <a:xfrm>
              <a:off x="528287" y="3273218"/>
              <a:ext cx="4872990" cy="339090"/>
            </a:xfrm>
            <a:prstGeom prst="rect">
              <a:avLst/>
            </a:prstGeom>
          </p:spPr>
        </p:pic>
      </p:grpSp>
      <p:cxnSp>
        <p:nvCxnSpPr>
          <p:cNvPr id="58" name="Straight Connector 57"/>
          <p:cNvCxnSpPr/>
          <p:nvPr/>
        </p:nvCxnSpPr>
        <p:spPr>
          <a:xfrm>
            <a:off x="5029200" y="796760"/>
            <a:ext cx="76200" cy="3908590"/>
          </a:xfrm>
          <a:prstGeom prst="line">
            <a:avLst/>
          </a:prstGeom>
        </p:spPr>
        <p:style>
          <a:lnRef idx="1">
            <a:schemeClr val="dk1"/>
          </a:lnRef>
          <a:fillRef idx="0">
            <a:schemeClr val="dk1"/>
          </a:fillRef>
          <a:effectRef idx="0">
            <a:schemeClr val="dk1"/>
          </a:effectRef>
          <a:fontRef idx="minor">
            <a:schemeClr val="tx1"/>
          </a:fontRef>
        </p:style>
      </p:cxnSp>
      <p:pic>
        <p:nvPicPr>
          <p:cNvPr id="59" name="Picture 58"/>
          <p:cNvPicPr>
            <a:picLocks noChangeAspect="1"/>
          </p:cNvPicPr>
          <p:nvPr>
            <p:custDataLst>
              <p:tags r:id="rId27"/>
            </p:custDataLst>
          </p:nvPr>
        </p:nvPicPr>
        <p:blipFill>
          <a:blip r:embed="rId28" cstate="print">
            <a:extLst>
              <a:ext uri="{28A0092B-C50C-407E-A947-70E740481C1C}">
                <a14:useLocalDpi xmlns:a14="http://schemas.microsoft.com/office/drawing/2010/main" val="0"/>
              </a:ext>
            </a:extLst>
          </a:blip>
          <a:stretch>
            <a:fillRect/>
          </a:stretch>
        </p:blipFill>
        <p:spPr>
          <a:xfrm>
            <a:off x="5334000" y="2305685"/>
            <a:ext cx="1331595" cy="234315"/>
          </a:xfrm>
          <a:prstGeom prst="rect">
            <a:avLst/>
          </a:prstGeom>
        </p:spPr>
      </p:pic>
      <p:pic>
        <p:nvPicPr>
          <p:cNvPr id="65" name="Picture 64"/>
          <p:cNvPicPr>
            <a:picLocks noChangeAspect="1"/>
          </p:cNvPicPr>
          <p:nvPr>
            <p:custDataLst>
              <p:tags r:id="rId29"/>
            </p:custDataLst>
          </p:nvPr>
        </p:nvPicPr>
        <p:blipFill>
          <a:blip r:embed="rId30" cstate="print">
            <a:extLst>
              <a:ext uri="{28A0092B-C50C-407E-A947-70E740481C1C}">
                <a14:useLocalDpi xmlns:a14="http://schemas.microsoft.com/office/drawing/2010/main" val="0"/>
              </a:ext>
            </a:extLst>
          </a:blip>
          <a:stretch>
            <a:fillRect/>
          </a:stretch>
        </p:blipFill>
        <p:spPr>
          <a:xfrm>
            <a:off x="5333999" y="2621946"/>
            <a:ext cx="1436370" cy="291465"/>
          </a:xfrm>
          <a:prstGeom prst="rect">
            <a:avLst/>
          </a:prstGeom>
        </p:spPr>
      </p:pic>
      <p:pic>
        <p:nvPicPr>
          <p:cNvPr id="68" name="Picture 67"/>
          <p:cNvPicPr>
            <a:picLocks noChangeAspect="1"/>
          </p:cNvPicPr>
          <p:nvPr>
            <p:custDataLst>
              <p:tags r:id="rId31"/>
            </p:custDataLst>
          </p:nvPr>
        </p:nvPicPr>
        <p:blipFill>
          <a:blip r:embed="rId32" cstate="print">
            <a:extLst>
              <a:ext uri="{28A0092B-C50C-407E-A947-70E740481C1C}">
                <a14:useLocalDpi xmlns:a14="http://schemas.microsoft.com/office/drawing/2010/main" val="0"/>
              </a:ext>
            </a:extLst>
          </a:blip>
          <a:stretch>
            <a:fillRect/>
          </a:stretch>
        </p:blipFill>
        <p:spPr>
          <a:xfrm>
            <a:off x="5614986" y="3606777"/>
            <a:ext cx="1571625" cy="234315"/>
          </a:xfrm>
          <a:prstGeom prst="rect">
            <a:avLst/>
          </a:prstGeom>
        </p:spPr>
      </p:pic>
      <p:pic>
        <p:nvPicPr>
          <p:cNvPr id="69" name="Picture 68"/>
          <p:cNvPicPr>
            <a:picLocks noChangeAspect="1"/>
          </p:cNvPicPr>
          <p:nvPr>
            <p:custDataLst>
              <p:tags r:id="rId33"/>
            </p:custDataLst>
          </p:nvPr>
        </p:nvPicPr>
        <p:blipFill>
          <a:blip r:embed="rId34" cstate="print">
            <a:extLst>
              <a:ext uri="{28A0092B-C50C-407E-A947-70E740481C1C}">
                <a14:useLocalDpi xmlns:a14="http://schemas.microsoft.com/office/drawing/2010/main" val="0"/>
              </a:ext>
            </a:extLst>
          </a:blip>
          <a:stretch>
            <a:fillRect/>
          </a:stretch>
        </p:blipFill>
        <p:spPr>
          <a:xfrm>
            <a:off x="5386385" y="3923038"/>
            <a:ext cx="2426970" cy="291465"/>
          </a:xfrm>
          <a:prstGeom prst="rect">
            <a:avLst/>
          </a:prstGeom>
        </p:spPr>
      </p:pic>
      <p:pic>
        <p:nvPicPr>
          <p:cNvPr id="71" name="Picture 70"/>
          <p:cNvPicPr>
            <a:picLocks noChangeAspect="1"/>
          </p:cNvPicPr>
          <p:nvPr>
            <p:custDataLst>
              <p:tags r:id="rId35"/>
            </p:custDataLst>
          </p:nvPr>
        </p:nvPicPr>
        <p:blipFill>
          <a:blip r:embed="rId36" cstate="print">
            <a:extLst>
              <a:ext uri="{28A0092B-C50C-407E-A947-70E740481C1C}">
                <a14:useLocalDpi xmlns:a14="http://schemas.microsoft.com/office/drawing/2010/main" val="0"/>
              </a:ext>
            </a:extLst>
          </a:blip>
          <a:stretch>
            <a:fillRect/>
          </a:stretch>
        </p:blipFill>
        <p:spPr>
          <a:xfrm>
            <a:off x="5943600" y="3174471"/>
            <a:ext cx="840105" cy="3390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p:cNvPicPr/>
          <p:nvPr/>
        </p:nvPicPr>
        <p:blipFill>
          <a:blip r:embed="rId1"/>
          <a:stretch>
            <a:fillRect/>
          </a:stretch>
        </p:blipFill>
        <p:spPr bwMode="auto">
          <a:xfrm>
            <a:off x="533400" y="518371"/>
            <a:ext cx="3263900" cy="1727200"/>
          </a:xfrm>
          <a:prstGeom prst="rect">
            <a:avLst/>
          </a:prstGeom>
          <a:noFill/>
          <a:ln w="9525">
            <a:noFill/>
          </a:ln>
        </p:spPr>
      </p:pic>
      <mc:AlternateContent xmlns:mc="http://schemas.openxmlformats.org/markup-compatibility/2006">
        <mc:Choice xmlns:a14="http://schemas.microsoft.com/office/drawing/2010/main" Requires="a14">
          <p:sp>
            <p:nvSpPr>
              <p:cNvPr id="47" name="文本框 46"/>
              <p:cNvSpPr txBox="1"/>
              <p:nvPr/>
            </p:nvSpPr>
            <p:spPr>
              <a:xfrm>
                <a:off x="3827780" y="594571"/>
                <a:ext cx="4572000" cy="875881"/>
              </a:xfrm>
              <a:prstGeom prst="rect">
                <a:avLst/>
              </a:prstGeom>
              <a:noFill/>
            </p:spPr>
            <p:txBody>
              <a:bodyPr wrap="square">
                <a:spAutoFit/>
              </a:bodyPr>
              <a:lstStyle/>
              <a:p>
                <a:pPr indent="266700" algn="just">
                  <a:lnSpc>
                    <a:spcPct val="150000"/>
                  </a:lnSpc>
                </a:pPr>
                <a:r>
                  <a:rPr lang="zh-CN" altLang="zh-CN" sz="1800" kern="100" dirty="0">
                    <a:effectLst/>
                    <a:latin typeface="Calibri" panose="020F0502020204030204" pitchFamily="34" charset="0"/>
                    <a:ea typeface="宋体" pitchFamily="2" charset="-122"/>
                    <a:cs typeface="Times New Roman" panose="02020603050405020304" pitchFamily="18" charset="0"/>
                  </a:rPr>
                  <a:t>右半部分其实就是以</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𝑎</m:t>
                        </m:r>
                      </m:e>
                      <m:sub>
                        <m:r>
                          <a:rPr lang="en-US" altLang="zh-CN" sz="1800" i="1" kern="100">
                            <a:effectLst/>
                            <a:latin typeface="Cambria Math" panose="02040503050406030204" pitchFamily="18" charset="0"/>
                            <a:ea typeface="宋体" pitchFamily="2" charset="-122"/>
                            <a:cs typeface="Times New Roman" panose="02020603050405020304" pitchFamily="18" charset="0"/>
                          </a:rPr>
                          <m:t>0</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𝑎</m:t>
                        </m:r>
                      </m:e>
                      <m:sub>
                        <m:r>
                          <a:rPr lang="en-US" altLang="zh-CN" sz="1800" i="1" kern="100">
                            <a:effectLst/>
                            <a:latin typeface="Cambria Math" panose="02040503050406030204" pitchFamily="18" charset="0"/>
                            <a:ea typeface="宋体" pitchFamily="2" charset="-122"/>
                            <a:cs typeface="Times New Roman" panose="02020603050405020304" pitchFamily="18" charset="0"/>
                          </a:rPr>
                          <m:t>1</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𝑎</m:t>
                        </m:r>
                      </m:e>
                      <m:sub>
                        <m:r>
                          <a:rPr lang="en-US" altLang="zh-CN" sz="1800" i="1" kern="100">
                            <a:effectLst/>
                            <a:latin typeface="Cambria Math" panose="02040503050406030204" pitchFamily="18" charset="0"/>
                            <a:ea typeface="宋体" pitchFamily="2" charset="-122"/>
                            <a:cs typeface="Times New Roman" panose="02020603050405020304" pitchFamily="18" charset="0"/>
                          </a:rPr>
                          <m:t>2</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𝑎</m:t>
                        </m:r>
                      </m:e>
                      <m:sub>
                        <m:r>
                          <a:rPr lang="en-US" altLang="zh-CN" sz="1800" i="1" kern="100">
                            <a:effectLst/>
                            <a:latin typeface="Cambria Math" panose="02040503050406030204" pitchFamily="18" charset="0"/>
                            <a:ea typeface="宋体" pitchFamily="2" charset="-122"/>
                            <a:cs typeface="Times New Roman" panose="02020603050405020304" pitchFamily="18" charset="0"/>
                          </a:rPr>
                          <m:t>3</m:t>
                        </m:r>
                      </m:sub>
                    </m:sSub>
                  </m:oMath>
                </a14:m>
                <a:r>
                  <a:rPr lang="en-US" altLang="zh-CN" sz="1800" kern="100" dirty="0">
                    <a:effectLst/>
                    <a:latin typeface="Calibri" panose="020F0502020204030204" pitchFamily="34" charset="0"/>
                    <a:ea typeface="宋体" pitchFamily="2" charset="-122"/>
                    <a:cs typeface="Times New Roman" panose="02020603050405020304" pitchFamily="18" charset="0"/>
                  </a:rPr>
                  <a:t>, </a:t>
                </a:r>
                <a:r>
                  <a:rPr lang="zh-CN" altLang="zh-CN" sz="1800" kern="100" dirty="0">
                    <a:effectLst/>
                    <a:latin typeface="Calibri" panose="020F0502020204030204" pitchFamily="34" charset="0"/>
                    <a:ea typeface="宋体" pitchFamily="2" charset="-122"/>
                    <a:cs typeface="Times New Roman" panose="02020603050405020304" pitchFamily="18" charset="0"/>
                  </a:rPr>
                  <a:t>按照</a:t>
                </a:r>
                <a:r>
                  <a:rPr lang="en-US" altLang="zh-CN" sz="1800" b="1" kern="100" dirty="0">
                    <a:effectLst/>
                    <a:latin typeface="Calibri" panose="020F0502020204030204" pitchFamily="34" charset="0"/>
                    <a:ea typeface="宋体" pitchFamily="2" charset="-122"/>
                    <a:cs typeface="Times New Roman" panose="02020603050405020304" pitchFamily="18" charset="0"/>
                  </a:rPr>
                  <a:t>Logistic Regression</a:t>
                </a:r>
                <a:r>
                  <a:rPr lang="zh-CN" altLang="zh-CN" sz="1800" kern="100" dirty="0">
                    <a:effectLst/>
                    <a:latin typeface="Calibri" panose="020F0502020204030204" pitchFamily="34" charset="0"/>
                    <a:ea typeface="宋体" pitchFamily="2" charset="-122"/>
                    <a:cs typeface="Times New Roman" panose="02020603050405020304" pitchFamily="18" charset="0"/>
                  </a:rPr>
                  <a:t>的方式输出</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ℎ</m:t>
                        </m:r>
                      </m:e>
                      <m:sub>
                        <m:r>
                          <a:rPr lang="en-US" altLang="zh-CN" sz="1800" i="1" kern="100">
                            <a:effectLst/>
                            <a:latin typeface="Cambria Math" panose="02040503050406030204" pitchFamily="18" charset="0"/>
                            <a:ea typeface="宋体" pitchFamily="2" charset="-122"/>
                            <a:cs typeface="Times New Roman" panose="02020603050405020304" pitchFamily="18" charset="0"/>
                          </a:rPr>
                          <m:t>𝜃</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𝑥</m:t>
                    </m:r>
                    <m:r>
                      <a:rPr lang="en-US" altLang="zh-CN" sz="1800" i="1" kern="100">
                        <a:effectLst/>
                        <a:latin typeface="Cambria Math" panose="02040503050406030204" pitchFamily="18" charset="0"/>
                        <a:ea typeface="宋体" pitchFamily="2" charset="-122"/>
                        <a:cs typeface="Times New Roman" panose="02020603050405020304" pitchFamily="18" charset="0"/>
                      </a:rPr>
                      <m:t>)</m:t>
                    </m:r>
                  </m:oMath>
                </a14:m>
                <a:r>
                  <a:rPr lang="zh-CN" altLang="zh-CN" sz="1800" kern="100" dirty="0">
                    <a:effectLst/>
                    <a:latin typeface="Calibri" panose="020F0502020204030204" pitchFamily="34" charset="0"/>
                    <a:ea typeface="宋体" pitchFamily="2" charset="-122"/>
                    <a:cs typeface="Times New Roman" panose="02020603050405020304" pitchFamily="18" charset="0"/>
                  </a:rPr>
                  <a:t>：</a:t>
                </a:r>
                <a:endParaRPr lang="zh-CN" altLang="zh-CN" sz="1800" kern="100" dirty="0">
                  <a:effectLst/>
                  <a:latin typeface="Calibri" panose="020F0502020204030204" pitchFamily="34" charset="0"/>
                  <a:ea typeface="宋体" pitchFamily="2" charset="-122"/>
                  <a:cs typeface="Times New Roman" panose="02020603050405020304" pitchFamily="18" charset="0"/>
                </a:endParaRPr>
              </a:p>
            </p:txBody>
          </p:sp>
        </mc:Choice>
        <mc:Fallback>
          <p:sp>
            <p:nvSpPr>
              <p:cNvPr id="47" name="文本框 46"/>
              <p:cNvSpPr txBox="1">
                <a:spLocks noRot="1" noChangeAspect="1" noMove="1" noResize="1" noEditPoints="1" noAdjustHandles="1" noChangeArrowheads="1" noChangeShapeType="1" noTextEdit="1"/>
              </p:cNvSpPr>
              <p:nvPr/>
            </p:nvSpPr>
            <p:spPr>
              <a:xfrm>
                <a:off x="3827780" y="594571"/>
                <a:ext cx="4572000" cy="875881"/>
              </a:xfrm>
              <a:prstGeom prst="rect">
                <a:avLst/>
              </a:prstGeom>
              <a:blipFill rotWithShape="1">
                <a:blip r:embed="rId2"/>
                <a:stretch>
                  <a:fillRect t="-24" b="-152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0" name="文本框 49"/>
              <p:cNvSpPr txBox="1"/>
              <p:nvPr/>
            </p:nvSpPr>
            <p:spPr>
              <a:xfrm>
                <a:off x="3962400" y="1605646"/>
                <a:ext cx="4800600" cy="1058816"/>
              </a:xfrm>
              <a:prstGeom prst="rect">
                <a:avLst/>
              </a:prstGeom>
              <a:noFill/>
            </p:spPr>
            <p:txBody>
              <a:bodyPr wrap="square">
                <a:spAutoFit/>
              </a:bodyPr>
              <a:lstStyle/>
              <a:p>
                <a:r>
                  <a:rPr lang="en-US" altLang="zh-CN" sz="1800" kern="100" dirty="0">
                    <a:effectLst/>
                    <a:latin typeface="Calibri" panose="020F0502020204030204" pitchFamily="34" charset="0"/>
                    <a:ea typeface="宋体" pitchFamily="2" charset="-122"/>
                    <a:cs typeface="Times New Roman" panose="02020603050405020304" pitchFamily="18" charset="0"/>
                  </a:rPr>
                  <a:t>    </a:t>
                </a:r>
                <a:r>
                  <a:rPr lang="zh-CN" altLang="zh-CN" sz="1800" kern="100" dirty="0">
                    <a:effectLst/>
                    <a:latin typeface="Calibri" panose="020F0502020204030204" pitchFamily="34" charset="0"/>
                    <a:ea typeface="宋体" pitchFamily="2" charset="-122"/>
                    <a:cs typeface="Times New Roman" panose="02020603050405020304" pitchFamily="18" charset="0"/>
                  </a:rPr>
                  <a:t>其实神经网络就像是</a:t>
                </a:r>
                <a:r>
                  <a:rPr lang="en-US" altLang="zh-CN" sz="1800" b="1" kern="100" dirty="0">
                    <a:effectLst/>
                    <a:latin typeface="Calibri" panose="020F0502020204030204" pitchFamily="34" charset="0"/>
                    <a:ea typeface="宋体" pitchFamily="2" charset="-122"/>
                    <a:cs typeface="Times New Roman" panose="02020603050405020304" pitchFamily="18" charset="0"/>
                  </a:rPr>
                  <a:t>logistic regression</a:t>
                </a:r>
                <a:r>
                  <a:rPr lang="zh-CN" altLang="zh-CN" sz="1800" kern="100" dirty="0">
                    <a:effectLst/>
                    <a:latin typeface="Calibri" panose="020F0502020204030204" pitchFamily="34" charset="0"/>
                    <a:ea typeface="宋体" pitchFamily="2" charset="-122"/>
                    <a:cs typeface="Times New Roman" panose="02020603050405020304" pitchFamily="18" charset="0"/>
                  </a:rPr>
                  <a:t>，只不过我们把</a:t>
                </a:r>
                <a:r>
                  <a:rPr lang="en-US" altLang="zh-CN" sz="1800" b="1" kern="100" dirty="0">
                    <a:effectLst/>
                    <a:latin typeface="Calibri" panose="020F0502020204030204" pitchFamily="34" charset="0"/>
                    <a:ea typeface="宋体" pitchFamily="2" charset="-122"/>
                    <a:cs typeface="Times New Roman" panose="02020603050405020304" pitchFamily="18" charset="0"/>
                  </a:rPr>
                  <a:t>logistic regression</a:t>
                </a:r>
                <a:r>
                  <a:rPr lang="zh-CN" altLang="zh-CN" sz="1800" kern="100" dirty="0">
                    <a:effectLst/>
                    <a:latin typeface="Calibri" panose="020F0502020204030204" pitchFamily="34" charset="0"/>
                    <a:ea typeface="宋体" pitchFamily="2" charset="-122"/>
                    <a:cs typeface="Times New Roman" panose="02020603050405020304" pitchFamily="18" charset="0"/>
                  </a:rPr>
                  <a:t>中的输入向量</a:t>
                </a:r>
                <a14:m>
                  <m:oMath xmlns:m="http://schemas.openxmlformats.org/officeDocument/2006/math">
                    <m:d>
                      <m:dPr>
                        <m:begChr m:val="["/>
                        <m:endChr m:val="]"/>
                        <m:ctrlPr>
                          <a:rPr lang="zh-CN" altLang="zh-CN" i="1">
                            <a:effectLst/>
                            <a:latin typeface="Cambria Math" panose="02040503050406030204" pitchFamily="18" charset="0"/>
                            <a:ea typeface="Cambria Math" panose="02040503050406030204" pitchFamily="18" charset="0"/>
                          </a:rPr>
                        </m:ctrlPr>
                      </m:dPr>
                      <m:e>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1</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3</m:t>
                            </m:r>
                          </m:sub>
                        </m:sSub>
                      </m:e>
                    </m:d>
                  </m:oMath>
                </a14:m>
                <a:r>
                  <a:rPr lang="en-US" altLang="zh-CN" sz="1800" kern="100" dirty="0">
                    <a:effectLst/>
                    <a:latin typeface="Calibri" panose="020F0502020204030204" pitchFamily="34" charset="0"/>
                    <a:ea typeface="宋体" pitchFamily="2" charset="-122"/>
                    <a:cs typeface="Times New Roman" panose="02020603050405020304" pitchFamily="18" charset="0"/>
                  </a:rPr>
                  <a:t> </a:t>
                </a:r>
                <a:r>
                  <a:rPr lang="zh-CN" altLang="zh-CN" sz="1800" kern="100" dirty="0">
                    <a:effectLst/>
                    <a:latin typeface="Calibri" panose="020F0502020204030204" pitchFamily="34" charset="0"/>
                    <a:ea typeface="宋体" pitchFamily="2" charset="-122"/>
                    <a:cs typeface="Times New Roman" panose="02020603050405020304" pitchFamily="18" charset="0"/>
                  </a:rPr>
                  <a:t>变成了中间层的</a:t>
                </a:r>
                <a14:m>
                  <m:oMath xmlns:m="http://schemas.openxmlformats.org/officeDocument/2006/math">
                    <m:d>
                      <m:dPr>
                        <m:begChr m:val="["/>
                        <m:endChr m:val="]"/>
                        <m:ctrlPr>
                          <a:rPr lang="zh-CN" altLang="zh-CN" i="1">
                            <a:effectLst/>
                            <a:latin typeface="Cambria Math" panose="02040503050406030204" pitchFamily="18" charset="0"/>
                            <a:ea typeface="Cambria Math" panose="02040503050406030204" pitchFamily="18" charset="0"/>
                          </a:rPr>
                        </m:ctrlPr>
                      </m:dPr>
                      <m:e>
                        <m:sSubSup>
                          <m:sSubSupPr>
                            <m:ctrlPr>
                              <a:rPr lang="zh-CN" altLang="zh-CN" i="1">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itchFamily="2" charset="-122"/>
                                <a:cs typeface="Times New Roman" panose="02020603050405020304" pitchFamily="18" charset="0"/>
                              </a:rPr>
                              <m:t>𝑎</m:t>
                            </m:r>
                          </m:e>
                          <m:sub>
                            <m:r>
                              <a:rPr lang="en-US" altLang="zh-CN" sz="1800" i="1" kern="100">
                                <a:effectLst/>
                                <a:latin typeface="Cambria Math" panose="02040503050406030204" pitchFamily="18" charset="0"/>
                                <a:ea typeface="宋体" pitchFamily="2" charset="-122"/>
                                <a:cs typeface="Times New Roman" panose="02020603050405020304" pitchFamily="18" charset="0"/>
                              </a:rPr>
                              <m:t>1</m:t>
                            </m:r>
                          </m:sub>
                          <m:sup>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2</m:t>
                            </m:r>
                            <m:r>
                              <a:rPr lang="en-US" altLang="zh-CN" sz="1800" i="1" kern="100">
                                <a:effectLst/>
                                <a:latin typeface="Cambria Math" panose="02040503050406030204" pitchFamily="18" charset="0"/>
                                <a:ea typeface="宋体" pitchFamily="2" charset="-122"/>
                                <a:cs typeface="Times New Roman" panose="02020603050405020304" pitchFamily="18" charset="0"/>
                              </a:rPr>
                              <m:t>)</m:t>
                            </m:r>
                          </m:sup>
                        </m:sSubSup>
                        <m:r>
                          <a:rPr lang="en-US" altLang="zh-CN" sz="1800" i="1" kern="100">
                            <a:effectLst/>
                            <a:latin typeface="Cambria Math" panose="02040503050406030204" pitchFamily="18" charset="0"/>
                            <a:ea typeface="宋体" pitchFamily="2" charset="-122"/>
                            <a:cs typeface="Times New Roman" panose="02020603050405020304" pitchFamily="18" charset="0"/>
                          </a:rPr>
                          <m:t>∼</m:t>
                        </m:r>
                        <m:sSubSup>
                          <m:sSubSupPr>
                            <m:ctrlPr>
                              <a:rPr lang="zh-CN" altLang="zh-CN" i="1">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itchFamily="2" charset="-122"/>
                                <a:cs typeface="Times New Roman" panose="02020603050405020304" pitchFamily="18" charset="0"/>
                              </a:rPr>
                              <m:t>𝑎</m:t>
                            </m:r>
                          </m:e>
                          <m:sub>
                            <m:r>
                              <a:rPr lang="en-US" altLang="zh-CN" sz="1800" i="1" kern="100">
                                <a:effectLst/>
                                <a:latin typeface="Cambria Math" panose="02040503050406030204" pitchFamily="18" charset="0"/>
                                <a:ea typeface="宋体" pitchFamily="2" charset="-122"/>
                                <a:cs typeface="Times New Roman" panose="02020603050405020304" pitchFamily="18" charset="0"/>
                              </a:rPr>
                              <m:t>3</m:t>
                            </m:r>
                          </m:sub>
                          <m:sup>
                            <m:r>
                              <a:rPr lang="en-US" altLang="zh-CN" sz="1800" i="1" kern="100">
                                <a:effectLst/>
                                <a:latin typeface="Cambria Math" panose="02040503050406030204" pitchFamily="18" charset="0"/>
                                <a:ea typeface="宋体" pitchFamily="2" charset="-122"/>
                                <a:cs typeface="Times New Roman" panose="02020603050405020304" pitchFamily="18" charset="0"/>
                              </a:rPr>
                              <m:t>(</m:t>
                            </m:r>
                            <m:r>
                              <a:rPr lang="en-US" altLang="zh-CN" sz="1800" i="1" kern="100">
                                <a:effectLst/>
                                <a:latin typeface="Cambria Math" panose="02040503050406030204" pitchFamily="18" charset="0"/>
                                <a:ea typeface="宋体" pitchFamily="2" charset="-122"/>
                                <a:cs typeface="Times New Roman" panose="02020603050405020304" pitchFamily="18" charset="0"/>
                              </a:rPr>
                              <m:t>2</m:t>
                            </m:r>
                            <m:r>
                              <a:rPr lang="en-US" altLang="zh-CN" sz="1800" i="1" kern="100">
                                <a:effectLst/>
                                <a:latin typeface="Cambria Math" panose="02040503050406030204" pitchFamily="18" charset="0"/>
                                <a:ea typeface="宋体" pitchFamily="2" charset="-122"/>
                                <a:cs typeface="Times New Roman" panose="02020603050405020304" pitchFamily="18" charset="0"/>
                              </a:rPr>
                              <m:t>)</m:t>
                            </m:r>
                          </m:sup>
                        </m:sSubSup>
                      </m:e>
                    </m:d>
                  </m:oMath>
                </a14:m>
                <a:endParaRPr lang="zh-CN" altLang="en-US" dirty="0"/>
              </a:p>
            </p:txBody>
          </p:sp>
        </mc:Choice>
        <mc:Fallback>
          <p:sp>
            <p:nvSpPr>
              <p:cNvPr id="50" name="文本框 49"/>
              <p:cNvSpPr txBox="1">
                <a:spLocks noRot="1" noChangeAspect="1" noMove="1" noResize="1" noEditPoints="1" noAdjustHandles="1" noChangeArrowheads="1" noChangeShapeType="1" noTextEdit="1"/>
              </p:cNvSpPr>
              <p:nvPr/>
            </p:nvSpPr>
            <p:spPr>
              <a:xfrm>
                <a:off x="3962400" y="1605646"/>
                <a:ext cx="4800600" cy="1058816"/>
              </a:xfrm>
              <a:prstGeom prst="rect">
                <a:avLst/>
              </a:prstGeom>
              <a:blipFill rotWithShape="1">
                <a:blip r:embed="rId3"/>
                <a:stretch>
                  <a:fillRect t="-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文本框 53"/>
              <p:cNvSpPr txBox="1"/>
              <p:nvPr/>
            </p:nvSpPr>
            <p:spPr>
              <a:xfrm>
                <a:off x="228600" y="2956771"/>
                <a:ext cx="8763000" cy="1291379"/>
              </a:xfrm>
              <a:prstGeom prst="rect">
                <a:avLst/>
              </a:prstGeom>
              <a:noFill/>
            </p:spPr>
            <p:txBody>
              <a:bodyPr wrap="square">
                <a:spAutoFit/>
              </a:bodyPr>
              <a:lstStyle/>
              <a:p>
                <a:pPr indent="266700" algn="just">
                  <a:lnSpc>
                    <a:spcPct val="150000"/>
                  </a:lnSpc>
                </a:pPr>
                <a:r>
                  <a:rPr lang="zh-CN" altLang="zh-CN" sz="1800" kern="100" dirty="0">
                    <a:effectLst/>
                    <a:latin typeface="Calibri" panose="020F0502020204030204" pitchFamily="34" charset="0"/>
                    <a:ea typeface="宋体" pitchFamily="2" charset="-122"/>
                    <a:cs typeface="Times New Roman" panose="02020603050405020304" pitchFamily="18" charset="0"/>
                  </a:rPr>
                  <a:t>我们可以把</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𝑎</m:t>
                        </m:r>
                      </m:e>
                      <m:sub>
                        <m:r>
                          <a:rPr lang="en-US" altLang="zh-CN" sz="1800" i="1" kern="100">
                            <a:effectLst/>
                            <a:latin typeface="Cambria Math" panose="02040503050406030204" pitchFamily="18" charset="0"/>
                            <a:ea typeface="宋体" pitchFamily="2" charset="-122"/>
                            <a:cs typeface="Times New Roman" panose="02020603050405020304" pitchFamily="18" charset="0"/>
                          </a:rPr>
                          <m:t>0</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𝑎</m:t>
                        </m:r>
                      </m:e>
                      <m:sub>
                        <m:r>
                          <a:rPr lang="en-US" altLang="zh-CN" sz="1800" i="1" kern="100">
                            <a:effectLst/>
                            <a:latin typeface="Cambria Math" panose="02040503050406030204" pitchFamily="18" charset="0"/>
                            <a:ea typeface="宋体" pitchFamily="2" charset="-122"/>
                            <a:cs typeface="Times New Roman" panose="02020603050405020304" pitchFamily="18" charset="0"/>
                          </a:rPr>
                          <m:t>1</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𝑎</m:t>
                        </m:r>
                      </m:e>
                      <m:sub>
                        <m:r>
                          <a:rPr lang="en-US" altLang="zh-CN" sz="1800" i="1" kern="100">
                            <a:effectLst/>
                            <a:latin typeface="Cambria Math" panose="02040503050406030204" pitchFamily="18" charset="0"/>
                            <a:ea typeface="宋体" pitchFamily="2" charset="-122"/>
                            <a:cs typeface="Times New Roman" panose="02020603050405020304" pitchFamily="18" charset="0"/>
                          </a:rPr>
                          <m:t>2</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𝑎</m:t>
                        </m:r>
                      </m:e>
                      <m:sub>
                        <m:r>
                          <a:rPr lang="en-US" altLang="zh-CN" sz="1800" i="1" kern="100">
                            <a:effectLst/>
                            <a:latin typeface="Cambria Math" panose="02040503050406030204" pitchFamily="18" charset="0"/>
                            <a:ea typeface="宋体" pitchFamily="2" charset="-122"/>
                            <a:cs typeface="Times New Roman" panose="02020603050405020304" pitchFamily="18" charset="0"/>
                          </a:rPr>
                          <m:t>3</m:t>
                        </m:r>
                      </m:sub>
                    </m:sSub>
                  </m:oMath>
                </a14:m>
                <a:r>
                  <a:rPr lang="zh-CN" altLang="zh-CN" sz="1800" kern="100" dirty="0">
                    <a:effectLst/>
                    <a:latin typeface="Calibri" panose="020F0502020204030204" pitchFamily="34" charset="0"/>
                    <a:ea typeface="宋体" pitchFamily="2" charset="-122"/>
                    <a:cs typeface="Times New Roman" panose="02020603050405020304" pitchFamily="18" charset="0"/>
                  </a:rPr>
                  <a:t>看成更为高级的特征值，也就是</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0</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1</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2</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3</m:t>
                        </m:r>
                      </m:sub>
                    </m:sSub>
                  </m:oMath>
                </a14:m>
                <a:r>
                  <a:rPr lang="zh-CN" altLang="zh-CN" sz="1800" kern="100" dirty="0">
                    <a:effectLst/>
                    <a:latin typeface="Calibri" panose="020F0502020204030204" pitchFamily="34" charset="0"/>
                    <a:ea typeface="宋体" pitchFamily="2" charset="-122"/>
                    <a:cs typeface="Times New Roman" panose="02020603050405020304" pitchFamily="18" charset="0"/>
                  </a:rPr>
                  <a:t>的进化体，并且它们是由 </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𝑥</m:t>
                    </m:r>
                  </m:oMath>
                </a14:m>
                <a:r>
                  <a:rPr lang="zh-CN" altLang="zh-CN" sz="1800" kern="100" dirty="0">
                    <a:effectLst/>
                    <a:latin typeface="Calibri" panose="020F0502020204030204" pitchFamily="34" charset="0"/>
                    <a:ea typeface="宋体" pitchFamily="2" charset="-122"/>
                    <a:cs typeface="Times New Roman" panose="02020603050405020304" pitchFamily="18" charset="0"/>
                  </a:rPr>
                  <a:t>与决定的，因为是梯度下降的，所以</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𝑎</m:t>
                    </m:r>
                  </m:oMath>
                </a14:m>
                <a:r>
                  <a:rPr lang="zh-CN" altLang="zh-CN" sz="1800" kern="100" dirty="0">
                    <a:effectLst/>
                    <a:latin typeface="Calibri" panose="020F0502020204030204" pitchFamily="34" charset="0"/>
                    <a:ea typeface="宋体" pitchFamily="2" charset="-122"/>
                    <a:cs typeface="Times New Roman" panose="02020603050405020304" pitchFamily="18" charset="0"/>
                  </a:rPr>
                  <a:t>是变化的，并且变得越来越厉害，所以这些更高级的特征值远比仅仅将 </a:t>
                </a:r>
                <a14:m>
                  <m:oMath xmlns:m="http://schemas.openxmlformats.org/officeDocument/2006/math">
                    <m:r>
                      <a:rPr lang="en-US" altLang="zh-CN" sz="1800" i="1" kern="100">
                        <a:effectLst/>
                        <a:latin typeface="Cambria Math" panose="02040503050406030204" pitchFamily="18" charset="0"/>
                        <a:ea typeface="宋体" pitchFamily="2" charset="-122"/>
                        <a:cs typeface="Times New Roman" panose="02020603050405020304" pitchFamily="18" charset="0"/>
                      </a:rPr>
                      <m:t>𝑥</m:t>
                    </m:r>
                  </m:oMath>
                </a14:m>
                <a:r>
                  <a:rPr lang="zh-CN" altLang="zh-CN" sz="1800" kern="100" dirty="0">
                    <a:effectLst/>
                    <a:latin typeface="Calibri" panose="020F0502020204030204" pitchFamily="34" charset="0"/>
                    <a:ea typeface="宋体" pitchFamily="2" charset="-122"/>
                    <a:cs typeface="Times New Roman" panose="02020603050405020304" pitchFamily="18" charset="0"/>
                  </a:rPr>
                  <a:t>次方厉害，也能更好的预测新数据。 </a:t>
                </a:r>
                <a:endParaRPr lang="zh-CN" altLang="zh-CN" sz="1800" kern="100" dirty="0">
                  <a:effectLst/>
                  <a:latin typeface="Calibri" panose="020F0502020204030204" pitchFamily="34" charset="0"/>
                  <a:ea typeface="宋体" pitchFamily="2" charset="-122"/>
                  <a:cs typeface="Times New Roman" panose="02020603050405020304" pitchFamily="18" charset="0"/>
                </a:endParaRPr>
              </a:p>
            </p:txBody>
          </p:sp>
        </mc:Choice>
        <mc:Fallback>
          <p:sp>
            <p:nvSpPr>
              <p:cNvPr id="54" name="文本框 53"/>
              <p:cNvSpPr txBox="1">
                <a:spLocks noRot="1" noChangeAspect="1" noMove="1" noResize="1" noEditPoints="1" noAdjustHandles="1" noChangeArrowheads="1" noChangeShapeType="1" noTextEdit="1"/>
              </p:cNvSpPr>
              <p:nvPr/>
            </p:nvSpPr>
            <p:spPr>
              <a:xfrm>
                <a:off x="228600" y="2956771"/>
                <a:ext cx="8763000" cy="1291379"/>
              </a:xfrm>
              <a:prstGeom prst="rect">
                <a:avLst/>
              </a:prstGeom>
              <a:blipFill rotWithShape="1">
                <a:blip r:embed="rId4"/>
                <a:stretch>
                  <a:fillRect t="-16" b="-15489"/>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文本框 6"/>
              <p:cNvSpPr txBox="1"/>
              <p:nvPr/>
            </p:nvSpPr>
            <p:spPr>
              <a:xfrm>
                <a:off x="381000" y="895350"/>
                <a:ext cx="8305800" cy="2953373"/>
              </a:xfrm>
              <a:prstGeom prst="rect">
                <a:avLst/>
              </a:prstGeom>
              <a:noFill/>
            </p:spPr>
            <p:txBody>
              <a:bodyPr wrap="square">
                <a:spAutoFit/>
              </a:bodyPr>
              <a:lstStyle/>
              <a:p>
                <a:pPr indent="266700" algn="just">
                  <a:lnSpc>
                    <a:spcPct val="150000"/>
                  </a:lnSpc>
                </a:pPr>
                <a:r>
                  <a:rPr lang="zh-CN" altLang="zh-CN" sz="1800" kern="100" dirty="0">
                    <a:effectLst/>
                    <a:latin typeface="Calibri" panose="020F0502020204030204" pitchFamily="34" charset="0"/>
                    <a:ea typeface="宋体" pitchFamily="2" charset="-122"/>
                    <a:cs typeface="Times New Roman" panose="02020603050405020304" pitchFamily="18" charset="0"/>
                  </a:rPr>
                  <a:t>从本质上讲，神经网络能够通过学习得出其自身的一系列特征。在普通的逻辑回归中，我们被限制为使用数据中的原始特征</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1</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2</m:t>
                        </m:r>
                      </m:sub>
                    </m:sSub>
                    <m:r>
                      <a:rPr lang="en-US" altLang="zh-CN" sz="1800" i="1" kern="100">
                        <a:effectLst/>
                        <a:latin typeface="Cambria Math" panose="02040503050406030204" pitchFamily="18" charset="0"/>
                        <a:ea typeface="宋体"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宋体" pitchFamily="2" charset="-122"/>
                            <a:cs typeface="Times New Roman" panose="02020603050405020304" pitchFamily="18" charset="0"/>
                          </a:rPr>
                          <m:t>𝑥</m:t>
                        </m:r>
                      </m:e>
                      <m:sub>
                        <m:r>
                          <a:rPr lang="en-US" altLang="zh-CN" sz="1800" i="1" kern="100">
                            <a:effectLst/>
                            <a:latin typeface="Cambria Math" panose="02040503050406030204" pitchFamily="18" charset="0"/>
                            <a:ea typeface="宋体" pitchFamily="2" charset="-122"/>
                            <a:cs typeface="Times New Roman" panose="02020603050405020304" pitchFamily="18" charset="0"/>
                          </a:rPr>
                          <m:t>𝑛</m:t>
                        </m:r>
                      </m:sub>
                    </m:sSub>
                  </m:oMath>
                </a14:m>
                <a:r>
                  <a:rPr lang="zh-CN" altLang="zh-CN" sz="1800" kern="100" dirty="0">
                    <a:effectLst/>
                    <a:latin typeface="Calibri" panose="020F0502020204030204" pitchFamily="34" charset="0"/>
                    <a:ea typeface="宋体" pitchFamily="2" charset="-122"/>
                    <a:cs typeface="Times New Roman" panose="02020603050405020304" pitchFamily="18" charset="0"/>
                  </a:rPr>
                  <a:t>，我们虽然可以使用一些二项式项来组合这些特征，但是我们仍然受到这些原始特征的限制。在神经网络中，原始特征只是输入层，在我们上面三层的神经网络例子中，第三层也就是输出层做出的预测利用的是第二层的特征，而非输入层中的原始特征，我们可以认为第二层中的特征是神经网络通过学习后自己得出的一系列用于预测输出变量的新特征。</a:t>
                </a:r>
                <a:endParaRPr lang="zh-CN" altLang="zh-CN" sz="1800" kern="100" dirty="0">
                  <a:effectLst/>
                  <a:latin typeface="Calibri" panose="020F0502020204030204" pitchFamily="34" charset="0"/>
                  <a:ea typeface="宋体" pitchFamily="2" charset="-122"/>
                  <a:cs typeface="Times New Roman" panose="020206030504050203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381000" y="895350"/>
                <a:ext cx="8305800" cy="2953373"/>
              </a:xfrm>
              <a:prstGeom prst="rect">
                <a:avLst/>
              </a:prstGeom>
              <a:blipFill rotWithShape="1">
                <a:blip r:embed="rId1"/>
                <a:stretch>
                  <a:fillRect b="-1462"/>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Box 82"/>
          <p:cNvSpPr txBox="1"/>
          <p:nvPr/>
        </p:nvSpPr>
        <p:spPr>
          <a:xfrm>
            <a:off x="4663163" y="3862642"/>
            <a:ext cx="928588" cy="400110"/>
          </a:xfrm>
          <a:prstGeom prst="rect">
            <a:avLst/>
          </a:prstGeom>
          <a:noFill/>
        </p:spPr>
        <p:txBody>
          <a:bodyPr wrap="none" rtlCol="0">
            <a:spAutoFit/>
          </a:bodyPr>
          <a:lstStyle/>
          <a:p>
            <a:r>
              <a:rPr lang="en-US" sz="2000" dirty="0">
                <a:latin typeface="Calibri"/>
              </a:rPr>
              <a:t>Layer 3</a:t>
            </a:r>
            <a:endParaRPr lang="en-US" sz="2000" baseline="-25000" dirty="0">
              <a:latin typeface="Calibri"/>
            </a:endParaRPr>
          </a:p>
        </p:txBody>
      </p:sp>
      <p:sp>
        <p:nvSpPr>
          <p:cNvPr id="85" name="Oval 84"/>
          <p:cNvSpPr/>
          <p:nvPr/>
        </p:nvSpPr>
        <p:spPr>
          <a:xfrm>
            <a:off x="899574" y="3017884"/>
            <a:ext cx="734930" cy="7284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899574" y="2070917"/>
            <a:ext cx="734930" cy="7284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p:cNvSpPr/>
          <p:nvPr/>
        </p:nvSpPr>
        <p:spPr>
          <a:xfrm>
            <a:off x="899574" y="1123950"/>
            <a:ext cx="734930" cy="7284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p:cNvSpPr/>
          <p:nvPr/>
        </p:nvSpPr>
        <p:spPr>
          <a:xfrm>
            <a:off x="2883885" y="2070917"/>
            <a:ext cx="734930" cy="728437"/>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Arrow Connector 88"/>
          <p:cNvCxnSpPr>
            <a:stCxn id="87" idx="6"/>
            <a:endCxn id="88" idx="2"/>
          </p:cNvCxnSpPr>
          <p:nvPr/>
        </p:nvCxnSpPr>
        <p:spPr>
          <a:xfrm>
            <a:off x="1634504" y="1488168"/>
            <a:ext cx="1249381" cy="94696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86" idx="6"/>
            <a:endCxn id="88" idx="2"/>
          </p:cNvCxnSpPr>
          <p:nvPr/>
        </p:nvCxnSpPr>
        <p:spPr>
          <a:xfrm>
            <a:off x="1634504" y="2435137"/>
            <a:ext cx="1249381" cy="151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a:stCxn id="85" idx="6"/>
            <a:endCxn id="88" idx="2"/>
          </p:cNvCxnSpPr>
          <p:nvPr/>
        </p:nvCxnSpPr>
        <p:spPr>
          <a:xfrm flipV="1">
            <a:off x="1634504" y="2435136"/>
            <a:ext cx="1249381" cy="94696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stCxn id="101" idx="6"/>
            <a:endCxn id="45" idx="2"/>
          </p:cNvCxnSpPr>
          <p:nvPr/>
        </p:nvCxnSpPr>
        <p:spPr>
          <a:xfrm>
            <a:off x="5529632" y="1869169"/>
            <a:ext cx="803026" cy="5334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3" name="Oval 92"/>
          <p:cNvSpPr/>
          <p:nvPr/>
        </p:nvSpPr>
        <p:spPr>
          <a:xfrm>
            <a:off x="2883885" y="3017884"/>
            <a:ext cx="734930" cy="728437"/>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Arrow Connector 93"/>
          <p:cNvCxnSpPr>
            <a:stCxn id="87" idx="6"/>
            <a:endCxn id="93" idx="2"/>
          </p:cNvCxnSpPr>
          <p:nvPr/>
        </p:nvCxnSpPr>
        <p:spPr>
          <a:xfrm>
            <a:off x="1634504" y="1488168"/>
            <a:ext cx="1249381" cy="189393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a:endCxn id="93" idx="2"/>
          </p:cNvCxnSpPr>
          <p:nvPr/>
        </p:nvCxnSpPr>
        <p:spPr>
          <a:xfrm>
            <a:off x="1634504" y="2435136"/>
            <a:ext cx="1249381" cy="94696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a:stCxn id="85" idx="6"/>
            <a:endCxn id="93" idx="2"/>
          </p:cNvCxnSpPr>
          <p:nvPr/>
        </p:nvCxnSpPr>
        <p:spPr>
          <a:xfrm>
            <a:off x="1634504" y="3382105"/>
            <a:ext cx="1249381" cy="151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a:off x="1634504" y="1488171"/>
            <a:ext cx="1249381" cy="151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stCxn id="86" idx="6"/>
          </p:cNvCxnSpPr>
          <p:nvPr/>
        </p:nvCxnSpPr>
        <p:spPr>
          <a:xfrm flipV="1">
            <a:off x="1634504" y="1488168"/>
            <a:ext cx="1249381" cy="94696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stCxn id="85" idx="6"/>
          </p:cNvCxnSpPr>
          <p:nvPr/>
        </p:nvCxnSpPr>
        <p:spPr>
          <a:xfrm flipV="1">
            <a:off x="1634504" y="1488168"/>
            <a:ext cx="1249381" cy="189393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0" name="Oval 99"/>
          <p:cNvSpPr/>
          <p:nvPr/>
        </p:nvSpPr>
        <p:spPr>
          <a:xfrm>
            <a:off x="2883885" y="1123950"/>
            <a:ext cx="734930" cy="728437"/>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4794702" y="1504950"/>
            <a:ext cx="734930" cy="728437"/>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Arrow Connector 101"/>
          <p:cNvCxnSpPr>
            <a:stCxn id="100" idx="6"/>
            <a:endCxn id="101" idx="2"/>
          </p:cNvCxnSpPr>
          <p:nvPr/>
        </p:nvCxnSpPr>
        <p:spPr>
          <a:xfrm>
            <a:off x="3618815" y="1488169"/>
            <a:ext cx="1175887" cy="381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a:stCxn id="88" idx="6"/>
            <a:endCxn id="101" idx="2"/>
          </p:cNvCxnSpPr>
          <p:nvPr/>
        </p:nvCxnSpPr>
        <p:spPr>
          <a:xfrm flipV="1">
            <a:off x="3618815" y="1869169"/>
            <a:ext cx="1175887" cy="56596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93" idx="6"/>
            <a:endCxn id="101" idx="2"/>
          </p:cNvCxnSpPr>
          <p:nvPr/>
        </p:nvCxnSpPr>
        <p:spPr>
          <a:xfrm flipV="1">
            <a:off x="3618815" y="1869169"/>
            <a:ext cx="1175887" cy="151293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05" name="Picture 104"/>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7833774" y="2266950"/>
            <a:ext cx="853026" cy="351709"/>
          </a:xfrm>
          <a:prstGeom prst="rect">
            <a:avLst/>
          </a:prstGeom>
        </p:spPr>
      </p:pic>
      <p:pic>
        <p:nvPicPr>
          <p:cNvPr id="106" name="Picture 105"/>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1139246" y="1381167"/>
            <a:ext cx="290748" cy="196317"/>
          </a:xfrm>
          <a:prstGeom prst="rect">
            <a:avLst/>
          </a:prstGeom>
        </p:spPr>
      </p:pic>
      <p:pic>
        <p:nvPicPr>
          <p:cNvPr id="107" name="Picture 106"/>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1139566" y="2335064"/>
            <a:ext cx="298203" cy="196317"/>
          </a:xfrm>
          <a:prstGeom prst="rect">
            <a:avLst/>
          </a:prstGeom>
        </p:spPr>
      </p:pic>
      <p:pic>
        <p:nvPicPr>
          <p:cNvPr id="108" name="Picture 107"/>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1139566" y="3282980"/>
            <a:ext cx="300688" cy="201287"/>
          </a:xfrm>
          <a:prstGeom prst="rect">
            <a:avLst/>
          </a:prstGeom>
        </p:spPr>
      </p:pic>
      <p:sp>
        <p:nvSpPr>
          <p:cNvPr id="112" name="TextBox 111"/>
          <p:cNvSpPr txBox="1"/>
          <p:nvPr/>
        </p:nvSpPr>
        <p:spPr>
          <a:xfrm>
            <a:off x="747174" y="3862642"/>
            <a:ext cx="928588" cy="400110"/>
          </a:xfrm>
          <a:prstGeom prst="rect">
            <a:avLst/>
          </a:prstGeom>
          <a:noFill/>
        </p:spPr>
        <p:txBody>
          <a:bodyPr wrap="none" rtlCol="0">
            <a:spAutoFit/>
          </a:bodyPr>
          <a:lstStyle/>
          <a:p>
            <a:r>
              <a:rPr lang="en-US" sz="2000" dirty="0">
                <a:latin typeface="Calibri"/>
              </a:rPr>
              <a:t>Layer 1</a:t>
            </a:r>
            <a:endParaRPr lang="en-US" sz="2000" baseline="-25000" dirty="0">
              <a:latin typeface="Calibri"/>
            </a:endParaRPr>
          </a:p>
        </p:txBody>
      </p:sp>
      <p:sp>
        <p:nvSpPr>
          <p:cNvPr id="113" name="TextBox 112"/>
          <p:cNvSpPr txBox="1"/>
          <p:nvPr/>
        </p:nvSpPr>
        <p:spPr>
          <a:xfrm>
            <a:off x="2812258" y="3862642"/>
            <a:ext cx="928588" cy="400110"/>
          </a:xfrm>
          <a:prstGeom prst="rect">
            <a:avLst/>
          </a:prstGeom>
          <a:noFill/>
        </p:spPr>
        <p:txBody>
          <a:bodyPr wrap="none" rtlCol="0">
            <a:spAutoFit/>
          </a:bodyPr>
          <a:lstStyle/>
          <a:p>
            <a:r>
              <a:rPr lang="en-US" sz="2000" dirty="0">
                <a:latin typeface="Calibri"/>
              </a:rPr>
              <a:t>Layer 2</a:t>
            </a:r>
            <a:endParaRPr lang="en-US" sz="2000" baseline="-25000" dirty="0">
              <a:latin typeface="Calibri"/>
            </a:endParaRPr>
          </a:p>
        </p:txBody>
      </p:sp>
      <p:sp>
        <p:nvSpPr>
          <p:cNvPr id="116" name="TextBox 115"/>
          <p:cNvSpPr txBox="1"/>
          <p:nvPr/>
        </p:nvSpPr>
        <p:spPr>
          <a:xfrm>
            <a:off x="381000" y="285750"/>
            <a:ext cx="6400800" cy="461665"/>
          </a:xfrm>
          <a:prstGeom prst="rect">
            <a:avLst/>
          </a:prstGeom>
          <a:noFill/>
        </p:spPr>
        <p:txBody>
          <a:bodyPr wrap="square" rtlCol="0">
            <a:spAutoFit/>
          </a:bodyPr>
          <a:lstStyle/>
          <a:p>
            <a:r>
              <a:rPr lang="en-US" sz="2400" b="1" dirty="0"/>
              <a:t>Other network architectures</a:t>
            </a:r>
            <a:endParaRPr lang="en-US" sz="2400" b="1" dirty="0"/>
          </a:p>
        </p:txBody>
      </p:sp>
      <p:sp>
        <p:nvSpPr>
          <p:cNvPr id="35" name="Oval 34"/>
          <p:cNvSpPr/>
          <p:nvPr/>
        </p:nvSpPr>
        <p:spPr>
          <a:xfrm>
            <a:off x="4785774" y="2529113"/>
            <a:ext cx="734930" cy="728437"/>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p:cNvCxnSpPr>
            <a:stCxn id="100" idx="6"/>
            <a:endCxn id="35" idx="2"/>
          </p:cNvCxnSpPr>
          <p:nvPr/>
        </p:nvCxnSpPr>
        <p:spPr>
          <a:xfrm>
            <a:off x="3618815" y="1488169"/>
            <a:ext cx="1166959" cy="140516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88" idx="6"/>
            <a:endCxn id="35" idx="2"/>
          </p:cNvCxnSpPr>
          <p:nvPr/>
        </p:nvCxnSpPr>
        <p:spPr>
          <a:xfrm>
            <a:off x="3618815" y="2435136"/>
            <a:ext cx="1166959" cy="45819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93" idx="6"/>
            <a:endCxn id="35" idx="2"/>
          </p:cNvCxnSpPr>
          <p:nvPr/>
        </p:nvCxnSpPr>
        <p:spPr>
          <a:xfrm flipV="1">
            <a:off x="3618815" y="2893332"/>
            <a:ext cx="1166959" cy="48877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Oval 44"/>
          <p:cNvSpPr/>
          <p:nvPr/>
        </p:nvSpPr>
        <p:spPr>
          <a:xfrm>
            <a:off x="6332658" y="2038350"/>
            <a:ext cx="734930" cy="728437"/>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Arrow Connector 46"/>
          <p:cNvCxnSpPr>
            <a:stCxn id="35" idx="6"/>
            <a:endCxn id="45" idx="2"/>
          </p:cNvCxnSpPr>
          <p:nvPr/>
        </p:nvCxnSpPr>
        <p:spPr>
          <a:xfrm flipV="1">
            <a:off x="5520704" y="2402569"/>
            <a:ext cx="811954" cy="49076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5" idx="6"/>
          </p:cNvCxnSpPr>
          <p:nvPr/>
        </p:nvCxnSpPr>
        <p:spPr>
          <a:xfrm>
            <a:off x="7067588" y="2402569"/>
            <a:ext cx="68998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6295586" y="3862642"/>
            <a:ext cx="928588" cy="400110"/>
          </a:xfrm>
          <a:prstGeom prst="rect">
            <a:avLst/>
          </a:prstGeom>
          <a:noFill/>
        </p:spPr>
        <p:txBody>
          <a:bodyPr wrap="none" rtlCol="0">
            <a:spAutoFit/>
          </a:bodyPr>
          <a:lstStyle/>
          <a:p>
            <a:r>
              <a:rPr lang="en-US" sz="2000" dirty="0">
                <a:latin typeface="Calibri"/>
              </a:rPr>
              <a:t>Layer 4</a:t>
            </a:r>
            <a:endParaRPr lang="en-US" sz="2000" baseline="-25000" dirty="0">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285750"/>
            <a:ext cx="4343400" cy="461665"/>
          </a:xfrm>
          <a:prstGeom prst="rect">
            <a:avLst/>
          </a:prstGeom>
          <a:noFill/>
        </p:spPr>
        <p:txBody>
          <a:bodyPr wrap="square" rtlCol="0">
            <a:spAutoFit/>
          </a:bodyPr>
          <a:lstStyle/>
          <a:p>
            <a:r>
              <a:rPr lang="en-US" sz="2400" b="1" dirty="0"/>
              <a:t>Simple example: AND</a:t>
            </a:r>
            <a:endParaRPr lang="en-US" sz="2400" b="1" dirty="0"/>
          </a:p>
        </p:txBody>
      </p:sp>
      <p:pic>
        <p:nvPicPr>
          <p:cNvPr id="5" name="Picture 4"/>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507216" y="893117"/>
            <a:ext cx="1533525" cy="253365"/>
          </a:xfrm>
          <a:prstGeom prst="rect">
            <a:avLst/>
          </a:prstGeom>
        </p:spPr>
      </p:pic>
      <p:pic>
        <p:nvPicPr>
          <p:cNvPr id="7" name="Picture 6"/>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510540" y="1276350"/>
            <a:ext cx="1699260" cy="234315"/>
          </a:xfrm>
          <a:prstGeom prst="rect">
            <a:avLst/>
          </a:prstGeom>
        </p:spPr>
      </p:pic>
      <p:sp>
        <p:nvSpPr>
          <p:cNvPr id="67" name="Oval 66"/>
          <p:cNvSpPr/>
          <p:nvPr/>
        </p:nvSpPr>
        <p:spPr>
          <a:xfrm>
            <a:off x="402272" y="3238405"/>
            <a:ext cx="527000" cy="52234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402272" y="2559359"/>
            <a:ext cx="527000" cy="52234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402272" y="1880312"/>
            <a:ext cx="527000" cy="52234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Arrow Connector 69"/>
          <p:cNvCxnSpPr>
            <a:stCxn id="74" idx="6"/>
          </p:cNvCxnSpPr>
          <p:nvPr/>
        </p:nvCxnSpPr>
        <p:spPr>
          <a:xfrm>
            <a:off x="2576822" y="2812442"/>
            <a:ext cx="527000" cy="108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9" idx="6"/>
            <a:endCxn id="74" idx="2"/>
          </p:cNvCxnSpPr>
          <p:nvPr/>
        </p:nvCxnSpPr>
        <p:spPr>
          <a:xfrm>
            <a:off x="929272" y="2141484"/>
            <a:ext cx="1120550" cy="67095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endCxn id="74" idx="2"/>
          </p:cNvCxnSpPr>
          <p:nvPr/>
        </p:nvCxnSpPr>
        <p:spPr>
          <a:xfrm flipV="1">
            <a:off x="929272" y="2812441"/>
            <a:ext cx="1120550" cy="80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7" idx="6"/>
            <a:endCxn id="74" idx="2"/>
          </p:cNvCxnSpPr>
          <p:nvPr/>
        </p:nvCxnSpPr>
        <p:spPr>
          <a:xfrm flipV="1">
            <a:off x="929272" y="2812441"/>
            <a:ext cx="1120550" cy="68713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2049822" y="2551269"/>
            <a:ext cx="527000" cy="522344"/>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554329" y="2772423"/>
            <a:ext cx="222885" cy="150495"/>
          </a:xfrm>
          <a:prstGeom prst="rect">
            <a:avLst/>
          </a:prstGeom>
        </p:spPr>
      </p:pic>
      <p:pic>
        <p:nvPicPr>
          <p:cNvPr id="87" name="Picture 86"/>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554672" y="3445523"/>
            <a:ext cx="228600" cy="150495"/>
          </a:xfrm>
          <a:prstGeom prst="rect">
            <a:avLst/>
          </a:prstGeom>
        </p:spPr>
      </p:pic>
      <p:pic>
        <p:nvPicPr>
          <p:cNvPr id="8" name="Picture 7"/>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554672" y="2082651"/>
            <a:ext cx="228600" cy="150395"/>
          </a:xfrm>
          <a:prstGeom prst="rect">
            <a:avLst/>
          </a:prstGeom>
        </p:spPr>
      </p:pic>
      <p:graphicFrame>
        <p:nvGraphicFramePr>
          <p:cNvPr id="94" name="Table 93"/>
          <p:cNvGraphicFramePr>
            <a:graphicFrameLocks noGrp="1"/>
          </p:cNvGraphicFramePr>
          <p:nvPr/>
        </p:nvGraphicFramePr>
        <p:xfrm>
          <a:off x="4648200" y="2794761"/>
          <a:ext cx="4191000" cy="1598169"/>
        </p:xfrm>
        <a:graphic>
          <a:graphicData uri="http://schemas.openxmlformats.org/drawingml/2006/table">
            <a:tbl>
              <a:tblPr>
                <a:tableStyleId>{2D5ABB26-0587-4C30-8999-92F81FD0307C}</a:tableStyleId>
              </a:tblPr>
              <a:tblGrid>
                <a:gridCol w="1028700"/>
                <a:gridCol w="1028700"/>
                <a:gridCol w="2133600"/>
              </a:tblGrid>
              <a:tr h="348489">
                <a:tc>
                  <a:txBody>
                    <a:bodyPr/>
                    <a:lstStyle/>
                    <a:p>
                      <a:pPr algn="ctr" fontAlgn="b"/>
                      <a:endParaRPr lang="en-US" sz="2000" b="1" i="0" u="none" strike="noStrike" dirty="0">
                        <a:solidFill>
                          <a:srgbClr val="000000"/>
                        </a:solidFill>
                        <a:effectLst/>
                        <a:latin typeface="+mj-lt"/>
                      </a:endParaRPr>
                    </a:p>
                  </a:txBody>
                  <a:tcPr marL="7620" marR="7620" marT="7620" marB="0" anchor="b">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1800" b="1" i="0" u="none" strike="noStrike" dirty="0">
                        <a:solidFill>
                          <a:srgbClr val="000000"/>
                        </a:solidFill>
                        <a:effectLst/>
                        <a:latin typeface="+mj-lt"/>
                      </a:endParaRPr>
                    </a:p>
                  </a:txBody>
                  <a:tcPr marL="7620" marR="7620" marT="762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2000" b="1" i="0" u="none" strike="noStrike" dirty="0">
                        <a:solidFill>
                          <a:srgbClr val="000000"/>
                        </a:solidFill>
                        <a:effectLst/>
                        <a:latin typeface="+mj-lt"/>
                      </a:endParaRPr>
                    </a:p>
                  </a:txBody>
                  <a:tcPr marL="7620" marR="7620" marT="762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r>
              <a:tr h="299003">
                <a:tc>
                  <a:txBody>
                    <a:bodyPr/>
                    <a:lstStyle/>
                    <a:p>
                      <a:pPr algn="ctr" fontAlgn="b"/>
                      <a:r>
                        <a:rPr lang="en-US" sz="2000" b="0" i="0" u="none" strike="noStrike" dirty="0">
                          <a:solidFill>
                            <a:srgbClr val="000000"/>
                          </a:solidFill>
                          <a:effectLst/>
                          <a:latin typeface="+mj-lt"/>
                        </a:rPr>
                        <a:t>0</a:t>
                      </a:r>
                      <a:endParaRPr lang="en-US" sz="2000" b="0" i="0" u="none" strike="noStrike" dirty="0">
                        <a:solidFill>
                          <a:srgbClr val="000000"/>
                        </a:solidFill>
                        <a:effectLst/>
                        <a:latin typeface="+mj-lt"/>
                      </a:endParaRPr>
                    </a:p>
                  </a:txBody>
                  <a:tcPr marL="7620" marR="7620" marT="7620" marB="0" anchor="b">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000" b="0" i="0" u="none" strike="noStrike" dirty="0">
                          <a:solidFill>
                            <a:srgbClr val="000000"/>
                          </a:solidFill>
                          <a:effectLst/>
                          <a:latin typeface="+mj-lt"/>
                        </a:rPr>
                        <a:t>0</a:t>
                      </a:r>
                      <a:endParaRPr lang="en-US" sz="2000" b="0" i="0" u="none" strike="noStrike" dirty="0">
                        <a:solidFill>
                          <a:srgbClr val="000000"/>
                        </a:solidFill>
                        <a:effectLst/>
                        <a:latin typeface="+mj-lt"/>
                      </a:endParaRPr>
                    </a:p>
                  </a:txBody>
                  <a:tcPr marL="7620" marR="7620" marT="762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000" b="0" i="0" u="none" strike="noStrike" dirty="0">
                          <a:solidFill>
                            <a:srgbClr val="000000"/>
                          </a:solidFill>
                          <a:effectLst/>
                          <a:latin typeface="+mj-lt"/>
                        </a:rPr>
                        <a:t>0</a:t>
                      </a:r>
                      <a:endParaRPr lang="en-US" sz="2000" b="0" i="0" u="none" strike="noStrike" dirty="0">
                        <a:solidFill>
                          <a:srgbClr val="000000"/>
                        </a:solidFill>
                        <a:effectLst/>
                        <a:latin typeface="+mj-lt"/>
                      </a:endParaRPr>
                    </a:p>
                  </a:txBody>
                  <a:tcPr marL="7620" marR="7620" marT="762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r>
              <a:tr h="299003">
                <a:tc>
                  <a:txBody>
                    <a:bodyPr/>
                    <a:lstStyle/>
                    <a:p>
                      <a:pPr algn="ctr" fontAlgn="b"/>
                      <a:r>
                        <a:rPr lang="en-US" sz="2000" b="0" i="0" u="none" strike="noStrike" dirty="0">
                          <a:solidFill>
                            <a:srgbClr val="000000"/>
                          </a:solidFill>
                          <a:effectLst/>
                          <a:latin typeface="+mj-lt"/>
                        </a:rPr>
                        <a:t>0</a:t>
                      </a:r>
                      <a:endParaRPr lang="en-US" sz="2000" b="0" i="0" u="none" strike="noStrike" dirty="0">
                        <a:solidFill>
                          <a:srgbClr val="000000"/>
                        </a:solidFill>
                        <a:effectLst/>
                        <a:latin typeface="+mj-lt"/>
                      </a:endParaRPr>
                    </a:p>
                  </a:txBody>
                  <a:tcPr marL="7620" marR="7620" marT="7620" marB="0" anchor="b">
                    <a:lnR w="12700" cap="flat" cmpd="sng" algn="ctr">
                      <a:noFill/>
                      <a:prstDash val="solid"/>
                      <a:round/>
                      <a:headEnd type="none" w="med" len="med"/>
                      <a:tailEnd type="none" w="med" len="med"/>
                    </a:lnR>
                    <a:solidFill>
                      <a:schemeClr val="bg1"/>
                    </a:solidFill>
                  </a:tcPr>
                </a:tc>
                <a:tc>
                  <a:txBody>
                    <a:bodyPr/>
                    <a:lstStyle/>
                    <a:p>
                      <a:pPr algn="ctr" fontAlgn="b"/>
                      <a:r>
                        <a:rPr lang="en-US" sz="2000" b="0" i="0" u="none" strike="noStrike" dirty="0">
                          <a:solidFill>
                            <a:srgbClr val="000000"/>
                          </a:solidFill>
                          <a:effectLst/>
                          <a:latin typeface="+mj-lt"/>
                        </a:rPr>
                        <a:t>1</a:t>
                      </a:r>
                      <a:endParaRPr lang="en-US" sz="2000" b="0" i="0" u="none" strike="noStrike" dirty="0">
                        <a:solidFill>
                          <a:srgbClr val="000000"/>
                        </a:solidFill>
                        <a:effectLst/>
                        <a:latin typeface="+mj-lt"/>
                      </a:endParaRPr>
                    </a:p>
                  </a:txBody>
                  <a:tcPr marL="7620" marR="7620" marT="762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000" b="0" i="0" u="none" strike="noStrike" dirty="0">
                          <a:solidFill>
                            <a:srgbClr val="000000"/>
                          </a:solidFill>
                          <a:effectLst/>
                          <a:latin typeface="+mj-lt"/>
                        </a:rPr>
                        <a:t>0</a:t>
                      </a:r>
                      <a:endParaRPr lang="en-US" sz="2000" b="0" i="0" u="none" strike="noStrike" dirty="0">
                        <a:solidFill>
                          <a:srgbClr val="000000"/>
                        </a:solidFill>
                        <a:effectLst/>
                        <a:latin typeface="+mj-lt"/>
                      </a:endParaRPr>
                    </a:p>
                  </a:txBody>
                  <a:tcPr marL="7620" marR="7620" marT="7620" marB="0" anchor="b">
                    <a:lnL w="12700" cap="flat" cmpd="sng" algn="ctr">
                      <a:solidFill>
                        <a:schemeClr val="tx1"/>
                      </a:solidFill>
                      <a:prstDash val="solid"/>
                      <a:round/>
                      <a:headEnd type="none" w="med" len="med"/>
                      <a:tailEnd type="none" w="med" len="med"/>
                    </a:lnL>
                    <a:solidFill>
                      <a:schemeClr val="bg1"/>
                    </a:solidFill>
                  </a:tcPr>
                </a:tc>
              </a:tr>
              <a:tr h="299003">
                <a:tc>
                  <a:txBody>
                    <a:bodyPr/>
                    <a:lstStyle/>
                    <a:p>
                      <a:pPr algn="ctr" fontAlgn="b"/>
                      <a:r>
                        <a:rPr lang="en-US" sz="2000" b="0" i="0" u="none" strike="noStrike" dirty="0">
                          <a:solidFill>
                            <a:srgbClr val="000000"/>
                          </a:solidFill>
                          <a:effectLst/>
                          <a:latin typeface="+mj-lt"/>
                        </a:rPr>
                        <a:t>1</a:t>
                      </a:r>
                      <a:endParaRPr lang="en-US" sz="2000" b="0" i="0" u="none" strike="noStrike" dirty="0">
                        <a:solidFill>
                          <a:srgbClr val="000000"/>
                        </a:solidFill>
                        <a:effectLst/>
                        <a:latin typeface="+mj-lt"/>
                      </a:endParaRPr>
                    </a:p>
                  </a:txBody>
                  <a:tcPr marL="7620" marR="7620" marT="7620" marB="0" anchor="b">
                    <a:lnR w="12700" cap="flat" cmpd="sng" algn="ctr">
                      <a:noFill/>
                      <a:prstDash val="solid"/>
                      <a:round/>
                      <a:headEnd type="none" w="med" len="med"/>
                      <a:tailEnd type="none" w="med" len="med"/>
                    </a:lnR>
                    <a:solidFill>
                      <a:schemeClr val="bg1"/>
                    </a:solidFill>
                  </a:tcPr>
                </a:tc>
                <a:tc>
                  <a:txBody>
                    <a:bodyPr/>
                    <a:lstStyle/>
                    <a:p>
                      <a:pPr algn="ctr" fontAlgn="b"/>
                      <a:r>
                        <a:rPr lang="en-US" sz="2000" b="0" i="0" u="none" strike="noStrike" dirty="0">
                          <a:solidFill>
                            <a:srgbClr val="000000"/>
                          </a:solidFill>
                          <a:effectLst/>
                          <a:latin typeface="+mj-lt"/>
                        </a:rPr>
                        <a:t>0</a:t>
                      </a:r>
                      <a:endParaRPr lang="en-US" sz="2000" b="0" i="0" u="none" strike="noStrike" dirty="0">
                        <a:solidFill>
                          <a:srgbClr val="000000"/>
                        </a:solidFill>
                        <a:effectLst/>
                        <a:latin typeface="+mj-lt"/>
                      </a:endParaRPr>
                    </a:p>
                  </a:txBody>
                  <a:tcPr marL="7620" marR="7620" marT="762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000" b="0" i="0" u="none" strike="noStrike" dirty="0">
                          <a:solidFill>
                            <a:srgbClr val="000000"/>
                          </a:solidFill>
                          <a:effectLst/>
                          <a:latin typeface="+mj-lt"/>
                        </a:rPr>
                        <a:t>0</a:t>
                      </a:r>
                      <a:endParaRPr lang="en-US" sz="2000" b="0" i="0" u="none" strike="noStrike" dirty="0">
                        <a:solidFill>
                          <a:srgbClr val="000000"/>
                        </a:solidFill>
                        <a:effectLst/>
                        <a:latin typeface="+mj-lt"/>
                      </a:endParaRPr>
                    </a:p>
                  </a:txBody>
                  <a:tcPr marL="7620" marR="7620" marT="7620" marB="0" anchor="b">
                    <a:lnL w="12700" cap="flat" cmpd="sng" algn="ctr">
                      <a:solidFill>
                        <a:schemeClr val="tx1"/>
                      </a:solidFill>
                      <a:prstDash val="solid"/>
                      <a:round/>
                      <a:headEnd type="none" w="med" len="med"/>
                      <a:tailEnd type="none" w="med" len="med"/>
                    </a:lnL>
                    <a:solidFill>
                      <a:schemeClr val="bg1"/>
                    </a:solidFill>
                  </a:tcPr>
                </a:tc>
              </a:tr>
              <a:tr h="299003">
                <a:tc>
                  <a:txBody>
                    <a:bodyPr/>
                    <a:lstStyle/>
                    <a:p>
                      <a:pPr algn="ctr" fontAlgn="b"/>
                      <a:r>
                        <a:rPr lang="en-US" sz="2000" b="0" i="0" u="none" strike="noStrike" dirty="0">
                          <a:solidFill>
                            <a:srgbClr val="000000"/>
                          </a:solidFill>
                          <a:effectLst/>
                          <a:latin typeface="+mj-lt"/>
                        </a:rPr>
                        <a:t>1</a:t>
                      </a:r>
                      <a:endParaRPr lang="en-US" sz="2000" b="0" i="0" u="none" strike="noStrike" dirty="0">
                        <a:solidFill>
                          <a:srgbClr val="000000"/>
                        </a:solidFill>
                        <a:effectLst/>
                        <a:latin typeface="+mj-lt"/>
                      </a:endParaRPr>
                    </a:p>
                  </a:txBody>
                  <a:tcPr marL="7620" marR="7620" marT="7620" marB="0" anchor="b">
                    <a:lnR w="12700" cap="flat" cmpd="sng" algn="ctr">
                      <a:noFill/>
                      <a:prstDash val="solid"/>
                      <a:round/>
                      <a:headEnd type="none" w="med" len="med"/>
                      <a:tailEnd type="none" w="med" len="med"/>
                    </a:lnR>
                    <a:solidFill>
                      <a:schemeClr val="bg1"/>
                    </a:solidFill>
                  </a:tcPr>
                </a:tc>
                <a:tc>
                  <a:txBody>
                    <a:bodyPr/>
                    <a:lstStyle/>
                    <a:p>
                      <a:pPr algn="ctr" fontAlgn="b"/>
                      <a:r>
                        <a:rPr lang="en-US" sz="2000" b="0" i="0" u="none" strike="noStrike" dirty="0">
                          <a:solidFill>
                            <a:srgbClr val="000000"/>
                          </a:solidFill>
                          <a:effectLst/>
                          <a:latin typeface="+mj-lt"/>
                        </a:rPr>
                        <a:t>1</a:t>
                      </a:r>
                      <a:endParaRPr lang="en-US" sz="2000" b="0" i="0" u="none" strike="noStrike" dirty="0">
                        <a:solidFill>
                          <a:srgbClr val="000000"/>
                        </a:solidFill>
                        <a:effectLst/>
                        <a:latin typeface="+mj-lt"/>
                      </a:endParaRPr>
                    </a:p>
                  </a:txBody>
                  <a:tcPr marL="7620" marR="7620" marT="762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000" b="0" i="0" u="none" strike="noStrike" dirty="0">
                          <a:solidFill>
                            <a:srgbClr val="000000"/>
                          </a:solidFill>
                          <a:effectLst/>
                          <a:latin typeface="+mj-lt"/>
                        </a:rPr>
                        <a:t>1</a:t>
                      </a:r>
                      <a:endParaRPr lang="en-US" sz="2000" b="0" i="0" u="none" strike="noStrike" dirty="0">
                        <a:solidFill>
                          <a:srgbClr val="000000"/>
                        </a:solidFill>
                        <a:effectLst/>
                        <a:latin typeface="+mj-lt"/>
                      </a:endParaRPr>
                    </a:p>
                  </a:txBody>
                  <a:tcPr marL="7620" marR="7620" marT="7620" marB="0" anchor="b">
                    <a:lnL w="12700" cap="flat" cmpd="sng" algn="ctr">
                      <a:solidFill>
                        <a:schemeClr val="tx1"/>
                      </a:solidFill>
                      <a:prstDash val="solid"/>
                      <a:round/>
                      <a:headEnd type="none" w="med" len="med"/>
                      <a:tailEnd type="none" w="med" len="med"/>
                    </a:lnL>
                    <a:solidFill>
                      <a:schemeClr val="bg1"/>
                    </a:solidFill>
                  </a:tcPr>
                </a:tc>
              </a:tr>
            </a:tbl>
          </a:graphicData>
        </a:graphic>
      </p:graphicFrame>
      <p:pic>
        <p:nvPicPr>
          <p:cNvPr id="11" name="Picture 10"/>
          <p:cNvPicPr>
            <a:picLocks noChangeAspect="1"/>
          </p:cNvPicPr>
          <p:nvPr>
            <p:custDataLst>
              <p:tags r:id="rId11"/>
            </p:custDataLst>
          </p:nvPr>
        </p:nvPicPr>
        <p:blipFill>
          <a:blip r:embed="rId12" cstate="print">
            <a:extLst>
              <a:ext uri="{28A0092B-C50C-407E-A947-70E740481C1C}">
                <a14:useLocalDpi xmlns:a14="http://schemas.microsoft.com/office/drawing/2010/main" val="0"/>
              </a:ext>
            </a:extLst>
          </a:blip>
          <a:stretch>
            <a:fillRect/>
          </a:stretch>
        </p:blipFill>
        <p:spPr>
          <a:xfrm>
            <a:off x="5039833" y="2903755"/>
            <a:ext cx="267462" cy="180594"/>
          </a:xfrm>
          <a:prstGeom prst="rect">
            <a:avLst/>
          </a:prstGeom>
        </p:spPr>
      </p:pic>
      <p:pic>
        <p:nvPicPr>
          <p:cNvPr id="10" name="Picture 9"/>
          <p:cNvPicPr>
            <a:picLocks noChangeAspect="1"/>
          </p:cNvPicPr>
          <p:nvPr>
            <p:custDataLst>
              <p:tags r:id="rId13"/>
            </p:custDataLst>
          </p:nvPr>
        </p:nvPicPr>
        <p:blipFill>
          <a:blip r:embed="rId14" cstate="print">
            <a:extLst>
              <a:ext uri="{28A0092B-C50C-407E-A947-70E740481C1C}">
                <a14:useLocalDpi xmlns:a14="http://schemas.microsoft.com/office/drawing/2010/main" val="0"/>
              </a:ext>
            </a:extLst>
          </a:blip>
          <a:stretch>
            <a:fillRect/>
          </a:stretch>
        </p:blipFill>
        <p:spPr>
          <a:xfrm>
            <a:off x="6050280" y="2887183"/>
            <a:ext cx="274320" cy="180594"/>
          </a:xfrm>
          <a:prstGeom prst="rect">
            <a:avLst/>
          </a:prstGeom>
        </p:spPr>
      </p:pic>
      <p:cxnSp>
        <p:nvCxnSpPr>
          <p:cNvPr id="103" name="Straight Arrow Connector 102"/>
          <p:cNvCxnSpPr/>
          <p:nvPr/>
        </p:nvCxnSpPr>
        <p:spPr>
          <a:xfrm flipV="1">
            <a:off x="6629400" y="235928"/>
            <a:ext cx="0" cy="199568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4724400" y="2078457"/>
            <a:ext cx="4027987"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6586728" y="438150"/>
            <a:ext cx="82550" cy="0"/>
          </a:xfrm>
          <a:prstGeom prst="line">
            <a:avLst/>
          </a:prstGeom>
          <a:ln w="19050">
            <a:solidFill>
              <a:schemeClr val="bg1">
                <a:lumMod val="50000"/>
              </a:schemeClr>
            </a:solidFill>
          </a:ln>
        </p:spPr>
        <p:style>
          <a:lnRef idx="1">
            <a:schemeClr val="dk1"/>
          </a:lnRef>
          <a:fillRef idx="0">
            <a:schemeClr val="dk1"/>
          </a:fillRef>
          <a:effectRef idx="0">
            <a:schemeClr val="dk1"/>
          </a:effectRef>
          <a:fontRef idx="minor">
            <a:schemeClr val="tx1"/>
          </a:fontRef>
        </p:style>
      </p:cxnSp>
      <p:pic>
        <p:nvPicPr>
          <p:cNvPr id="43" name="Picture 42"/>
          <p:cNvPicPr>
            <a:picLocks noChangeAspect="1"/>
          </p:cNvPicPr>
          <p:nvPr>
            <p:custDataLst>
              <p:tags r:id="rId15"/>
            </p:custDataLst>
          </p:nvPr>
        </p:nvPicPr>
        <p:blipFill>
          <a:blip r:embed="rId16" cstate="print">
            <a:extLst>
              <a:ext uri="{28A0092B-C50C-407E-A947-70E740481C1C}">
                <a14:useLocalDpi xmlns:a14="http://schemas.microsoft.com/office/drawing/2010/main" val="0"/>
              </a:ext>
            </a:extLst>
          </a:blip>
          <a:stretch>
            <a:fillRect/>
          </a:stretch>
        </p:blipFill>
        <p:spPr>
          <a:xfrm>
            <a:off x="8150225" y="525633"/>
            <a:ext cx="298450" cy="176957"/>
          </a:xfrm>
          <a:prstGeom prst="rect">
            <a:avLst/>
          </a:prstGeom>
        </p:spPr>
      </p:pic>
      <p:pic>
        <p:nvPicPr>
          <p:cNvPr id="112" name="Picture 111"/>
          <p:cNvPicPr>
            <a:picLocks noChangeAspect="1"/>
          </p:cNvPicPr>
          <p:nvPr>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3200401" y="2667648"/>
            <a:ext cx="690562" cy="284724"/>
          </a:xfrm>
          <a:prstGeom prst="rect">
            <a:avLst/>
          </a:prstGeom>
        </p:spPr>
      </p:pic>
      <p:sp>
        <p:nvSpPr>
          <p:cNvPr id="3" name="TextBox 2"/>
          <p:cNvSpPr txBox="1"/>
          <p:nvPr/>
        </p:nvSpPr>
        <p:spPr>
          <a:xfrm>
            <a:off x="6284976" y="319796"/>
            <a:ext cx="364202" cy="261610"/>
          </a:xfrm>
          <a:prstGeom prst="rect">
            <a:avLst/>
          </a:prstGeom>
          <a:noFill/>
        </p:spPr>
        <p:txBody>
          <a:bodyPr wrap="none" rtlCol="0">
            <a:spAutoFit/>
          </a:bodyPr>
          <a:lstStyle/>
          <a:p>
            <a:r>
              <a:rPr lang="en-US" sz="1050" dirty="0"/>
              <a:t>1.0</a:t>
            </a:r>
            <a:endParaRPr lang="en-US" sz="1050" dirty="0"/>
          </a:p>
        </p:txBody>
      </p:sp>
      <p:pic>
        <p:nvPicPr>
          <p:cNvPr id="27" name="Picture 26"/>
          <p:cNvPicPr>
            <a:picLocks noChangeAspect="1"/>
          </p:cNvPicPr>
          <p:nvPr>
            <p:custDataLst>
              <p:tags r:id="rId19"/>
            </p:custDataLst>
          </p:nvPr>
        </p:nvPicPr>
        <p:blipFill>
          <a:blip r:embed="rId20" cstate="print">
            <a:extLst>
              <a:ext uri="{28A0092B-C50C-407E-A947-70E740481C1C}">
                <a14:useLocalDpi xmlns:a14="http://schemas.microsoft.com/office/drawing/2010/main" val="0"/>
              </a:ext>
            </a:extLst>
          </a:blip>
          <a:stretch>
            <a:fillRect/>
          </a:stretch>
        </p:blipFill>
        <p:spPr>
          <a:xfrm>
            <a:off x="7327998" y="2791106"/>
            <a:ext cx="737604" cy="304119"/>
          </a:xfrm>
          <a:prstGeom prst="rect">
            <a:avLst/>
          </a:prstGeom>
        </p:spPr>
      </p:pic>
      <p:sp>
        <p:nvSpPr>
          <p:cNvPr id="9" name="文本框 8"/>
          <p:cNvSpPr txBox="1"/>
          <p:nvPr/>
        </p:nvSpPr>
        <p:spPr>
          <a:xfrm>
            <a:off x="1371600" y="2141484"/>
            <a:ext cx="489236" cy="369332"/>
          </a:xfrm>
          <a:prstGeom prst="rect">
            <a:avLst/>
          </a:prstGeom>
          <a:noFill/>
        </p:spPr>
        <p:txBody>
          <a:bodyPr wrap="none" rtlCol="0">
            <a:spAutoFit/>
          </a:bodyPr>
          <a:lstStyle/>
          <a:p>
            <a:r>
              <a:rPr lang="en-US" altLang="zh-CN" dirty="0"/>
              <a:t>-30</a:t>
            </a:r>
            <a:endParaRPr lang="zh-CN" altLang="en-US" dirty="0"/>
          </a:p>
        </p:txBody>
      </p:sp>
      <p:sp>
        <p:nvSpPr>
          <p:cNvPr id="29" name="文本框 28"/>
          <p:cNvSpPr txBox="1"/>
          <p:nvPr/>
        </p:nvSpPr>
        <p:spPr>
          <a:xfrm>
            <a:off x="974924" y="2512875"/>
            <a:ext cx="418704" cy="369332"/>
          </a:xfrm>
          <a:prstGeom prst="rect">
            <a:avLst/>
          </a:prstGeom>
          <a:noFill/>
        </p:spPr>
        <p:txBody>
          <a:bodyPr wrap="none" rtlCol="0">
            <a:spAutoFit/>
          </a:bodyPr>
          <a:lstStyle/>
          <a:p>
            <a:r>
              <a:rPr lang="en-US" altLang="zh-CN" dirty="0"/>
              <a:t>20</a:t>
            </a:r>
            <a:endParaRPr lang="zh-CN" altLang="en-US" dirty="0"/>
          </a:p>
        </p:txBody>
      </p:sp>
      <p:sp>
        <p:nvSpPr>
          <p:cNvPr id="31" name="文本框 30"/>
          <p:cNvSpPr txBox="1"/>
          <p:nvPr/>
        </p:nvSpPr>
        <p:spPr>
          <a:xfrm>
            <a:off x="1449744" y="3168961"/>
            <a:ext cx="418704" cy="369332"/>
          </a:xfrm>
          <a:prstGeom prst="rect">
            <a:avLst/>
          </a:prstGeom>
          <a:noFill/>
        </p:spPr>
        <p:txBody>
          <a:bodyPr wrap="none" rtlCol="0">
            <a:spAutoFit/>
          </a:bodyPr>
          <a:lstStyle/>
          <a:p>
            <a:r>
              <a:rPr lang="en-US" altLang="zh-CN" dirty="0"/>
              <a:t>20</a:t>
            </a:r>
            <a:endParaRPr lang="zh-CN" altLang="en-US" dirty="0"/>
          </a:p>
        </p:txBody>
      </p:sp>
      <p:sp>
        <p:nvSpPr>
          <p:cNvPr id="12" name="任意多边形: 形状 11"/>
          <p:cNvSpPr/>
          <p:nvPr/>
        </p:nvSpPr>
        <p:spPr>
          <a:xfrm>
            <a:off x="5349240" y="533400"/>
            <a:ext cx="2545080" cy="1478280"/>
          </a:xfrm>
          <a:custGeom>
            <a:avLst/>
            <a:gdLst>
              <a:gd name="connsiteX0" fmla="*/ 0 w 2545080"/>
              <a:gd name="connsiteY0" fmla="*/ 1478280 h 1478280"/>
              <a:gd name="connsiteX1" fmla="*/ 160020 w 2545080"/>
              <a:gd name="connsiteY1" fmla="*/ 1470660 h 1478280"/>
              <a:gd name="connsiteX2" fmla="*/ 259080 w 2545080"/>
              <a:gd name="connsiteY2" fmla="*/ 1440180 h 1478280"/>
              <a:gd name="connsiteX3" fmla="*/ 342900 w 2545080"/>
              <a:gd name="connsiteY3" fmla="*/ 1424940 h 1478280"/>
              <a:gd name="connsiteX4" fmla="*/ 388620 w 2545080"/>
              <a:gd name="connsiteY4" fmla="*/ 1402080 h 1478280"/>
              <a:gd name="connsiteX5" fmla="*/ 449580 w 2545080"/>
              <a:gd name="connsiteY5" fmla="*/ 1386840 h 1478280"/>
              <a:gd name="connsiteX6" fmla="*/ 472440 w 2545080"/>
              <a:gd name="connsiteY6" fmla="*/ 1363980 h 1478280"/>
              <a:gd name="connsiteX7" fmla="*/ 647700 w 2545080"/>
              <a:gd name="connsiteY7" fmla="*/ 1303020 h 1478280"/>
              <a:gd name="connsiteX8" fmla="*/ 853440 w 2545080"/>
              <a:gd name="connsiteY8" fmla="*/ 1158240 h 1478280"/>
              <a:gd name="connsiteX9" fmla="*/ 944880 w 2545080"/>
              <a:gd name="connsiteY9" fmla="*/ 1089660 h 1478280"/>
              <a:gd name="connsiteX10" fmla="*/ 1005840 w 2545080"/>
              <a:gd name="connsiteY10" fmla="*/ 1028700 h 1478280"/>
              <a:gd name="connsiteX11" fmla="*/ 1013460 w 2545080"/>
              <a:gd name="connsiteY11" fmla="*/ 998220 h 1478280"/>
              <a:gd name="connsiteX12" fmla="*/ 1074420 w 2545080"/>
              <a:gd name="connsiteY12" fmla="*/ 899160 h 1478280"/>
              <a:gd name="connsiteX13" fmla="*/ 1097280 w 2545080"/>
              <a:gd name="connsiteY13" fmla="*/ 861060 h 1478280"/>
              <a:gd name="connsiteX14" fmla="*/ 1165860 w 2545080"/>
              <a:gd name="connsiteY14" fmla="*/ 784860 h 1478280"/>
              <a:gd name="connsiteX15" fmla="*/ 1196340 w 2545080"/>
              <a:gd name="connsiteY15" fmla="*/ 708660 h 1478280"/>
              <a:gd name="connsiteX16" fmla="*/ 1242060 w 2545080"/>
              <a:gd name="connsiteY16" fmla="*/ 655320 h 1478280"/>
              <a:gd name="connsiteX17" fmla="*/ 1272540 w 2545080"/>
              <a:gd name="connsiteY17" fmla="*/ 601980 h 1478280"/>
              <a:gd name="connsiteX18" fmla="*/ 1363980 w 2545080"/>
              <a:gd name="connsiteY18" fmla="*/ 525780 h 1478280"/>
              <a:gd name="connsiteX19" fmla="*/ 1409700 w 2545080"/>
              <a:gd name="connsiteY19" fmla="*/ 487680 h 1478280"/>
              <a:gd name="connsiteX20" fmla="*/ 1463040 w 2545080"/>
              <a:gd name="connsiteY20" fmla="*/ 419100 h 1478280"/>
              <a:gd name="connsiteX21" fmla="*/ 1584960 w 2545080"/>
              <a:gd name="connsiteY21" fmla="*/ 358140 h 1478280"/>
              <a:gd name="connsiteX22" fmla="*/ 1729740 w 2545080"/>
              <a:gd name="connsiteY22" fmla="*/ 266700 h 1478280"/>
              <a:gd name="connsiteX23" fmla="*/ 1844040 w 2545080"/>
              <a:gd name="connsiteY23" fmla="*/ 182880 h 1478280"/>
              <a:gd name="connsiteX24" fmla="*/ 1882140 w 2545080"/>
              <a:gd name="connsiteY24" fmla="*/ 167640 h 1478280"/>
              <a:gd name="connsiteX25" fmla="*/ 1965960 w 2545080"/>
              <a:gd name="connsiteY25" fmla="*/ 137160 h 1478280"/>
              <a:gd name="connsiteX26" fmla="*/ 2026920 w 2545080"/>
              <a:gd name="connsiteY26" fmla="*/ 106680 h 1478280"/>
              <a:gd name="connsiteX27" fmla="*/ 2087880 w 2545080"/>
              <a:gd name="connsiteY27" fmla="*/ 68580 h 1478280"/>
              <a:gd name="connsiteX28" fmla="*/ 2194560 w 2545080"/>
              <a:gd name="connsiteY28" fmla="*/ 45720 h 1478280"/>
              <a:gd name="connsiteX29" fmla="*/ 2270760 w 2545080"/>
              <a:gd name="connsiteY29" fmla="*/ 22860 h 1478280"/>
              <a:gd name="connsiteX30" fmla="*/ 2301240 w 2545080"/>
              <a:gd name="connsiteY30" fmla="*/ 15240 h 1478280"/>
              <a:gd name="connsiteX31" fmla="*/ 2545080 w 2545080"/>
              <a:gd name="connsiteY31" fmla="*/ 0 h 1478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45080" h="1478280">
                <a:moveTo>
                  <a:pt x="0" y="1478280"/>
                </a:moveTo>
                <a:cubicBezTo>
                  <a:pt x="53340" y="1475740"/>
                  <a:pt x="106923" y="1476349"/>
                  <a:pt x="160020" y="1470660"/>
                </a:cubicBezTo>
                <a:cubicBezTo>
                  <a:pt x="188666" y="1467591"/>
                  <a:pt x="230689" y="1446860"/>
                  <a:pt x="259080" y="1440180"/>
                </a:cubicBezTo>
                <a:cubicBezTo>
                  <a:pt x="286723" y="1433676"/>
                  <a:pt x="314960" y="1430020"/>
                  <a:pt x="342900" y="1424940"/>
                </a:cubicBezTo>
                <a:cubicBezTo>
                  <a:pt x="358140" y="1417320"/>
                  <a:pt x="372574" y="1407811"/>
                  <a:pt x="388620" y="1402080"/>
                </a:cubicBezTo>
                <a:cubicBezTo>
                  <a:pt x="408345" y="1395035"/>
                  <a:pt x="430512" y="1395507"/>
                  <a:pt x="449580" y="1386840"/>
                </a:cubicBezTo>
                <a:cubicBezTo>
                  <a:pt x="459390" y="1382381"/>
                  <a:pt x="462931" y="1369051"/>
                  <a:pt x="472440" y="1363980"/>
                </a:cubicBezTo>
                <a:cubicBezTo>
                  <a:pt x="537710" y="1329169"/>
                  <a:pt x="578422" y="1321914"/>
                  <a:pt x="647700" y="1303020"/>
                </a:cubicBezTo>
                <a:cubicBezTo>
                  <a:pt x="756173" y="1241035"/>
                  <a:pt x="684657" y="1284827"/>
                  <a:pt x="853440" y="1158240"/>
                </a:cubicBezTo>
                <a:cubicBezTo>
                  <a:pt x="883920" y="1135380"/>
                  <a:pt x="917939" y="1116601"/>
                  <a:pt x="944880" y="1089660"/>
                </a:cubicBezTo>
                <a:lnTo>
                  <a:pt x="1005840" y="1028700"/>
                </a:lnTo>
                <a:cubicBezTo>
                  <a:pt x="1008380" y="1018540"/>
                  <a:pt x="1009571" y="1007944"/>
                  <a:pt x="1013460" y="998220"/>
                </a:cubicBezTo>
                <a:cubicBezTo>
                  <a:pt x="1033519" y="948072"/>
                  <a:pt x="1042539" y="946982"/>
                  <a:pt x="1074420" y="899160"/>
                </a:cubicBezTo>
                <a:cubicBezTo>
                  <a:pt x="1082635" y="886837"/>
                  <a:pt x="1088028" y="872625"/>
                  <a:pt x="1097280" y="861060"/>
                </a:cubicBezTo>
                <a:cubicBezTo>
                  <a:pt x="1150431" y="794621"/>
                  <a:pt x="1120945" y="852233"/>
                  <a:pt x="1165860" y="784860"/>
                </a:cubicBezTo>
                <a:cubicBezTo>
                  <a:pt x="1192493" y="744911"/>
                  <a:pt x="1171556" y="758227"/>
                  <a:pt x="1196340" y="708660"/>
                </a:cubicBezTo>
                <a:cubicBezTo>
                  <a:pt x="1219595" y="662149"/>
                  <a:pt x="1215371" y="693448"/>
                  <a:pt x="1242060" y="655320"/>
                </a:cubicBezTo>
                <a:cubicBezTo>
                  <a:pt x="1253803" y="638544"/>
                  <a:pt x="1260495" y="618541"/>
                  <a:pt x="1272540" y="601980"/>
                </a:cubicBezTo>
                <a:cubicBezTo>
                  <a:pt x="1292639" y="574344"/>
                  <a:pt x="1341627" y="543343"/>
                  <a:pt x="1363980" y="525780"/>
                </a:cubicBezTo>
                <a:cubicBezTo>
                  <a:pt x="1379579" y="513524"/>
                  <a:pt x="1396201" y="502217"/>
                  <a:pt x="1409700" y="487680"/>
                </a:cubicBezTo>
                <a:cubicBezTo>
                  <a:pt x="1429406" y="466458"/>
                  <a:pt x="1436151" y="429856"/>
                  <a:pt x="1463040" y="419100"/>
                </a:cubicBezTo>
                <a:cubicBezTo>
                  <a:pt x="1511969" y="399528"/>
                  <a:pt x="1532690" y="392987"/>
                  <a:pt x="1584960" y="358140"/>
                </a:cubicBezTo>
                <a:cubicBezTo>
                  <a:pt x="1731151" y="260679"/>
                  <a:pt x="1631234" y="299535"/>
                  <a:pt x="1729740" y="266700"/>
                </a:cubicBezTo>
                <a:cubicBezTo>
                  <a:pt x="1755183" y="246911"/>
                  <a:pt x="1810649" y="201093"/>
                  <a:pt x="1844040" y="182880"/>
                </a:cubicBezTo>
                <a:cubicBezTo>
                  <a:pt x="1856048" y="176330"/>
                  <a:pt x="1869440" y="172720"/>
                  <a:pt x="1882140" y="167640"/>
                </a:cubicBezTo>
                <a:cubicBezTo>
                  <a:pt x="1929764" y="120016"/>
                  <a:pt x="1874765" y="165658"/>
                  <a:pt x="1965960" y="137160"/>
                </a:cubicBezTo>
                <a:cubicBezTo>
                  <a:pt x="1987644" y="130384"/>
                  <a:pt x="2007119" y="117818"/>
                  <a:pt x="2026920" y="106680"/>
                </a:cubicBezTo>
                <a:cubicBezTo>
                  <a:pt x="2047805" y="94932"/>
                  <a:pt x="2065360" y="76769"/>
                  <a:pt x="2087880" y="68580"/>
                </a:cubicBezTo>
                <a:cubicBezTo>
                  <a:pt x="2122058" y="56152"/>
                  <a:pt x="2159279" y="54540"/>
                  <a:pt x="2194560" y="45720"/>
                </a:cubicBezTo>
                <a:cubicBezTo>
                  <a:pt x="2220287" y="39288"/>
                  <a:pt x="2245262" y="30145"/>
                  <a:pt x="2270760" y="22860"/>
                </a:cubicBezTo>
                <a:cubicBezTo>
                  <a:pt x="2280830" y="19983"/>
                  <a:pt x="2290803" y="16110"/>
                  <a:pt x="2301240" y="15240"/>
                </a:cubicBezTo>
                <a:cubicBezTo>
                  <a:pt x="2382397" y="8477"/>
                  <a:pt x="2463800" y="5080"/>
                  <a:pt x="254508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2" name="文本框 31"/>
              <p:cNvSpPr txBox="1"/>
              <p:nvPr/>
            </p:nvSpPr>
            <p:spPr>
              <a:xfrm>
                <a:off x="-76200" y="4138223"/>
                <a:ext cx="4572000"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ℎ</m:t>
                          </m:r>
                        </m:e>
                        <m:sub>
                          <m:r>
                            <a:rPr lang="zh-CN" altLang="en-US" i="1">
                              <a:latin typeface="Cambria Math" panose="02040503050406030204" pitchFamily="18" charset="0"/>
                            </a:rPr>
                            <m:t>𝛩</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𝑥</m:t>
                          </m:r>
                        </m:e>
                      </m:d>
                      <m:r>
                        <a:rPr lang="zh-CN" altLang="en-US" i="0">
                          <a:latin typeface="Cambria Math" panose="02040503050406030204" pitchFamily="18" charset="0"/>
                        </a:rPr>
                        <m:t>=</m:t>
                      </m:r>
                      <m:r>
                        <a:rPr lang="zh-CN" altLang="en-US" i="1">
                          <a:latin typeface="Cambria Math" panose="02040503050406030204" pitchFamily="18" charset="0"/>
                        </a:rPr>
                        <m:t>𝑔</m:t>
                      </m:r>
                      <m:d>
                        <m:dPr>
                          <m:ctrlPr>
                            <a:rPr lang="zh-CN" altLang="en-US" i="1">
                              <a:solidFill>
                                <a:srgbClr val="836967"/>
                              </a:solidFill>
                              <a:latin typeface="Cambria Math" panose="02040503050406030204" pitchFamily="18" charset="0"/>
                            </a:rPr>
                          </m:ctrlPr>
                        </m:dPr>
                        <m:e>
                          <m:r>
                            <a:rPr lang="zh-CN" altLang="en-US" i="0">
                              <a:latin typeface="Cambria Math" panose="02040503050406030204" pitchFamily="18" charset="0"/>
                            </a:rPr>
                            <m:t>−</m:t>
                          </m:r>
                          <m:r>
                            <a:rPr lang="zh-CN" altLang="en-US" i="0">
                              <a:latin typeface="Cambria Math" panose="02040503050406030204" pitchFamily="18" charset="0"/>
                            </a:rPr>
                            <m:t>30</m:t>
                          </m:r>
                          <m:r>
                            <a:rPr lang="zh-CN" altLang="en-US" i="0">
                              <a:latin typeface="Cambria Math" panose="02040503050406030204" pitchFamily="18" charset="0"/>
                            </a:rPr>
                            <m:t>+</m:t>
                          </m:r>
                          <m:r>
                            <a:rPr lang="zh-CN" altLang="en-US" i="0">
                              <a:latin typeface="Cambria Math" panose="02040503050406030204" pitchFamily="18" charset="0"/>
                            </a:rPr>
                            <m:t>20</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0">
                              <a:latin typeface="Cambria Math" panose="02040503050406030204" pitchFamily="18" charset="0"/>
                            </a:rPr>
                            <m:t>20</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0">
                                  <a:latin typeface="Cambria Math" panose="02040503050406030204" pitchFamily="18" charset="0"/>
                                </a:rPr>
                                <m:t>2</m:t>
                              </m:r>
                            </m:sub>
                          </m:sSub>
                        </m:e>
                      </m:d>
                    </m:oMath>
                  </m:oMathPara>
                </a14:m>
                <a:endParaRPr lang="zh-CN" altLang="en-US" dirty="0"/>
              </a:p>
            </p:txBody>
          </p:sp>
        </mc:Choice>
        <mc:Fallback>
          <p:sp>
            <p:nvSpPr>
              <p:cNvPr id="32" name="文本框 31"/>
              <p:cNvSpPr txBox="1">
                <a:spLocks noRot="1" noChangeAspect="1" noMove="1" noResize="1" noEditPoints="1" noAdjustHandles="1" noChangeArrowheads="1" noChangeShapeType="1" noTextEdit="1"/>
              </p:cNvSpPr>
              <p:nvPr/>
            </p:nvSpPr>
            <p:spPr>
              <a:xfrm>
                <a:off x="-76200" y="4138223"/>
                <a:ext cx="4572000" cy="369332"/>
              </a:xfrm>
              <a:prstGeom prst="rect">
                <a:avLst/>
              </a:prstGeom>
              <a:blipFill rotWithShape="1">
                <a:blip r:embed="rId21"/>
                <a:stretch>
                  <a:fillRect t="-152" b="88"/>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285750"/>
            <a:ext cx="6400800" cy="461665"/>
          </a:xfrm>
          <a:prstGeom prst="rect">
            <a:avLst/>
          </a:prstGeom>
          <a:noFill/>
        </p:spPr>
        <p:txBody>
          <a:bodyPr wrap="square" rtlCol="0">
            <a:spAutoFit/>
          </a:bodyPr>
          <a:lstStyle/>
          <a:p>
            <a:r>
              <a:rPr lang="en-US" sz="2400" b="1" dirty="0"/>
              <a:t>Example: OR function</a:t>
            </a:r>
            <a:endParaRPr lang="en-US" sz="2400" b="1" dirty="0"/>
          </a:p>
        </p:txBody>
      </p:sp>
      <p:sp>
        <p:nvSpPr>
          <p:cNvPr id="67" name="Oval 66"/>
          <p:cNvSpPr/>
          <p:nvPr/>
        </p:nvSpPr>
        <p:spPr>
          <a:xfrm>
            <a:off x="655015" y="2811406"/>
            <a:ext cx="527000" cy="52234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655015" y="2132360"/>
            <a:ext cx="527000" cy="52234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655015" y="1453313"/>
            <a:ext cx="527000" cy="52234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Arrow Connector 69"/>
          <p:cNvCxnSpPr>
            <a:stCxn id="74" idx="6"/>
          </p:cNvCxnSpPr>
          <p:nvPr/>
        </p:nvCxnSpPr>
        <p:spPr>
          <a:xfrm>
            <a:off x="2829565" y="2385443"/>
            <a:ext cx="527000" cy="108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9" idx="6"/>
            <a:endCxn id="74" idx="2"/>
          </p:cNvCxnSpPr>
          <p:nvPr/>
        </p:nvCxnSpPr>
        <p:spPr>
          <a:xfrm>
            <a:off x="1182015" y="1714485"/>
            <a:ext cx="1120550" cy="67095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endCxn id="74" idx="2"/>
          </p:cNvCxnSpPr>
          <p:nvPr/>
        </p:nvCxnSpPr>
        <p:spPr>
          <a:xfrm flipV="1">
            <a:off x="1182015" y="2385442"/>
            <a:ext cx="1120550" cy="80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7" idx="6"/>
            <a:endCxn id="74" idx="2"/>
          </p:cNvCxnSpPr>
          <p:nvPr/>
        </p:nvCxnSpPr>
        <p:spPr>
          <a:xfrm flipV="1">
            <a:off x="1182015" y="2385442"/>
            <a:ext cx="1120550" cy="68713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2302565" y="2124270"/>
            <a:ext cx="527000" cy="522344"/>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3429000" y="2247231"/>
            <a:ext cx="619125" cy="255270"/>
          </a:xfrm>
          <a:prstGeom prst="rect">
            <a:avLst/>
          </a:prstGeom>
        </p:spPr>
      </p:pic>
      <p:pic>
        <p:nvPicPr>
          <p:cNvPr id="86" name="Picture 85"/>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807072" y="2345424"/>
            <a:ext cx="222885" cy="150495"/>
          </a:xfrm>
          <a:prstGeom prst="rect">
            <a:avLst/>
          </a:prstGeom>
        </p:spPr>
      </p:pic>
      <p:pic>
        <p:nvPicPr>
          <p:cNvPr id="87" name="Picture 86"/>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807415" y="3018524"/>
            <a:ext cx="228600" cy="150495"/>
          </a:xfrm>
          <a:prstGeom prst="rect">
            <a:avLst/>
          </a:prstGeom>
        </p:spPr>
      </p:pic>
      <p:pic>
        <p:nvPicPr>
          <p:cNvPr id="8" name="Picture 7"/>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807415" y="1655652"/>
            <a:ext cx="228600" cy="150395"/>
          </a:xfrm>
          <a:prstGeom prst="rect">
            <a:avLst/>
          </a:prstGeom>
        </p:spPr>
      </p:pic>
      <p:graphicFrame>
        <p:nvGraphicFramePr>
          <p:cNvPr id="94" name="Table 93"/>
          <p:cNvGraphicFramePr>
            <a:graphicFrameLocks noGrp="1"/>
          </p:cNvGraphicFramePr>
          <p:nvPr/>
        </p:nvGraphicFramePr>
        <p:xfrm>
          <a:off x="4495800" y="1575561"/>
          <a:ext cx="4191000" cy="2171700"/>
        </p:xfrm>
        <a:graphic>
          <a:graphicData uri="http://schemas.openxmlformats.org/drawingml/2006/table">
            <a:tbl>
              <a:tblPr>
                <a:tableStyleId>{2D5ABB26-0587-4C30-8999-92F81FD0307C}</a:tableStyleId>
              </a:tblPr>
              <a:tblGrid>
                <a:gridCol w="1028700"/>
                <a:gridCol w="1028700"/>
                <a:gridCol w="2133600"/>
              </a:tblGrid>
              <a:tr h="348489">
                <a:tc>
                  <a:txBody>
                    <a:bodyPr/>
                    <a:lstStyle/>
                    <a:p>
                      <a:pPr algn="ctr" fontAlgn="b"/>
                      <a:endParaRPr lang="en-US" sz="2800" b="1" i="0" u="none" strike="noStrike" dirty="0">
                        <a:solidFill>
                          <a:srgbClr val="000000"/>
                        </a:solidFill>
                        <a:effectLst/>
                        <a:latin typeface="+mj-lt"/>
                      </a:endParaRPr>
                    </a:p>
                  </a:txBody>
                  <a:tcPr marL="7620" marR="7620" marT="7620" marB="0" anchor="b">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2400" b="1" i="0" u="none" strike="noStrike" dirty="0">
                        <a:solidFill>
                          <a:srgbClr val="000000"/>
                        </a:solidFill>
                        <a:effectLst/>
                        <a:latin typeface="+mj-lt"/>
                      </a:endParaRPr>
                    </a:p>
                  </a:txBody>
                  <a:tcPr marL="7620" marR="7620" marT="762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2800" b="1" i="0" u="none" strike="noStrike" dirty="0">
                        <a:solidFill>
                          <a:srgbClr val="000000"/>
                        </a:solidFill>
                        <a:effectLst/>
                        <a:latin typeface="+mj-lt"/>
                      </a:endParaRPr>
                    </a:p>
                  </a:txBody>
                  <a:tcPr marL="7620" marR="7620" marT="762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r>
              <a:tr h="299003">
                <a:tc>
                  <a:txBody>
                    <a:bodyPr/>
                    <a:lstStyle/>
                    <a:p>
                      <a:pPr algn="ctr" fontAlgn="b"/>
                      <a:r>
                        <a:rPr lang="en-US" sz="2800" b="0" i="0" u="none" strike="noStrike" dirty="0">
                          <a:solidFill>
                            <a:srgbClr val="000000"/>
                          </a:solidFill>
                          <a:effectLst/>
                          <a:latin typeface="+mj-lt"/>
                        </a:rPr>
                        <a:t>0</a:t>
                      </a:r>
                      <a:endParaRPr lang="en-US" sz="2800" b="0" i="0" u="none" strike="noStrike" dirty="0">
                        <a:solidFill>
                          <a:srgbClr val="000000"/>
                        </a:solidFill>
                        <a:effectLst/>
                        <a:latin typeface="+mj-lt"/>
                      </a:endParaRPr>
                    </a:p>
                  </a:txBody>
                  <a:tcPr marL="7620" marR="7620" marT="7620" marB="0" anchor="b">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800" b="0" i="0" u="none" strike="noStrike" dirty="0">
                          <a:solidFill>
                            <a:srgbClr val="000000"/>
                          </a:solidFill>
                          <a:effectLst/>
                          <a:latin typeface="+mj-lt"/>
                        </a:rPr>
                        <a:t>0</a:t>
                      </a:r>
                      <a:endParaRPr lang="en-US" sz="2800" b="0" i="0" u="none" strike="noStrike" dirty="0">
                        <a:solidFill>
                          <a:srgbClr val="000000"/>
                        </a:solidFill>
                        <a:effectLst/>
                        <a:latin typeface="+mj-lt"/>
                      </a:endParaRPr>
                    </a:p>
                  </a:txBody>
                  <a:tcPr marL="7620" marR="7620" marT="762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endParaRPr lang="en-US" sz="2800" b="0" i="0" u="none" strike="noStrike" dirty="0">
                        <a:solidFill>
                          <a:srgbClr val="000000"/>
                        </a:solidFill>
                        <a:effectLst/>
                        <a:latin typeface="+mj-lt"/>
                      </a:endParaRPr>
                    </a:p>
                  </a:txBody>
                  <a:tcPr marL="7620" marR="7620" marT="762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r>
              <a:tr h="299003">
                <a:tc>
                  <a:txBody>
                    <a:bodyPr/>
                    <a:lstStyle/>
                    <a:p>
                      <a:pPr algn="ctr" fontAlgn="b"/>
                      <a:r>
                        <a:rPr lang="en-US" sz="2800" b="0" i="0" u="none" strike="noStrike" dirty="0">
                          <a:solidFill>
                            <a:srgbClr val="000000"/>
                          </a:solidFill>
                          <a:effectLst/>
                          <a:latin typeface="+mj-lt"/>
                        </a:rPr>
                        <a:t>0</a:t>
                      </a:r>
                      <a:endParaRPr lang="en-US" sz="2800" b="0" i="0" u="none" strike="noStrike" dirty="0">
                        <a:solidFill>
                          <a:srgbClr val="000000"/>
                        </a:solidFill>
                        <a:effectLst/>
                        <a:latin typeface="+mj-lt"/>
                      </a:endParaRPr>
                    </a:p>
                  </a:txBody>
                  <a:tcPr marL="7620" marR="7620" marT="7620" marB="0" anchor="b">
                    <a:lnR w="12700" cap="flat" cmpd="sng" algn="ctr">
                      <a:noFill/>
                      <a:prstDash val="solid"/>
                      <a:round/>
                      <a:headEnd type="none" w="med" len="med"/>
                      <a:tailEnd type="none" w="med" len="med"/>
                    </a:lnR>
                    <a:solidFill>
                      <a:schemeClr val="bg1"/>
                    </a:solidFill>
                  </a:tcPr>
                </a:tc>
                <a:tc>
                  <a:txBody>
                    <a:bodyPr/>
                    <a:lstStyle/>
                    <a:p>
                      <a:pPr algn="ctr" fontAlgn="b"/>
                      <a:r>
                        <a:rPr lang="en-US" sz="2800" b="0" i="0" u="none" strike="noStrike" dirty="0">
                          <a:solidFill>
                            <a:srgbClr val="000000"/>
                          </a:solidFill>
                          <a:effectLst/>
                          <a:latin typeface="+mj-lt"/>
                        </a:rPr>
                        <a:t>1</a:t>
                      </a:r>
                      <a:endParaRPr lang="en-US" sz="2800" b="0" i="0" u="none" strike="noStrike" dirty="0">
                        <a:solidFill>
                          <a:srgbClr val="000000"/>
                        </a:solidFill>
                        <a:effectLst/>
                        <a:latin typeface="+mj-lt"/>
                      </a:endParaRPr>
                    </a:p>
                  </a:txBody>
                  <a:tcPr marL="7620" marR="7620" marT="762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2800" b="0" i="0" u="none" strike="noStrike" dirty="0">
                        <a:solidFill>
                          <a:srgbClr val="000000"/>
                        </a:solidFill>
                        <a:effectLst/>
                        <a:latin typeface="+mj-lt"/>
                      </a:endParaRPr>
                    </a:p>
                  </a:txBody>
                  <a:tcPr marL="7620" marR="7620" marT="7620" marB="0" anchor="b">
                    <a:lnL w="12700" cap="flat" cmpd="sng" algn="ctr">
                      <a:solidFill>
                        <a:schemeClr val="tx1"/>
                      </a:solidFill>
                      <a:prstDash val="solid"/>
                      <a:round/>
                      <a:headEnd type="none" w="med" len="med"/>
                      <a:tailEnd type="none" w="med" len="med"/>
                    </a:lnL>
                    <a:solidFill>
                      <a:schemeClr val="bg1"/>
                    </a:solidFill>
                  </a:tcPr>
                </a:tc>
              </a:tr>
              <a:tr h="299003">
                <a:tc>
                  <a:txBody>
                    <a:bodyPr/>
                    <a:lstStyle/>
                    <a:p>
                      <a:pPr algn="ctr" fontAlgn="b"/>
                      <a:r>
                        <a:rPr lang="en-US" sz="2800" b="0" i="0" u="none" strike="noStrike" dirty="0">
                          <a:solidFill>
                            <a:srgbClr val="000000"/>
                          </a:solidFill>
                          <a:effectLst/>
                          <a:latin typeface="+mj-lt"/>
                        </a:rPr>
                        <a:t>1</a:t>
                      </a:r>
                      <a:endParaRPr lang="en-US" sz="2800" b="0" i="0" u="none" strike="noStrike" dirty="0">
                        <a:solidFill>
                          <a:srgbClr val="000000"/>
                        </a:solidFill>
                        <a:effectLst/>
                        <a:latin typeface="+mj-lt"/>
                      </a:endParaRPr>
                    </a:p>
                  </a:txBody>
                  <a:tcPr marL="7620" marR="7620" marT="7620" marB="0" anchor="b">
                    <a:lnR w="12700" cap="flat" cmpd="sng" algn="ctr">
                      <a:noFill/>
                      <a:prstDash val="solid"/>
                      <a:round/>
                      <a:headEnd type="none" w="med" len="med"/>
                      <a:tailEnd type="none" w="med" len="med"/>
                    </a:lnR>
                    <a:solidFill>
                      <a:schemeClr val="bg1"/>
                    </a:solidFill>
                  </a:tcPr>
                </a:tc>
                <a:tc>
                  <a:txBody>
                    <a:bodyPr/>
                    <a:lstStyle/>
                    <a:p>
                      <a:pPr algn="ctr" fontAlgn="b"/>
                      <a:r>
                        <a:rPr lang="en-US" sz="2800" b="0" i="0" u="none" strike="noStrike" dirty="0">
                          <a:solidFill>
                            <a:srgbClr val="000000"/>
                          </a:solidFill>
                          <a:effectLst/>
                          <a:latin typeface="+mj-lt"/>
                        </a:rPr>
                        <a:t>0</a:t>
                      </a:r>
                      <a:endParaRPr lang="en-US" sz="2800" b="0" i="0" u="none" strike="noStrike" dirty="0">
                        <a:solidFill>
                          <a:srgbClr val="000000"/>
                        </a:solidFill>
                        <a:effectLst/>
                        <a:latin typeface="+mj-lt"/>
                      </a:endParaRPr>
                    </a:p>
                  </a:txBody>
                  <a:tcPr marL="7620" marR="7620" marT="762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2800" b="0" i="0" u="none" strike="noStrike" dirty="0">
                        <a:solidFill>
                          <a:srgbClr val="000000"/>
                        </a:solidFill>
                        <a:effectLst/>
                        <a:latin typeface="+mj-lt"/>
                      </a:endParaRPr>
                    </a:p>
                  </a:txBody>
                  <a:tcPr marL="7620" marR="7620" marT="7620" marB="0" anchor="b">
                    <a:lnL w="12700" cap="flat" cmpd="sng" algn="ctr">
                      <a:solidFill>
                        <a:schemeClr val="tx1"/>
                      </a:solidFill>
                      <a:prstDash val="solid"/>
                      <a:round/>
                      <a:headEnd type="none" w="med" len="med"/>
                      <a:tailEnd type="none" w="med" len="med"/>
                    </a:lnL>
                    <a:solidFill>
                      <a:schemeClr val="bg1"/>
                    </a:solidFill>
                  </a:tcPr>
                </a:tc>
              </a:tr>
              <a:tr h="299003">
                <a:tc>
                  <a:txBody>
                    <a:bodyPr/>
                    <a:lstStyle/>
                    <a:p>
                      <a:pPr algn="ctr" fontAlgn="b"/>
                      <a:r>
                        <a:rPr lang="en-US" sz="2800" b="0" i="0" u="none" strike="noStrike" dirty="0">
                          <a:solidFill>
                            <a:srgbClr val="000000"/>
                          </a:solidFill>
                          <a:effectLst/>
                          <a:latin typeface="+mj-lt"/>
                        </a:rPr>
                        <a:t>1</a:t>
                      </a:r>
                      <a:endParaRPr lang="en-US" sz="2800" b="0" i="0" u="none" strike="noStrike" dirty="0">
                        <a:solidFill>
                          <a:srgbClr val="000000"/>
                        </a:solidFill>
                        <a:effectLst/>
                        <a:latin typeface="+mj-lt"/>
                      </a:endParaRPr>
                    </a:p>
                  </a:txBody>
                  <a:tcPr marL="7620" marR="7620" marT="7620" marB="0" anchor="b">
                    <a:lnR w="12700" cap="flat" cmpd="sng" algn="ctr">
                      <a:noFill/>
                      <a:prstDash val="solid"/>
                      <a:round/>
                      <a:headEnd type="none" w="med" len="med"/>
                      <a:tailEnd type="none" w="med" len="med"/>
                    </a:lnR>
                    <a:solidFill>
                      <a:schemeClr val="bg1"/>
                    </a:solidFill>
                  </a:tcPr>
                </a:tc>
                <a:tc>
                  <a:txBody>
                    <a:bodyPr/>
                    <a:lstStyle/>
                    <a:p>
                      <a:pPr algn="ctr" fontAlgn="b"/>
                      <a:r>
                        <a:rPr lang="en-US" sz="2800" b="0" i="0" u="none" strike="noStrike" dirty="0">
                          <a:solidFill>
                            <a:srgbClr val="000000"/>
                          </a:solidFill>
                          <a:effectLst/>
                          <a:latin typeface="+mj-lt"/>
                        </a:rPr>
                        <a:t>1</a:t>
                      </a:r>
                      <a:endParaRPr lang="en-US" sz="2800" b="0" i="0" u="none" strike="noStrike" dirty="0">
                        <a:solidFill>
                          <a:srgbClr val="000000"/>
                        </a:solidFill>
                        <a:effectLst/>
                        <a:latin typeface="+mj-lt"/>
                      </a:endParaRPr>
                    </a:p>
                  </a:txBody>
                  <a:tcPr marL="7620" marR="7620" marT="762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2800" b="0" i="0" u="none" strike="noStrike" dirty="0">
                        <a:solidFill>
                          <a:srgbClr val="000000"/>
                        </a:solidFill>
                        <a:effectLst/>
                        <a:latin typeface="+mj-lt"/>
                      </a:endParaRPr>
                    </a:p>
                  </a:txBody>
                  <a:tcPr marL="7620" marR="7620" marT="7620" marB="0" anchor="b">
                    <a:lnL w="12700" cap="flat" cmpd="sng" algn="ctr">
                      <a:solidFill>
                        <a:schemeClr val="tx1"/>
                      </a:solidFill>
                      <a:prstDash val="solid"/>
                      <a:round/>
                      <a:headEnd type="none" w="med" len="med"/>
                      <a:tailEnd type="none" w="med" len="med"/>
                    </a:lnL>
                    <a:solidFill>
                      <a:schemeClr val="bg1"/>
                    </a:solidFill>
                  </a:tcPr>
                </a:tc>
              </a:tr>
            </a:tbl>
          </a:graphicData>
        </a:graphic>
      </p:graphicFrame>
      <p:pic>
        <p:nvPicPr>
          <p:cNvPr id="11" name="Picture 10"/>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4832135" y="1647217"/>
            <a:ext cx="378058" cy="255270"/>
          </a:xfrm>
          <a:prstGeom prst="rect">
            <a:avLst/>
          </a:prstGeom>
        </p:spPr>
      </p:pic>
      <p:pic>
        <p:nvPicPr>
          <p:cNvPr id="10" name="Picture 9"/>
          <p:cNvPicPr>
            <a:picLocks noChangeAspect="1"/>
          </p:cNvPicPr>
          <p:nvPr>
            <p:custDataLst>
              <p:tags r:id="rId11"/>
            </p:custDataLst>
          </p:nvPr>
        </p:nvPicPr>
        <p:blipFill>
          <a:blip r:embed="rId12" cstate="print">
            <a:extLst>
              <a:ext uri="{28A0092B-C50C-407E-A947-70E740481C1C}">
                <a14:useLocalDpi xmlns:a14="http://schemas.microsoft.com/office/drawing/2010/main" val="0"/>
              </a:ext>
            </a:extLst>
          </a:blip>
          <a:stretch>
            <a:fillRect/>
          </a:stretch>
        </p:blipFill>
        <p:spPr>
          <a:xfrm>
            <a:off x="5841164" y="1630645"/>
            <a:ext cx="387752" cy="255270"/>
          </a:xfrm>
          <a:prstGeom prst="rect">
            <a:avLst/>
          </a:prstGeom>
        </p:spPr>
      </p:pic>
      <p:pic>
        <p:nvPicPr>
          <p:cNvPr id="33" name="Picture 32"/>
          <p:cNvPicPr>
            <a:picLocks noChangeAspect="1"/>
          </p:cNvPicPr>
          <p:nvPr>
            <p:custDataLst>
              <p:tags r:id="rId13"/>
            </p:custDataLst>
          </p:nvPr>
        </p:nvPicPr>
        <p:blipFill>
          <a:blip r:embed="rId2" cstate="print">
            <a:extLst>
              <a:ext uri="{28A0092B-C50C-407E-A947-70E740481C1C}">
                <a14:useLocalDpi xmlns:a14="http://schemas.microsoft.com/office/drawing/2010/main" val="0"/>
              </a:ext>
            </a:extLst>
          </a:blip>
          <a:stretch>
            <a:fillRect/>
          </a:stretch>
        </p:blipFill>
        <p:spPr>
          <a:xfrm>
            <a:off x="7187196" y="1577868"/>
            <a:ext cx="875134" cy="360824"/>
          </a:xfrm>
          <a:prstGeom prst="rect">
            <a:avLst/>
          </a:prstGeom>
        </p:spPr>
      </p:pic>
      <p:sp>
        <p:nvSpPr>
          <p:cNvPr id="4" name="TextBox 3"/>
          <p:cNvSpPr txBox="1"/>
          <p:nvPr/>
        </p:nvSpPr>
        <p:spPr>
          <a:xfrm>
            <a:off x="1378350" y="1677523"/>
            <a:ext cx="421910" cy="307777"/>
          </a:xfrm>
          <a:prstGeom prst="rect">
            <a:avLst/>
          </a:prstGeom>
          <a:noFill/>
        </p:spPr>
        <p:txBody>
          <a:bodyPr wrap="none" rtlCol="0">
            <a:spAutoFit/>
          </a:bodyPr>
          <a:lstStyle/>
          <a:p>
            <a:r>
              <a:rPr lang="en-US" sz="1400" dirty="0"/>
              <a:t>-10</a:t>
            </a:r>
            <a:endParaRPr lang="en-US" sz="1400" dirty="0"/>
          </a:p>
        </p:txBody>
      </p:sp>
      <p:sp>
        <p:nvSpPr>
          <p:cNvPr id="20" name="TextBox 19"/>
          <p:cNvSpPr txBox="1"/>
          <p:nvPr/>
        </p:nvSpPr>
        <p:spPr>
          <a:xfrm>
            <a:off x="1330125" y="2149275"/>
            <a:ext cx="367408" cy="307777"/>
          </a:xfrm>
          <a:prstGeom prst="rect">
            <a:avLst/>
          </a:prstGeom>
          <a:noFill/>
        </p:spPr>
        <p:txBody>
          <a:bodyPr wrap="none" rtlCol="0">
            <a:spAutoFit/>
          </a:bodyPr>
          <a:lstStyle/>
          <a:p>
            <a:r>
              <a:rPr lang="en-US" sz="1400" dirty="0"/>
              <a:t>20</a:t>
            </a:r>
            <a:endParaRPr lang="en-US" sz="1400" dirty="0"/>
          </a:p>
        </p:txBody>
      </p:sp>
      <p:sp>
        <p:nvSpPr>
          <p:cNvPr id="21" name="TextBox 20"/>
          <p:cNvSpPr txBox="1"/>
          <p:nvPr/>
        </p:nvSpPr>
        <p:spPr>
          <a:xfrm>
            <a:off x="1306975" y="2616218"/>
            <a:ext cx="367408" cy="307777"/>
          </a:xfrm>
          <a:prstGeom prst="rect">
            <a:avLst/>
          </a:prstGeom>
          <a:noFill/>
        </p:spPr>
        <p:txBody>
          <a:bodyPr wrap="none" rtlCol="0">
            <a:spAutoFit/>
          </a:bodyPr>
          <a:lstStyle/>
          <a:p>
            <a:r>
              <a:rPr lang="en-US" sz="1400" dirty="0"/>
              <a:t>20</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285750"/>
            <a:ext cx="6400800" cy="461665"/>
          </a:xfrm>
          <a:prstGeom prst="rect">
            <a:avLst/>
          </a:prstGeom>
          <a:noFill/>
        </p:spPr>
        <p:txBody>
          <a:bodyPr wrap="square" rtlCol="0">
            <a:spAutoFit/>
          </a:bodyPr>
          <a:lstStyle/>
          <a:p>
            <a:r>
              <a:rPr lang="en-US" sz="2400" b="1" dirty="0"/>
              <a:t>Non-linear classification example: XOR/XNOR</a:t>
            </a:r>
            <a:endParaRPr lang="en-US" sz="2400" b="1" dirty="0"/>
          </a:p>
        </p:txBody>
      </p:sp>
      <p:sp>
        <p:nvSpPr>
          <p:cNvPr id="3" name="TextBox 2"/>
          <p:cNvSpPr txBox="1"/>
          <p:nvPr/>
        </p:nvSpPr>
        <p:spPr>
          <a:xfrm>
            <a:off x="2133762" y="666717"/>
            <a:ext cx="6400800" cy="461665"/>
          </a:xfrm>
          <a:prstGeom prst="rect">
            <a:avLst/>
          </a:prstGeom>
          <a:noFill/>
        </p:spPr>
        <p:txBody>
          <a:bodyPr wrap="square" rtlCol="0">
            <a:spAutoFit/>
          </a:bodyPr>
          <a:lstStyle/>
          <a:p>
            <a:r>
              <a:rPr lang="en-US" sz="2400" dirty="0"/>
              <a:t>    ,      are binary (0 or 1).</a:t>
            </a:r>
            <a:endParaRPr lang="en-US" sz="2400" dirty="0"/>
          </a:p>
        </p:txBody>
      </p:sp>
      <p:pic>
        <p:nvPicPr>
          <p:cNvPr id="4" name="Picture 3"/>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2336016" y="893117"/>
            <a:ext cx="222885" cy="150495"/>
          </a:xfrm>
          <a:prstGeom prst="rect">
            <a:avLst/>
          </a:prstGeom>
        </p:spPr>
      </p:pic>
      <p:pic>
        <p:nvPicPr>
          <p:cNvPr id="6" name="Picture 5"/>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2743200" y="891921"/>
            <a:ext cx="228600" cy="150495"/>
          </a:xfrm>
          <a:prstGeom prst="rect">
            <a:avLst/>
          </a:prstGeom>
        </p:spPr>
      </p:pic>
      <p:sp>
        <p:nvSpPr>
          <p:cNvPr id="50" name="TextBox 49"/>
          <p:cNvSpPr txBox="1"/>
          <p:nvPr/>
        </p:nvSpPr>
        <p:spPr>
          <a:xfrm>
            <a:off x="2876395" y="3115248"/>
            <a:ext cx="362600" cy="369332"/>
          </a:xfrm>
          <a:prstGeom prst="rect">
            <a:avLst/>
          </a:prstGeom>
          <a:noFill/>
          <a:ln w="19050">
            <a:noFill/>
          </a:ln>
        </p:spPr>
        <p:txBody>
          <a:bodyPr wrap="none" rtlCol="0">
            <a:spAutoFit/>
          </a:bodyPr>
          <a:lstStyle/>
          <a:p>
            <a:r>
              <a:rPr lang="en-US" dirty="0"/>
              <a:t>x</a:t>
            </a:r>
            <a:r>
              <a:rPr lang="en-US" baseline="-25000" dirty="0"/>
              <a:t>1</a:t>
            </a:r>
            <a:endParaRPr lang="en-US" baseline="-25000" dirty="0"/>
          </a:p>
        </p:txBody>
      </p:sp>
      <p:sp>
        <p:nvSpPr>
          <p:cNvPr id="51" name="TextBox 50"/>
          <p:cNvSpPr txBox="1"/>
          <p:nvPr/>
        </p:nvSpPr>
        <p:spPr>
          <a:xfrm>
            <a:off x="381000" y="1727780"/>
            <a:ext cx="362600" cy="369332"/>
          </a:xfrm>
          <a:prstGeom prst="rect">
            <a:avLst/>
          </a:prstGeom>
          <a:noFill/>
        </p:spPr>
        <p:txBody>
          <a:bodyPr wrap="none" rtlCol="0">
            <a:spAutoFit/>
          </a:bodyPr>
          <a:lstStyle/>
          <a:p>
            <a:r>
              <a:rPr lang="en-US" dirty="0"/>
              <a:t>x</a:t>
            </a:r>
            <a:r>
              <a:rPr lang="en-US" baseline="-25000" dirty="0"/>
              <a:t>2</a:t>
            </a:r>
            <a:endParaRPr lang="en-US" baseline="-25000" dirty="0"/>
          </a:p>
        </p:txBody>
      </p:sp>
      <p:cxnSp>
        <p:nvCxnSpPr>
          <p:cNvPr id="52" name="Straight Arrow Connector 51"/>
          <p:cNvCxnSpPr/>
          <p:nvPr/>
        </p:nvCxnSpPr>
        <p:spPr>
          <a:xfrm flipV="1">
            <a:off x="743600" y="1272719"/>
            <a:ext cx="0" cy="199568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634818" y="3115248"/>
            <a:ext cx="2231769"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56" name="Cross 55"/>
          <p:cNvSpPr/>
          <p:nvPr/>
        </p:nvSpPr>
        <p:spPr>
          <a:xfrm rot="2734294">
            <a:off x="618324" y="2995195"/>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Cross 60"/>
          <p:cNvSpPr/>
          <p:nvPr/>
        </p:nvSpPr>
        <p:spPr>
          <a:xfrm rot="2734294">
            <a:off x="2098022" y="1597189"/>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2124600" y="3030049"/>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662765" y="1618312"/>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7473753" y="3602804"/>
            <a:ext cx="451047" cy="459421"/>
          </a:xfrm>
          <a:prstGeom prst="rect">
            <a:avLst/>
          </a:prstGeom>
          <a:noFill/>
          <a:ln w="19050">
            <a:noFill/>
          </a:ln>
        </p:spPr>
        <p:txBody>
          <a:bodyPr wrap="none" rtlCol="0">
            <a:spAutoFit/>
          </a:bodyPr>
          <a:lstStyle/>
          <a:p>
            <a:r>
              <a:rPr lang="en-US" dirty="0"/>
              <a:t>x</a:t>
            </a:r>
            <a:r>
              <a:rPr lang="en-US" baseline="-25000" dirty="0"/>
              <a:t>1</a:t>
            </a:r>
            <a:endParaRPr lang="en-US" baseline="-25000" dirty="0"/>
          </a:p>
        </p:txBody>
      </p:sp>
      <p:sp>
        <p:nvSpPr>
          <p:cNvPr id="17" name="TextBox 16"/>
          <p:cNvSpPr txBox="1"/>
          <p:nvPr/>
        </p:nvSpPr>
        <p:spPr>
          <a:xfrm>
            <a:off x="4369667" y="1876897"/>
            <a:ext cx="451047" cy="459421"/>
          </a:xfrm>
          <a:prstGeom prst="rect">
            <a:avLst/>
          </a:prstGeom>
          <a:noFill/>
        </p:spPr>
        <p:txBody>
          <a:bodyPr wrap="none" rtlCol="0">
            <a:spAutoFit/>
          </a:bodyPr>
          <a:lstStyle/>
          <a:p>
            <a:r>
              <a:rPr lang="en-US" dirty="0"/>
              <a:t>x</a:t>
            </a:r>
            <a:r>
              <a:rPr lang="en-US" baseline="-25000" dirty="0"/>
              <a:t>2</a:t>
            </a:r>
            <a:endParaRPr lang="en-US" baseline="-25000" dirty="0"/>
          </a:p>
        </p:txBody>
      </p:sp>
      <p:cxnSp>
        <p:nvCxnSpPr>
          <p:cNvPr id="18" name="Straight Arrow Connector 17"/>
          <p:cNvCxnSpPr/>
          <p:nvPr/>
        </p:nvCxnSpPr>
        <p:spPr>
          <a:xfrm flipV="1">
            <a:off x="4820714" y="1310835"/>
            <a:ext cx="0" cy="2482477"/>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685398" y="3602804"/>
            <a:ext cx="2776154"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0" name="Cross 19"/>
          <p:cNvSpPr/>
          <p:nvPr/>
        </p:nvSpPr>
        <p:spPr>
          <a:xfrm rot="2734294">
            <a:off x="6935197" y="2131516"/>
            <a:ext cx="278084" cy="278085"/>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p:cNvGrpSpPr/>
          <p:nvPr/>
        </p:nvGrpSpPr>
        <p:grpSpPr>
          <a:xfrm>
            <a:off x="4953213" y="2467185"/>
            <a:ext cx="995725" cy="1007573"/>
            <a:chOff x="6214102" y="2477924"/>
            <a:chExt cx="995725" cy="1007573"/>
          </a:xfrm>
        </p:grpSpPr>
        <p:sp>
          <p:nvSpPr>
            <p:cNvPr id="21" name="Cross 20"/>
            <p:cNvSpPr/>
            <p:nvPr/>
          </p:nvSpPr>
          <p:spPr>
            <a:xfrm rot="2734294">
              <a:off x="6214103" y="3069178"/>
              <a:ext cx="278084" cy="278085"/>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ross 21"/>
            <p:cNvSpPr/>
            <p:nvPr/>
          </p:nvSpPr>
          <p:spPr>
            <a:xfrm rot="2734294">
              <a:off x="6877612" y="3207412"/>
              <a:ext cx="278084" cy="278085"/>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ross 22"/>
            <p:cNvSpPr/>
            <p:nvPr/>
          </p:nvSpPr>
          <p:spPr>
            <a:xfrm rot="2734294">
              <a:off x="6515400" y="2855457"/>
              <a:ext cx="278084" cy="278085"/>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ross 23"/>
            <p:cNvSpPr/>
            <p:nvPr/>
          </p:nvSpPr>
          <p:spPr>
            <a:xfrm rot="2734294">
              <a:off x="6931743" y="2851048"/>
              <a:ext cx="278084" cy="278085"/>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ross 24"/>
            <p:cNvSpPr/>
            <p:nvPr/>
          </p:nvSpPr>
          <p:spPr>
            <a:xfrm rot="2734294">
              <a:off x="6726221" y="2567063"/>
              <a:ext cx="278084" cy="278085"/>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ross 25"/>
            <p:cNvSpPr/>
            <p:nvPr/>
          </p:nvSpPr>
          <p:spPr>
            <a:xfrm rot="2734294">
              <a:off x="6265721" y="2477923"/>
              <a:ext cx="278084" cy="278085"/>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6199736" y="1315617"/>
            <a:ext cx="1013544" cy="930616"/>
            <a:chOff x="4902760" y="1420012"/>
            <a:chExt cx="1013544" cy="930616"/>
          </a:xfrm>
        </p:grpSpPr>
        <p:sp>
          <p:nvSpPr>
            <p:cNvPr id="12" name="Cross 11"/>
            <p:cNvSpPr/>
            <p:nvPr/>
          </p:nvSpPr>
          <p:spPr>
            <a:xfrm rot="2734294">
              <a:off x="5352159" y="2072543"/>
              <a:ext cx="278084" cy="278085"/>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ross 13"/>
            <p:cNvSpPr/>
            <p:nvPr/>
          </p:nvSpPr>
          <p:spPr>
            <a:xfrm rot="2734294">
              <a:off x="5638220" y="1738555"/>
              <a:ext cx="278084" cy="278085"/>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ross 14"/>
            <p:cNvSpPr/>
            <p:nvPr/>
          </p:nvSpPr>
          <p:spPr>
            <a:xfrm rot="2734294">
              <a:off x="5232653" y="1719764"/>
              <a:ext cx="278084" cy="278085"/>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ross 26"/>
            <p:cNvSpPr/>
            <p:nvPr/>
          </p:nvSpPr>
          <p:spPr>
            <a:xfrm rot="2734294">
              <a:off x="4902761" y="2000650"/>
              <a:ext cx="278084" cy="278085"/>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ross 27"/>
            <p:cNvSpPr/>
            <p:nvPr/>
          </p:nvSpPr>
          <p:spPr>
            <a:xfrm rot="2734294">
              <a:off x="4956060" y="1420011"/>
              <a:ext cx="278084" cy="278085"/>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p:cNvGrpSpPr/>
          <p:nvPr/>
        </p:nvGrpSpPr>
        <p:grpSpPr>
          <a:xfrm>
            <a:off x="6119550" y="2544531"/>
            <a:ext cx="1098242" cy="869639"/>
            <a:chOff x="4898477" y="2610899"/>
            <a:chExt cx="1098242" cy="869639"/>
          </a:xfrm>
        </p:grpSpPr>
        <p:sp>
          <p:nvSpPr>
            <p:cNvPr id="9" name="Oval 8"/>
            <p:cNvSpPr/>
            <p:nvPr/>
          </p:nvSpPr>
          <p:spPr>
            <a:xfrm>
              <a:off x="4905744" y="2712525"/>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5249772" y="3268576"/>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573935" y="3196086"/>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4898477" y="3196086"/>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5355224" y="2956930"/>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5784757" y="2850949"/>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342443" y="2610899"/>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p:cNvGrpSpPr/>
          <p:nvPr/>
        </p:nvGrpSpPr>
        <p:grpSpPr>
          <a:xfrm>
            <a:off x="4912613" y="1335843"/>
            <a:ext cx="1098241" cy="1040696"/>
            <a:chOff x="6208539" y="1406673"/>
            <a:chExt cx="1098241" cy="1040696"/>
          </a:xfrm>
        </p:grpSpPr>
        <p:sp>
          <p:nvSpPr>
            <p:cNvPr id="77" name="Oval 76"/>
            <p:cNvSpPr/>
            <p:nvPr/>
          </p:nvSpPr>
          <p:spPr>
            <a:xfrm>
              <a:off x="6304672" y="1651598"/>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a:off x="6559833" y="2064350"/>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6990945" y="2235407"/>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6208539" y="1991861"/>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6665286" y="1752705"/>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p:cNvSpPr/>
            <p:nvPr/>
          </p:nvSpPr>
          <p:spPr>
            <a:xfrm>
              <a:off x="7094818" y="1646723"/>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6652504" y="1406673"/>
              <a:ext cx="211962" cy="211962"/>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3" name="Group 92"/>
          <p:cNvGrpSpPr/>
          <p:nvPr/>
        </p:nvGrpSpPr>
        <p:grpSpPr>
          <a:xfrm>
            <a:off x="572032" y="3638550"/>
            <a:ext cx="3009368" cy="1066800"/>
            <a:chOff x="572032" y="3638550"/>
            <a:chExt cx="2544238" cy="864870"/>
          </a:xfrm>
        </p:grpSpPr>
        <p:pic>
          <p:nvPicPr>
            <p:cNvPr id="88" name="Picture 87"/>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572032" y="3638550"/>
              <a:ext cx="1693545" cy="232410"/>
            </a:xfrm>
            <a:prstGeom prst="rect">
              <a:avLst/>
            </a:prstGeom>
          </p:spPr>
        </p:pic>
        <p:pic>
          <p:nvPicPr>
            <p:cNvPr id="90" name="Picture 89"/>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1040441" y="3952875"/>
              <a:ext cx="1419225" cy="219075"/>
            </a:xfrm>
            <a:prstGeom prst="rect">
              <a:avLst/>
            </a:prstGeom>
          </p:spPr>
        </p:pic>
        <p:pic>
          <p:nvPicPr>
            <p:cNvPr id="92" name="Picture 91"/>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1045535" y="4248150"/>
              <a:ext cx="2070735" cy="255270"/>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285750"/>
            <a:ext cx="4343400" cy="461665"/>
          </a:xfrm>
          <a:prstGeom prst="rect">
            <a:avLst/>
          </a:prstGeom>
          <a:noFill/>
        </p:spPr>
        <p:txBody>
          <a:bodyPr wrap="square" rtlCol="0">
            <a:spAutoFit/>
          </a:bodyPr>
          <a:lstStyle/>
          <a:p>
            <a:r>
              <a:rPr lang="en-US" sz="2400" b="1" dirty="0"/>
              <a:t>Putting it together: </a:t>
            </a:r>
            <a:endParaRPr lang="en-US" sz="2400" b="1" dirty="0"/>
          </a:p>
        </p:txBody>
      </p:sp>
      <p:pic>
        <p:nvPicPr>
          <p:cNvPr id="4" name="Picture 3"/>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3021330" y="393227"/>
            <a:ext cx="1703070" cy="262890"/>
          </a:xfrm>
          <a:prstGeom prst="rect">
            <a:avLst/>
          </a:prstGeom>
        </p:spPr>
      </p:pic>
      <p:grpSp>
        <p:nvGrpSpPr>
          <p:cNvPr id="17" name="Group 16"/>
          <p:cNvGrpSpPr/>
          <p:nvPr/>
        </p:nvGrpSpPr>
        <p:grpSpPr>
          <a:xfrm>
            <a:off x="513598" y="903051"/>
            <a:ext cx="2521194" cy="1376504"/>
            <a:chOff x="402272" y="1880312"/>
            <a:chExt cx="3488691" cy="1880437"/>
          </a:xfrm>
        </p:grpSpPr>
        <p:sp>
          <p:nvSpPr>
            <p:cNvPr id="5" name="Oval 4"/>
            <p:cNvSpPr/>
            <p:nvPr/>
          </p:nvSpPr>
          <p:spPr>
            <a:xfrm>
              <a:off x="402272" y="3238405"/>
              <a:ext cx="527000" cy="52234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02272" y="2559359"/>
              <a:ext cx="527000" cy="52234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402272" y="1880312"/>
              <a:ext cx="527000" cy="52234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a:stCxn id="12" idx="6"/>
            </p:cNvCxnSpPr>
            <p:nvPr/>
          </p:nvCxnSpPr>
          <p:spPr>
            <a:xfrm>
              <a:off x="2576822" y="2812442"/>
              <a:ext cx="527000" cy="1089"/>
            </a:xfrm>
            <a:prstGeom prst="straightConnector1">
              <a:avLst/>
            </a:prstGeom>
            <a:ln w="95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7" idx="6"/>
              <a:endCxn id="12" idx="2"/>
            </p:cNvCxnSpPr>
            <p:nvPr/>
          </p:nvCxnSpPr>
          <p:spPr>
            <a:xfrm>
              <a:off x="929272" y="2141484"/>
              <a:ext cx="1120550" cy="670957"/>
            </a:xfrm>
            <a:prstGeom prst="straightConnector1">
              <a:avLst/>
            </a:prstGeom>
            <a:ln w="95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endCxn id="12" idx="2"/>
            </p:cNvCxnSpPr>
            <p:nvPr/>
          </p:nvCxnSpPr>
          <p:spPr>
            <a:xfrm flipV="1">
              <a:off x="929272" y="2812441"/>
              <a:ext cx="1120550" cy="8090"/>
            </a:xfrm>
            <a:prstGeom prst="straightConnector1">
              <a:avLst/>
            </a:prstGeom>
            <a:ln w="95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 idx="6"/>
              <a:endCxn id="12" idx="2"/>
            </p:cNvCxnSpPr>
            <p:nvPr/>
          </p:nvCxnSpPr>
          <p:spPr>
            <a:xfrm flipV="1">
              <a:off x="929272" y="2812441"/>
              <a:ext cx="1120550" cy="687137"/>
            </a:xfrm>
            <a:prstGeom prst="straightConnector1">
              <a:avLst/>
            </a:prstGeom>
            <a:ln w="95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2049822" y="2551269"/>
              <a:ext cx="527000" cy="522344"/>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554329" y="2772423"/>
              <a:ext cx="222885" cy="150495"/>
            </a:xfrm>
            <a:prstGeom prst="rect">
              <a:avLst/>
            </a:prstGeom>
          </p:spPr>
        </p:pic>
        <p:pic>
          <p:nvPicPr>
            <p:cNvPr id="14" name="Picture 13"/>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554672" y="3445523"/>
              <a:ext cx="228600" cy="150495"/>
            </a:xfrm>
            <a:prstGeom prst="rect">
              <a:avLst/>
            </a:prstGeom>
          </p:spPr>
        </p:pic>
        <p:pic>
          <p:nvPicPr>
            <p:cNvPr id="15" name="Picture 14"/>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554672" y="2082651"/>
              <a:ext cx="228600" cy="150395"/>
            </a:xfrm>
            <a:prstGeom prst="rect">
              <a:avLst/>
            </a:prstGeom>
          </p:spPr>
        </p:pic>
        <p:pic>
          <p:nvPicPr>
            <p:cNvPr id="16" name="Picture 15"/>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3200401" y="2667648"/>
              <a:ext cx="690562" cy="284724"/>
            </a:xfrm>
            <a:prstGeom prst="rect">
              <a:avLst/>
            </a:prstGeom>
          </p:spPr>
        </p:pic>
      </p:grpSp>
      <p:sp>
        <p:nvSpPr>
          <p:cNvPr id="19" name="Oval 18"/>
          <p:cNvSpPr/>
          <p:nvPr/>
        </p:nvSpPr>
        <p:spPr>
          <a:xfrm>
            <a:off x="3463803" y="1917059"/>
            <a:ext cx="380850" cy="38236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463803" y="1419989"/>
            <a:ext cx="380850" cy="38236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3463803" y="922918"/>
            <a:ext cx="380850" cy="38236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a:stCxn id="26" idx="6"/>
          </p:cNvCxnSpPr>
          <p:nvPr/>
        </p:nvCxnSpPr>
        <p:spPr>
          <a:xfrm>
            <a:off x="5035299" y="1605249"/>
            <a:ext cx="380850" cy="797"/>
          </a:xfrm>
          <a:prstGeom prst="straightConnector1">
            <a:avLst/>
          </a:prstGeom>
          <a:ln w="9525">
            <a:solidFill>
              <a:srgbClr val="00FFCC"/>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21" idx="6"/>
            <a:endCxn id="26" idx="2"/>
          </p:cNvCxnSpPr>
          <p:nvPr/>
        </p:nvCxnSpPr>
        <p:spPr>
          <a:xfrm>
            <a:off x="3844653" y="1114099"/>
            <a:ext cx="809795" cy="491149"/>
          </a:xfrm>
          <a:prstGeom prst="straightConnector1">
            <a:avLst/>
          </a:prstGeom>
          <a:ln w="9525">
            <a:solidFill>
              <a:srgbClr val="00FFCC"/>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26" idx="2"/>
          </p:cNvCxnSpPr>
          <p:nvPr/>
        </p:nvCxnSpPr>
        <p:spPr>
          <a:xfrm flipV="1">
            <a:off x="3844653" y="1605248"/>
            <a:ext cx="809795" cy="5922"/>
          </a:xfrm>
          <a:prstGeom prst="straightConnector1">
            <a:avLst/>
          </a:prstGeom>
          <a:ln w="9525">
            <a:solidFill>
              <a:srgbClr val="00FFCC"/>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9" idx="6"/>
            <a:endCxn id="26" idx="2"/>
          </p:cNvCxnSpPr>
          <p:nvPr/>
        </p:nvCxnSpPr>
        <p:spPr>
          <a:xfrm flipV="1">
            <a:off x="3844653" y="1605248"/>
            <a:ext cx="809795" cy="502993"/>
          </a:xfrm>
          <a:prstGeom prst="straightConnector1">
            <a:avLst/>
          </a:prstGeom>
          <a:ln w="9525">
            <a:solidFill>
              <a:srgbClr val="00FFCC"/>
            </a:solidFill>
            <a:tailEnd type="arrow"/>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4654448" y="1414067"/>
            <a:ext cx="380850" cy="382363"/>
          </a:xfrm>
          <a:prstGeom prst="ellipse">
            <a:avLst/>
          </a:prstGeom>
          <a:solidFill>
            <a:schemeClr val="bg1"/>
          </a:solidFill>
          <a:ln>
            <a:solidFill>
              <a:srgbClr val="00FF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p:cNvPicPr>
            <a:picLocks noChangeAspect="1"/>
          </p:cNvPicPr>
          <p:nvPr>
            <p:custDataLst>
              <p:tags r:id="rId11"/>
            </p:custDataLst>
          </p:nvPr>
        </p:nvPicPr>
        <p:blipFill>
          <a:blip r:embed="rId4" cstate="print">
            <a:extLst>
              <a:ext uri="{28A0092B-C50C-407E-A947-70E740481C1C}">
                <a14:useLocalDpi xmlns:a14="http://schemas.microsoft.com/office/drawing/2010/main" val="0"/>
              </a:ext>
            </a:extLst>
          </a:blip>
          <a:stretch>
            <a:fillRect/>
          </a:stretch>
        </p:blipFill>
        <p:spPr>
          <a:xfrm>
            <a:off x="3573691" y="1575955"/>
            <a:ext cx="161074" cy="110164"/>
          </a:xfrm>
          <a:prstGeom prst="rect">
            <a:avLst/>
          </a:prstGeom>
        </p:spPr>
      </p:pic>
      <p:pic>
        <p:nvPicPr>
          <p:cNvPr id="28" name="Picture 27"/>
          <p:cNvPicPr>
            <a:picLocks noChangeAspect="1"/>
          </p:cNvPicPr>
          <p:nvPr>
            <p:custDataLst>
              <p:tags r:id="rId12"/>
            </p:custDataLst>
          </p:nvPr>
        </p:nvPicPr>
        <p:blipFill>
          <a:blip r:embed="rId6" cstate="print">
            <a:extLst>
              <a:ext uri="{28A0092B-C50C-407E-A947-70E740481C1C}">
                <a14:useLocalDpi xmlns:a14="http://schemas.microsoft.com/office/drawing/2010/main" val="0"/>
              </a:ext>
            </a:extLst>
          </a:blip>
          <a:stretch>
            <a:fillRect/>
          </a:stretch>
        </p:blipFill>
        <p:spPr>
          <a:xfrm>
            <a:off x="3573939" y="2068673"/>
            <a:ext cx="165204" cy="110164"/>
          </a:xfrm>
          <a:prstGeom prst="rect">
            <a:avLst/>
          </a:prstGeom>
        </p:spPr>
      </p:pic>
      <p:pic>
        <p:nvPicPr>
          <p:cNvPr id="29" name="Picture 28"/>
          <p:cNvPicPr>
            <a:picLocks noChangeAspect="1"/>
          </p:cNvPicPr>
          <p:nvPr>
            <p:custDataLst>
              <p:tags r:id="rId13"/>
            </p:custDataLst>
          </p:nvPr>
        </p:nvPicPr>
        <p:blipFill>
          <a:blip r:embed="rId8" cstate="print">
            <a:extLst>
              <a:ext uri="{28A0092B-C50C-407E-A947-70E740481C1C}">
                <a14:useLocalDpi xmlns:a14="http://schemas.microsoft.com/office/drawing/2010/main" val="0"/>
              </a:ext>
            </a:extLst>
          </a:blip>
          <a:stretch>
            <a:fillRect/>
          </a:stretch>
        </p:blipFill>
        <p:spPr>
          <a:xfrm>
            <a:off x="3573939" y="1071033"/>
            <a:ext cx="165204" cy="110091"/>
          </a:xfrm>
          <a:prstGeom prst="rect">
            <a:avLst/>
          </a:prstGeom>
        </p:spPr>
      </p:pic>
      <p:pic>
        <p:nvPicPr>
          <p:cNvPr id="30" name="Picture 29"/>
          <p:cNvPicPr>
            <a:picLocks noChangeAspect="1"/>
          </p:cNvPicPr>
          <p:nvPr>
            <p:custDataLst>
              <p:tags r:id="rId14"/>
            </p:custDataLst>
          </p:nvPr>
        </p:nvPicPr>
        <p:blipFill>
          <a:blip r:embed="rId10" cstate="print">
            <a:extLst>
              <a:ext uri="{28A0092B-C50C-407E-A947-70E740481C1C}">
                <a14:useLocalDpi xmlns:a14="http://schemas.microsoft.com/office/drawing/2010/main" val="0"/>
              </a:ext>
            </a:extLst>
          </a:blip>
          <a:stretch>
            <a:fillRect/>
          </a:stretch>
        </p:blipFill>
        <p:spPr>
          <a:xfrm>
            <a:off x="5485944" y="1499258"/>
            <a:ext cx="499053" cy="208422"/>
          </a:xfrm>
          <a:prstGeom prst="rect">
            <a:avLst/>
          </a:prstGeom>
        </p:spPr>
      </p:pic>
      <p:sp>
        <p:nvSpPr>
          <p:cNvPr id="32" name="Oval 31"/>
          <p:cNvSpPr/>
          <p:nvPr/>
        </p:nvSpPr>
        <p:spPr>
          <a:xfrm>
            <a:off x="6248400" y="1889491"/>
            <a:ext cx="380850" cy="38236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6248400" y="1392421"/>
            <a:ext cx="380850" cy="38236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6248400" y="895350"/>
            <a:ext cx="380850" cy="38236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p:cNvCxnSpPr>
            <a:stCxn id="39" idx="6"/>
          </p:cNvCxnSpPr>
          <p:nvPr/>
        </p:nvCxnSpPr>
        <p:spPr>
          <a:xfrm>
            <a:off x="7819896" y="1577681"/>
            <a:ext cx="380850" cy="797"/>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36" name="Straight Arrow Connector 35"/>
          <p:cNvCxnSpPr>
            <a:stCxn id="34" idx="6"/>
            <a:endCxn id="39" idx="2"/>
          </p:cNvCxnSpPr>
          <p:nvPr/>
        </p:nvCxnSpPr>
        <p:spPr>
          <a:xfrm>
            <a:off x="6629250" y="1086531"/>
            <a:ext cx="809795" cy="491149"/>
          </a:xfrm>
          <a:prstGeom prst="straightConnector1">
            <a:avLst/>
          </a:prstGeom>
          <a:ln w="9525">
            <a:solidFill>
              <a:srgbClr val="00FF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endCxn id="39" idx="2"/>
          </p:cNvCxnSpPr>
          <p:nvPr/>
        </p:nvCxnSpPr>
        <p:spPr>
          <a:xfrm flipV="1">
            <a:off x="6629250" y="1577680"/>
            <a:ext cx="809795" cy="5922"/>
          </a:xfrm>
          <a:prstGeom prst="straightConnector1">
            <a:avLst/>
          </a:prstGeom>
          <a:ln w="9525">
            <a:solidFill>
              <a:srgbClr val="00FF00"/>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32" idx="6"/>
            <a:endCxn id="39" idx="2"/>
          </p:cNvCxnSpPr>
          <p:nvPr/>
        </p:nvCxnSpPr>
        <p:spPr>
          <a:xfrm flipV="1">
            <a:off x="6629250" y="1577680"/>
            <a:ext cx="809795" cy="502993"/>
          </a:xfrm>
          <a:prstGeom prst="straightConnector1">
            <a:avLst/>
          </a:prstGeom>
          <a:ln w="9525">
            <a:solidFill>
              <a:srgbClr val="00FF00"/>
            </a:solidFill>
            <a:tailEnd type="arrow"/>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39045" y="1386499"/>
            <a:ext cx="380850" cy="382363"/>
          </a:xfrm>
          <a:prstGeom prst="ellipse">
            <a:avLst/>
          </a:prstGeom>
          <a:solidFill>
            <a:schemeClr val="bg1"/>
          </a:solidFill>
          <a:ln>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p:cNvPicPr>
            <a:picLocks noChangeAspect="1"/>
          </p:cNvPicPr>
          <p:nvPr>
            <p:custDataLst>
              <p:tags r:id="rId15"/>
            </p:custDataLst>
          </p:nvPr>
        </p:nvPicPr>
        <p:blipFill>
          <a:blip r:embed="rId4" cstate="print">
            <a:extLst>
              <a:ext uri="{28A0092B-C50C-407E-A947-70E740481C1C}">
                <a14:useLocalDpi xmlns:a14="http://schemas.microsoft.com/office/drawing/2010/main" val="0"/>
              </a:ext>
            </a:extLst>
          </a:blip>
          <a:stretch>
            <a:fillRect/>
          </a:stretch>
        </p:blipFill>
        <p:spPr>
          <a:xfrm>
            <a:off x="6358288" y="1548387"/>
            <a:ext cx="161074" cy="110164"/>
          </a:xfrm>
          <a:prstGeom prst="rect">
            <a:avLst/>
          </a:prstGeom>
        </p:spPr>
      </p:pic>
      <p:pic>
        <p:nvPicPr>
          <p:cNvPr id="41" name="Picture 40"/>
          <p:cNvPicPr>
            <a:picLocks noChangeAspect="1"/>
          </p:cNvPicPr>
          <p:nvPr>
            <p:custDataLst>
              <p:tags r:id="rId16"/>
            </p:custDataLst>
          </p:nvPr>
        </p:nvPicPr>
        <p:blipFill>
          <a:blip r:embed="rId6" cstate="print">
            <a:extLst>
              <a:ext uri="{28A0092B-C50C-407E-A947-70E740481C1C}">
                <a14:useLocalDpi xmlns:a14="http://schemas.microsoft.com/office/drawing/2010/main" val="0"/>
              </a:ext>
            </a:extLst>
          </a:blip>
          <a:stretch>
            <a:fillRect/>
          </a:stretch>
        </p:blipFill>
        <p:spPr>
          <a:xfrm>
            <a:off x="6358536" y="2041105"/>
            <a:ext cx="165204" cy="110164"/>
          </a:xfrm>
          <a:prstGeom prst="rect">
            <a:avLst/>
          </a:prstGeom>
        </p:spPr>
      </p:pic>
      <p:pic>
        <p:nvPicPr>
          <p:cNvPr id="42" name="Picture 41"/>
          <p:cNvPicPr>
            <a:picLocks noChangeAspect="1"/>
          </p:cNvPicPr>
          <p:nvPr>
            <p:custDataLst>
              <p:tags r:id="rId17"/>
            </p:custDataLst>
          </p:nvPr>
        </p:nvPicPr>
        <p:blipFill>
          <a:blip r:embed="rId8" cstate="print">
            <a:extLst>
              <a:ext uri="{28A0092B-C50C-407E-A947-70E740481C1C}">
                <a14:useLocalDpi xmlns:a14="http://schemas.microsoft.com/office/drawing/2010/main" val="0"/>
              </a:ext>
            </a:extLst>
          </a:blip>
          <a:stretch>
            <a:fillRect/>
          </a:stretch>
        </p:blipFill>
        <p:spPr>
          <a:xfrm>
            <a:off x="6358536" y="1043465"/>
            <a:ext cx="165204" cy="110091"/>
          </a:xfrm>
          <a:prstGeom prst="rect">
            <a:avLst/>
          </a:prstGeom>
        </p:spPr>
      </p:pic>
      <p:pic>
        <p:nvPicPr>
          <p:cNvPr id="43" name="Picture 42"/>
          <p:cNvPicPr>
            <a:picLocks noChangeAspect="1"/>
          </p:cNvPicPr>
          <p:nvPr>
            <p:custDataLst>
              <p:tags r:id="rId18"/>
            </p:custDataLst>
          </p:nvPr>
        </p:nvPicPr>
        <p:blipFill>
          <a:blip r:embed="rId10" cstate="print">
            <a:extLst>
              <a:ext uri="{28A0092B-C50C-407E-A947-70E740481C1C}">
                <a14:useLocalDpi xmlns:a14="http://schemas.microsoft.com/office/drawing/2010/main" val="0"/>
              </a:ext>
            </a:extLst>
          </a:blip>
          <a:stretch>
            <a:fillRect/>
          </a:stretch>
        </p:blipFill>
        <p:spPr>
          <a:xfrm>
            <a:off x="8270541" y="1471690"/>
            <a:ext cx="499053" cy="208422"/>
          </a:xfrm>
          <a:prstGeom prst="rect">
            <a:avLst/>
          </a:prstGeom>
        </p:spPr>
      </p:pic>
      <p:pic>
        <p:nvPicPr>
          <p:cNvPr id="50" name="Picture 49"/>
          <p:cNvPicPr>
            <a:picLocks noChangeAspect="1"/>
          </p:cNvPicPr>
          <p:nvPr>
            <p:custDataLst>
              <p:tags r:id="rId19"/>
            </p:custDataLst>
          </p:nvPr>
        </p:nvPicPr>
        <p:blipFill>
          <a:blip r:embed="rId20" cstate="print">
            <a:duotone>
              <a:schemeClr val="accent4">
                <a:shade val="45000"/>
                <a:satMod val="135000"/>
              </a:schemeClr>
              <a:prstClr val="white"/>
            </a:duotone>
            <a:extLst>
              <a:ext uri="{BEBA8EAE-BF5A-486C-A8C5-ECC9F3942E4B}">
                <a14:imgProps xmlns:a14="http://schemas.microsoft.com/office/drawing/2010/main">
                  <a14:imgLayer r:embed="rId21">
                    <a14:imgEffect>
                      <a14:colorTemperature colorTemp="1125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212753" y="2389737"/>
            <a:ext cx="982980" cy="176784"/>
          </a:xfrm>
          <a:prstGeom prst="rect">
            <a:avLst/>
          </a:prstGeom>
        </p:spPr>
      </p:pic>
      <p:pic>
        <p:nvPicPr>
          <p:cNvPr id="49" name="Picture 48"/>
          <p:cNvPicPr>
            <a:picLocks noChangeAspect="1"/>
          </p:cNvPicPr>
          <p:nvPr>
            <p:custDataLst>
              <p:tags r:id="rId22"/>
            </p:custDataLst>
          </p:nvPr>
        </p:nvPicPr>
        <p:blipFill>
          <a:blip r:embed="rId2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581400" y="2389737"/>
            <a:ext cx="2328672" cy="204216"/>
          </a:xfrm>
          <a:prstGeom prst="rect">
            <a:avLst/>
          </a:prstGeom>
        </p:spPr>
      </p:pic>
      <p:pic>
        <p:nvPicPr>
          <p:cNvPr id="52" name="Picture 51"/>
          <p:cNvPicPr>
            <a:picLocks noChangeAspect="1"/>
          </p:cNvPicPr>
          <p:nvPr>
            <p:custDataLst>
              <p:tags r:id="rId24"/>
            </p:custDataLst>
          </p:nvPr>
        </p:nvPicPr>
        <p:blipFill>
          <a:blip r:embed="rId25"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7217766" y="2355154"/>
            <a:ext cx="830580" cy="175260"/>
          </a:xfrm>
          <a:prstGeom prst="rect">
            <a:avLst/>
          </a:prstGeom>
          <a:ln>
            <a:noFill/>
          </a:ln>
        </p:spPr>
      </p:pic>
      <p:graphicFrame>
        <p:nvGraphicFramePr>
          <p:cNvPr id="66" name="Table 65"/>
          <p:cNvGraphicFramePr>
            <a:graphicFrameLocks noGrp="1"/>
          </p:cNvGraphicFramePr>
          <p:nvPr/>
        </p:nvGraphicFramePr>
        <p:xfrm>
          <a:off x="5743352" y="2949659"/>
          <a:ext cx="2867248" cy="1603291"/>
        </p:xfrm>
        <a:graphic>
          <a:graphicData uri="http://schemas.openxmlformats.org/drawingml/2006/table">
            <a:tbl>
              <a:tblPr>
                <a:tableStyleId>{2D5ABB26-0587-4C30-8999-92F81FD0307C}</a:tableStyleId>
              </a:tblPr>
              <a:tblGrid>
                <a:gridCol w="398574"/>
                <a:gridCol w="487474"/>
                <a:gridCol w="327858"/>
                <a:gridCol w="815142"/>
                <a:gridCol w="838200"/>
              </a:tblGrid>
              <a:tr h="398265">
                <a:tc>
                  <a:txBody>
                    <a:bodyPr/>
                    <a:lstStyle/>
                    <a:p>
                      <a:pPr algn="ctr" fontAlgn="b"/>
                      <a:endParaRPr lang="en-US" sz="2300" b="1"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2300" b="1"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2600" b="1" i="0" u="none" strike="noStrike" dirty="0">
                        <a:solidFill>
                          <a:srgbClr val="000000"/>
                        </a:solidFill>
                        <a:effectLst/>
                        <a:latin typeface="+mj-lt"/>
                      </a:endParaRPr>
                    </a:p>
                  </a:txBody>
                  <a:tcPr marL="6127" marR="6127" marT="6127"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2600" b="1"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endParaRPr lang="en-US" sz="2600" b="1" i="0" u="none" strike="noStrike" dirty="0">
                        <a:solidFill>
                          <a:srgbClr val="000000"/>
                        </a:solidFill>
                        <a:effectLst/>
                        <a:latin typeface="+mj-lt"/>
                      </a:endParaRPr>
                    </a:p>
                  </a:txBody>
                  <a:tcPr marL="6127" marR="6127" marT="6127"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r>
              <a:tr h="300231">
                <a:tc>
                  <a:txBody>
                    <a:bodyPr/>
                    <a:lstStyle/>
                    <a:p>
                      <a:pPr algn="ctr" fontAlgn="b"/>
                      <a:r>
                        <a:rPr lang="en-US" sz="1900" b="0" i="0" u="none" strike="noStrike" dirty="0">
                          <a:solidFill>
                            <a:srgbClr val="000000"/>
                          </a:solidFill>
                          <a:effectLst/>
                          <a:latin typeface="+mj-lt"/>
                        </a:rPr>
                        <a:t>0</a:t>
                      </a:r>
                      <a:endParaRPr lang="en-US" sz="1900" b="0"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1900" b="0" i="0" u="none" strike="noStrike" dirty="0">
                          <a:solidFill>
                            <a:srgbClr val="000000"/>
                          </a:solidFill>
                          <a:effectLst/>
                          <a:latin typeface="+mj-lt"/>
                        </a:rPr>
                        <a:t>0</a:t>
                      </a:r>
                      <a:endParaRPr lang="en-US" sz="1900" b="0"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endParaRPr lang="en-US" sz="1900" b="0" i="0" u="none" strike="noStrike" dirty="0">
                        <a:solidFill>
                          <a:srgbClr val="000000"/>
                        </a:solidFill>
                        <a:effectLst/>
                        <a:latin typeface="+mj-lt"/>
                      </a:endParaRPr>
                    </a:p>
                  </a:txBody>
                  <a:tcPr marL="6127" marR="6127" marT="6127"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endParaRPr lang="en-US" sz="1900" b="0"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endParaRPr lang="en-US" sz="1900" b="0" i="0" u="none" strike="noStrike" dirty="0">
                        <a:solidFill>
                          <a:srgbClr val="000000"/>
                        </a:solidFill>
                        <a:effectLst/>
                        <a:latin typeface="+mj-lt"/>
                      </a:endParaRPr>
                    </a:p>
                  </a:txBody>
                  <a:tcPr marL="6127" marR="6127" marT="6127"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r>
              <a:tr h="300231">
                <a:tc>
                  <a:txBody>
                    <a:bodyPr/>
                    <a:lstStyle/>
                    <a:p>
                      <a:pPr algn="ctr" fontAlgn="b"/>
                      <a:r>
                        <a:rPr lang="en-US" sz="1900" b="0" i="0" u="none" strike="noStrike" dirty="0">
                          <a:solidFill>
                            <a:srgbClr val="000000"/>
                          </a:solidFill>
                          <a:effectLst/>
                          <a:latin typeface="+mj-lt"/>
                        </a:rPr>
                        <a:t>0</a:t>
                      </a:r>
                      <a:endParaRPr lang="en-US" sz="1900" b="0"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bg1"/>
                    </a:solidFill>
                  </a:tcPr>
                </a:tc>
                <a:tc>
                  <a:txBody>
                    <a:bodyPr/>
                    <a:lstStyle/>
                    <a:p>
                      <a:pPr algn="ctr" fontAlgn="b"/>
                      <a:r>
                        <a:rPr lang="en-US" sz="1900" b="0" i="0" u="none" strike="noStrike" dirty="0">
                          <a:solidFill>
                            <a:srgbClr val="000000"/>
                          </a:solidFill>
                          <a:effectLst/>
                          <a:latin typeface="+mj-lt"/>
                        </a:rPr>
                        <a:t>1</a:t>
                      </a:r>
                      <a:endParaRPr lang="en-US" sz="1900" b="0"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1900" b="0" i="0" u="none" strike="noStrike" dirty="0">
                        <a:solidFill>
                          <a:srgbClr val="000000"/>
                        </a:solidFill>
                        <a:effectLst/>
                        <a:latin typeface="+mj-lt"/>
                      </a:endParaRPr>
                    </a:p>
                  </a:txBody>
                  <a:tcPr marL="6127" marR="6127" marT="6127"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bg1"/>
                    </a:solidFill>
                  </a:tcPr>
                </a:tc>
                <a:tc>
                  <a:txBody>
                    <a:bodyPr/>
                    <a:lstStyle/>
                    <a:p>
                      <a:pPr algn="ctr" fontAlgn="b"/>
                      <a:endParaRPr lang="en-US" sz="1900" b="0"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1900" b="0" i="0" u="none" strike="noStrike" dirty="0">
                        <a:solidFill>
                          <a:srgbClr val="000000"/>
                        </a:solidFill>
                        <a:effectLst/>
                        <a:latin typeface="+mj-lt"/>
                      </a:endParaRPr>
                    </a:p>
                  </a:txBody>
                  <a:tcPr marL="6127" marR="6127" marT="6127" marB="0" anchor="b">
                    <a:lnL w="12700" cap="flat" cmpd="sng" algn="ctr">
                      <a:solidFill>
                        <a:schemeClr val="tx1"/>
                      </a:solidFill>
                      <a:prstDash val="solid"/>
                      <a:round/>
                      <a:headEnd type="none" w="med" len="med"/>
                      <a:tailEnd type="none" w="med" len="med"/>
                    </a:lnL>
                    <a:solidFill>
                      <a:schemeClr val="bg1"/>
                    </a:solidFill>
                  </a:tcPr>
                </a:tc>
              </a:tr>
              <a:tr h="300231">
                <a:tc>
                  <a:txBody>
                    <a:bodyPr/>
                    <a:lstStyle/>
                    <a:p>
                      <a:pPr algn="ctr" fontAlgn="b"/>
                      <a:r>
                        <a:rPr lang="en-US" sz="1900" b="0" i="0" u="none" strike="noStrike" dirty="0">
                          <a:solidFill>
                            <a:srgbClr val="000000"/>
                          </a:solidFill>
                          <a:effectLst/>
                          <a:latin typeface="+mj-lt"/>
                        </a:rPr>
                        <a:t>1</a:t>
                      </a:r>
                      <a:endParaRPr lang="en-US" sz="1900" b="0"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bg1"/>
                    </a:solidFill>
                  </a:tcPr>
                </a:tc>
                <a:tc>
                  <a:txBody>
                    <a:bodyPr/>
                    <a:lstStyle/>
                    <a:p>
                      <a:pPr algn="ctr" fontAlgn="b"/>
                      <a:r>
                        <a:rPr lang="en-US" sz="1900" b="0" i="0" u="none" strike="noStrike" dirty="0">
                          <a:solidFill>
                            <a:srgbClr val="000000"/>
                          </a:solidFill>
                          <a:effectLst/>
                          <a:latin typeface="+mj-lt"/>
                        </a:rPr>
                        <a:t>0</a:t>
                      </a:r>
                      <a:endParaRPr lang="en-US" sz="1900" b="0"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1900" b="0" i="0" u="none" strike="noStrike" dirty="0">
                        <a:solidFill>
                          <a:srgbClr val="000000"/>
                        </a:solidFill>
                        <a:effectLst/>
                        <a:latin typeface="+mj-lt"/>
                      </a:endParaRPr>
                    </a:p>
                  </a:txBody>
                  <a:tcPr marL="6127" marR="6127" marT="6127"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bg1"/>
                    </a:solidFill>
                  </a:tcPr>
                </a:tc>
                <a:tc>
                  <a:txBody>
                    <a:bodyPr/>
                    <a:lstStyle/>
                    <a:p>
                      <a:pPr algn="ctr" fontAlgn="b"/>
                      <a:endParaRPr lang="en-US" sz="1900" b="0"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1900" b="0" i="0" u="none" strike="noStrike" dirty="0">
                        <a:solidFill>
                          <a:srgbClr val="000000"/>
                        </a:solidFill>
                        <a:effectLst/>
                        <a:latin typeface="+mj-lt"/>
                      </a:endParaRPr>
                    </a:p>
                  </a:txBody>
                  <a:tcPr marL="6127" marR="6127" marT="6127" marB="0" anchor="b">
                    <a:lnL w="12700" cap="flat" cmpd="sng" algn="ctr">
                      <a:solidFill>
                        <a:schemeClr val="tx1"/>
                      </a:solidFill>
                      <a:prstDash val="solid"/>
                      <a:round/>
                      <a:headEnd type="none" w="med" len="med"/>
                      <a:tailEnd type="none" w="med" len="med"/>
                    </a:lnL>
                    <a:solidFill>
                      <a:schemeClr val="bg1"/>
                    </a:solidFill>
                  </a:tcPr>
                </a:tc>
              </a:tr>
              <a:tr h="300231">
                <a:tc>
                  <a:txBody>
                    <a:bodyPr/>
                    <a:lstStyle/>
                    <a:p>
                      <a:pPr algn="ctr" fontAlgn="b"/>
                      <a:r>
                        <a:rPr lang="en-US" sz="1900" b="0" i="0" u="none" strike="noStrike" dirty="0">
                          <a:solidFill>
                            <a:srgbClr val="000000"/>
                          </a:solidFill>
                          <a:effectLst/>
                          <a:latin typeface="+mj-lt"/>
                        </a:rPr>
                        <a:t>1</a:t>
                      </a:r>
                      <a:endParaRPr lang="en-US" sz="1900" b="0"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bg1"/>
                    </a:solidFill>
                  </a:tcPr>
                </a:tc>
                <a:tc>
                  <a:txBody>
                    <a:bodyPr/>
                    <a:lstStyle/>
                    <a:p>
                      <a:pPr algn="ctr" fontAlgn="b"/>
                      <a:r>
                        <a:rPr lang="en-US" sz="1900" b="0" i="0" u="none" strike="noStrike" dirty="0">
                          <a:solidFill>
                            <a:srgbClr val="000000"/>
                          </a:solidFill>
                          <a:effectLst/>
                          <a:latin typeface="+mj-lt"/>
                        </a:rPr>
                        <a:t>1</a:t>
                      </a:r>
                      <a:endParaRPr lang="en-US" sz="1900" b="0"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1900" b="0" i="0" u="none" strike="noStrike" dirty="0">
                        <a:solidFill>
                          <a:srgbClr val="000000"/>
                        </a:solidFill>
                        <a:effectLst/>
                        <a:latin typeface="+mj-lt"/>
                      </a:endParaRPr>
                    </a:p>
                  </a:txBody>
                  <a:tcPr marL="6127" marR="6127" marT="6127"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solidFill>
                      <a:schemeClr val="bg1"/>
                    </a:solidFill>
                  </a:tcPr>
                </a:tc>
                <a:tc>
                  <a:txBody>
                    <a:bodyPr/>
                    <a:lstStyle/>
                    <a:p>
                      <a:pPr algn="ctr" fontAlgn="b"/>
                      <a:endParaRPr lang="en-US" sz="1900" b="0" i="0" u="none" strike="noStrike" dirty="0">
                        <a:solidFill>
                          <a:srgbClr val="000000"/>
                        </a:solidFill>
                        <a:effectLst/>
                        <a:latin typeface="+mj-lt"/>
                      </a:endParaRPr>
                    </a:p>
                  </a:txBody>
                  <a:tcPr marL="6127" marR="6127" marT="6127"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1900" b="0" i="0" u="none" strike="noStrike" dirty="0">
                        <a:solidFill>
                          <a:srgbClr val="000000"/>
                        </a:solidFill>
                        <a:effectLst/>
                        <a:latin typeface="+mj-lt"/>
                      </a:endParaRPr>
                    </a:p>
                  </a:txBody>
                  <a:tcPr marL="6127" marR="6127" marT="6127" marB="0" anchor="b">
                    <a:lnL w="12700" cap="flat" cmpd="sng" algn="ctr">
                      <a:solidFill>
                        <a:schemeClr val="tx1"/>
                      </a:solidFill>
                      <a:prstDash val="solid"/>
                      <a:round/>
                      <a:headEnd type="none" w="med" len="med"/>
                      <a:tailEnd type="none" w="med" len="med"/>
                    </a:lnL>
                    <a:solidFill>
                      <a:schemeClr val="bg1"/>
                    </a:solidFill>
                  </a:tcPr>
                </a:tc>
              </a:tr>
            </a:tbl>
          </a:graphicData>
        </a:graphic>
      </p:graphicFrame>
      <p:pic>
        <p:nvPicPr>
          <p:cNvPr id="71" name="Picture 70"/>
          <p:cNvPicPr>
            <a:picLocks noChangeAspect="1"/>
          </p:cNvPicPr>
          <p:nvPr>
            <p:custDataLst>
              <p:tags r:id="rId26"/>
            </p:custDataLst>
          </p:nvPr>
        </p:nvPicPr>
        <p:blipFill>
          <a:blip r:embed="rId27" cstate="print">
            <a:extLst>
              <a:ext uri="{28A0092B-C50C-407E-A947-70E740481C1C}">
                <a14:useLocalDpi xmlns:a14="http://schemas.microsoft.com/office/drawing/2010/main" val="0"/>
              </a:ext>
            </a:extLst>
          </a:blip>
          <a:stretch>
            <a:fillRect/>
          </a:stretch>
        </p:blipFill>
        <p:spPr>
          <a:xfrm>
            <a:off x="5856729" y="3146869"/>
            <a:ext cx="215063" cy="145214"/>
          </a:xfrm>
          <a:prstGeom prst="rect">
            <a:avLst/>
          </a:prstGeom>
        </p:spPr>
      </p:pic>
      <p:pic>
        <p:nvPicPr>
          <p:cNvPr id="72" name="Picture 71"/>
          <p:cNvPicPr>
            <a:picLocks noChangeAspect="1"/>
          </p:cNvPicPr>
          <p:nvPr>
            <p:custDataLst>
              <p:tags r:id="rId28"/>
            </p:custDataLst>
          </p:nvPr>
        </p:nvPicPr>
        <p:blipFill>
          <a:blip r:embed="rId29" cstate="print">
            <a:extLst>
              <a:ext uri="{28A0092B-C50C-407E-A947-70E740481C1C}">
                <a14:useLocalDpi xmlns:a14="http://schemas.microsoft.com/office/drawing/2010/main" val="0"/>
              </a:ext>
            </a:extLst>
          </a:blip>
          <a:stretch>
            <a:fillRect/>
          </a:stretch>
        </p:blipFill>
        <p:spPr>
          <a:xfrm>
            <a:off x="7854706" y="3063280"/>
            <a:ext cx="597398" cy="246312"/>
          </a:xfrm>
          <a:prstGeom prst="rect">
            <a:avLst/>
          </a:prstGeom>
        </p:spPr>
      </p:pic>
      <p:pic>
        <p:nvPicPr>
          <p:cNvPr id="70" name="Picture 69"/>
          <p:cNvPicPr>
            <a:picLocks noChangeAspect="1"/>
          </p:cNvPicPr>
          <p:nvPr>
            <p:custDataLst>
              <p:tags r:id="rId30"/>
            </p:custDataLst>
          </p:nvPr>
        </p:nvPicPr>
        <p:blipFill>
          <a:blip r:embed="rId31" cstate="print">
            <a:extLst>
              <a:ext uri="{28A0092B-C50C-407E-A947-70E740481C1C}">
                <a14:useLocalDpi xmlns:a14="http://schemas.microsoft.com/office/drawing/2010/main" val="0"/>
              </a:ext>
            </a:extLst>
          </a:blip>
          <a:stretch>
            <a:fillRect/>
          </a:stretch>
        </p:blipFill>
        <p:spPr>
          <a:xfrm>
            <a:off x="6237732" y="3146869"/>
            <a:ext cx="220578" cy="145214"/>
          </a:xfrm>
          <a:prstGeom prst="rect">
            <a:avLst/>
          </a:prstGeom>
        </p:spPr>
      </p:pic>
      <p:pic>
        <p:nvPicPr>
          <p:cNvPr id="74" name="Picture 73"/>
          <p:cNvPicPr>
            <a:picLocks noChangeAspect="1"/>
          </p:cNvPicPr>
          <p:nvPr>
            <p:custDataLst>
              <p:tags r:id="rId32"/>
            </p:custDataLst>
          </p:nvPr>
        </p:nvPicPr>
        <p:blipFill>
          <a:blip r:embed="rId33" cstate="print">
            <a:extLst>
              <a:ext uri="{28A0092B-C50C-407E-A947-70E740481C1C}">
                <a14:useLocalDpi xmlns:a14="http://schemas.microsoft.com/office/drawing/2010/main" val="0"/>
              </a:ext>
            </a:extLst>
          </a:blip>
          <a:stretch>
            <a:fillRect/>
          </a:stretch>
        </p:blipFill>
        <p:spPr>
          <a:xfrm>
            <a:off x="6729546" y="3002825"/>
            <a:ext cx="351086" cy="323514"/>
          </a:xfrm>
          <a:prstGeom prst="rect">
            <a:avLst/>
          </a:prstGeom>
        </p:spPr>
      </p:pic>
      <p:pic>
        <p:nvPicPr>
          <p:cNvPr id="76" name="Picture 75"/>
          <p:cNvPicPr>
            <a:picLocks noChangeAspect="1"/>
          </p:cNvPicPr>
          <p:nvPr>
            <p:custDataLst>
              <p:tags r:id="rId34"/>
            </p:custDataLst>
          </p:nvPr>
        </p:nvPicPr>
        <p:blipFill>
          <a:blip r:embed="rId35" cstate="print">
            <a:extLst>
              <a:ext uri="{28A0092B-C50C-407E-A947-70E740481C1C}">
                <a14:useLocalDpi xmlns:a14="http://schemas.microsoft.com/office/drawing/2010/main" val="0"/>
              </a:ext>
            </a:extLst>
          </a:blip>
          <a:stretch>
            <a:fillRect/>
          </a:stretch>
        </p:blipFill>
        <p:spPr>
          <a:xfrm>
            <a:off x="7268914" y="3004191"/>
            <a:ext cx="351086" cy="323514"/>
          </a:xfrm>
          <a:prstGeom prst="rect">
            <a:avLst/>
          </a:prstGeom>
        </p:spPr>
      </p:pic>
      <p:sp>
        <p:nvSpPr>
          <p:cNvPr id="44" name="TextBox 43"/>
          <p:cNvSpPr txBox="1"/>
          <p:nvPr/>
        </p:nvSpPr>
        <p:spPr>
          <a:xfrm>
            <a:off x="1066800" y="1090940"/>
            <a:ext cx="372218" cy="261610"/>
          </a:xfrm>
          <a:prstGeom prst="rect">
            <a:avLst/>
          </a:prstGeom>
          <a:noFill/>
        </p:spPr>
        <p:txBody>
          <a:bodyPr wrap="none" rtlCol="0">
            <a:spAutoFit/>
          </a:bodyPr>
          <a:lstStyle/>
          <a:p>
            <a:r>
              <a:rPr lang="en-US" sz="1050" dirty="0">
                <a:solidFill>
                  <a:srgbClr val="FF0000"/>
                </a:solidFill>
              </a:rPr>
              <a:t>-30</a:t>
            </a:r>
            <a:endParaRPr lang="en-US" sz="1050" dirty="0">
              <a:solidFill>
                <a:srgbClr val="FF0000"/>
              </a:solidFill>
            </a:endParaRPr>
          </a:p>
        </p:txBody>
      </p:sp>
      <p:sp>
        <p:nvSpPr>
          <p:cNvPr id="60" name="TextBox 59"/>
          <p:cNvSpPr txBox="1"/>
          <p:nvPr/>
        </p:nvSpPr>
        <p:spPr>
          <a:xfrm>
            <a:off x="1101852" y="1404642"/>
            <a:ext cx="322524" cy="253916"/>
          </a:xfrm>
          <a:prstGeom prst="rect">
            <a:avLst/>
          </a:prstGeom>
          <a:noFill/>
        </p:spPr>
        <p:txBody>
          <a:bodyPr wrap="none" rtlCol="0">
            <a:spAutoFit/>
          </a:bodyPr>
          <a:lstStyle/>
          <a:p>
            <a:r>
              <a:rPr lang="en-US" sz="1050" dirty="0">
                <a:solidFill>
                  <a:srgbClr val="FF0000"/>
                </a:solidFill>
              </a:rPr>
              <a:t>20</a:t>
            </a:r>
            <a:endParaRPr lang="en-US" sz="1050" dirty="0">
              <a:solidFill>
                <a:srgbClr val="FF0000"/>
              </a:solidFill>
            </a:endParaRPr>
          </a:p>
        </p:txBody>
      </p:sp>
      <p:sp>
        <p:nvSpPr>
          <p:cNvPr id="61" name="TextBox 60"/>
          <p:cNvSpPr txBox="1"/>
          <p:nvPr/>
        </p:nvSpPr>
        <p:spPr>
          <a:xfrm>
            <a:off x="1109935" y="1654963"/>
            <a:ext cx="322524" cy="253916"/>
          </a:xfrm>
          <a:prstGeom prst="rect">
            <a:avLst/>
          </a:prstGeom>
          <a:noFill/>
        </p:spPr>
        <p:txBody>
          <a:bodyPr wrap="none" rtlCol="0">
            <a:spAutoFit/>
          </a:bodyPr>
          <a:lstStyle/>
          <a:p>
            <a:r>
              <a:rPr lang="en-US" sz="1050" dirty="0">
                <a:solidFill>
                  <a:srgbClr val="FF0000"/>
                </a:solidFill>
              </a:rPr>
              <a:t>20</a:t>
            </a:r>
            <a:endParaRPr lang="en-US" sz="1050" dirty="0">
              <a:solidFill>
                <a:srgbClr val="FF0000"/>
              </a:solidFill>
            </a:endParaRPr>
          </a:p>
        </p:txBody>
      </p:sp>
      <p:sp>
        <p:nvSpPr>
          <p:cNvPr id="59" name="TextBox 58"/>
          <p:cNvSpPr txBox="1"/>
          <p:nvPr/>
        </p:nvSpPr>
        <p:spPr>
          <a:xfrm>
            <a:off x="4038600" y="1099287"/>
            <a:ext cx="322524" cy="253916"/>
          </a:xfrm>
          <a:prstGeom prst="rect">
            <a:avLst/>
          </a:prstGeom>
          <a:noFill/>
        </p:spPr>
        <p:txBody>
          <a:bodyPr wrap="none" rtlCol="0">
            <a:spAutoFit/>
          </a:bodyPr>
          <a:lstStyle/>
          <a:p>
            <a:r>
              <a:rPr lang="en-US" sz="1050" dirty="0">
                <a:solidFill>
                  <a:srgbClr val="00FFCC"/>
                </a:solidFill>
              </a:rPr>
              <a:t>10</a:t>
            </a:r>
            <a:endParaRPr lang="en-US" sz="1050" dirty="0">
              <a:solidFill>
                <a:srgbClr val="00FFCC"/>
              </a:solidFill>
            </a:endParaRPr>
          </a:p>
        </p:txBody>
      </p:sp>
      <p:sp>
        <p:nvSpPr>
          <p:cNvPr id="65" name="TextBox 64"/>
          <p:cNvSpPr txBox="1"/>
          <p:nvPr/>
        </p:nvSpPr>
        <p:spPr>
          <a:xfrm>
            <a:off x="4004202" y="1412989"/>
            <a:ext cx="364202" cy="253916"/>
          </a:xfrm>
          <a:prstGeom prst="rect">
            <a:avLst/>
          </a:prstGeom>
          <a:noFill/>
        </p:spPr>
        <p:txBody>
          <a:bodyPr wrap="none" rtlCol="0">
            <a:spAutoFit/>
          </a:bodyPr>
          <a:lstStyle/>
          <a:p>
            <a:r>
              <a:rPr lang="en-US" sz="1050" dirty="0">
                <a:solidFill>
                  <a:srgbClr val="00FFCC"/>
                </a:solidFill>
              </a:rPr>
              <a:t>-20</a:t>
            </a:r>
            <a:endParaRPr lang="en-US" sz="1050" dirty="0">
              <a:solidFill>
                <a:srgbClr val="00FFCC"/>
              </a:solidFill>
            </a:endParaRPr>
          </a:p>
        </p:txBody>
      </p:sp>
      <p:sp>
        <p:nvSpPr>
          <p:cNvPr id="67" name="TextBox 66"/>
          <p:cNvSpPr txBox="1"/>
          <p:nvPr/>
        </p:nvSpPr>
        <p:spPr>
          <a:xfrm>
            <a:off x="4012285" y="1663310"/>
            <a:ext cx="364202" cy="253916"/>
          </a:xfrm>
          <a:prstGeom prst="rect">
            <a:avLst/>
          </a:prstGeom>
          <a:noFill/>
        </p:spPr>
        <p:txBody>
          <a:bodyPr wrap="none" rtlCol="0">
            <a:spAutoFit/>
          </a:bodyPr>
          <a:lstStyle/>
          <a:p>
            <a:r>
              <a:rPr lang="en-US" sz="1050" dirty="0">
                <a:solidFill>
                  <a:srgbClr val="00FFCC"/>
                </a:solidFill>
              </a:rPr>
              <a:t>-20</a:t>
            </a:r>
            <a:endParaRPr lang="en-US" sz="1050" dirty="0">
              <a:solidFill>
                <a:srgbClr val="00FFCC"/>
              </a:solidFill>
            </a:endParaRPr>
          </a:p>
        </p:txBody>
      </p:sp>
      <p:sp>
        <p:nvSpPr>
          <p:cNvPr id="68" name="TextBox 67"/>
          <p:cNvSpPr txBox="1"/>
          <p:nvPr/>
        </p:nvSpPr>
        <p:spPr>
          <a:xfrm>
            <a:off x="6734930" y="1055422"/>
            <a:ext cx="364202" cy="253916"/>
          </a:xfrm>
          <a:prstGeom prst="rect">
            <a:avLst/>
          </a:prstGeom>
          <a:noFill/>
        </p:spPr>
        <p:txBody>
          <a:bodyPr wrap="none" rtlCol="0">
            <a:spAutoFit/>
          </a:bodyPr>
          <a:lstStyle/>
          <a:p>
            <a:r>
              <a:rPr lang="en-US" sz="1050" dirty="0">
                <a:solidFill>
                  <a:srgbClr val="00FF00"/>
                </a:solidFill>
              </a:rPr>
              <a:t>-10</a:t>
            </a:r>
            <a:endParaRPr lang="en-US" sz="1050" dirty="0">
              <a:solidFill>
                <a:srgbClr val="00FF00"/>
              </a:solidFill>
            </a:endParaRPr>
          </a:p>
        </p:txBody>
      </p:sp>
      <p:sp>
        <p:nvSpPr>
          <p:cNvPr id="69" name="TextBox 68"/>
          <p:cNvSpPr txBox="1"/>
          <p:nvPr/>
        </p:nvSpPr>
        <p:spPr>
          <a:xfrm>
            <a:off x="6769982" y="1392274"/>
            <a:ext cx="322524" cy="253916"/>
          </a:xfrm>
          <a:prstGeom prst="rect">
            <a:avLst/>
          </a:prstGeom>
          <a:noFill/>
        </p:spPr>
        <p:txBody>
          <a:bodyPr wrap="none" rtlCol="0">
            <a:spAutoFit/>
          </a:bodyPr>
          <a:lstStyle/>
          <a:p>
            <a:r>
              <a:rPr lang="en-US" sz="1050" dirty="0">
                <a:solidFill>
                  <a:srgbClr val="00FF00"/>
                </a:solidFill>
              </a:rPr>
              <a:t>20</a:t>
            </a:r>
            <a:endParaRPr lang="en-US" sz="1050" dirty="0">
              <a:solidFill>
                <a:srgbClr val="00FF00"/>
              </a:solidFill>
            </a:endParaRPr>
          </a:p>
        </p:txBody>
      </p:sp>
      <p:sp>
        <p:nvSpPr>
          <p:cNvPr id="73" name="TextBox 72"/>
          <p:cNvSpPr txBox="1"/>
          <p:nvPr/>
        </p:nvSpPr>
        <p:spPr>
          <a:xfrm>
            <a:off x="6778065" y="1642595"/>
            <a:ext cx="322524" cy="253916"/>
          </a:xfrm>
          <a:prstGeom prst="rect">
            <a:avLst/>
          </a:prstGeom>
          <a:noFill/>
        </p:spPr>
        <p:txBody>
          <a:bodyPr wrap="none" rtlCol="0">
            <a:spAutoFit/>
          </a:bodyPr>
          <a:lstStyle/>
          <a:p>
            <a:r>
              <a:rPr lang="en-US" sz="1050" dirty="0">
                <a:solidFill>
                  <a:srgbClr val="00FF00"/>
                </a:solidFill>
              </a:rPr>
              <a:t>20</a:t>
            </a:r>
            <a:endParaRPr lang="en-US" sz="1050" dirty="0">
              <a:solidFill>
                <a:srgbClr val="00FF00"/>
              </a:solidFill>
            </a:endParaRPr>
          </a:p>
        </p:txBody>
      </p:sp>
      <p:pic>
        <p:nvPicPr>
          <p:cNvPr id="75" name="Picture"/>
          <p:cNvPicPr/>
          <p:nvPr/>
        </p:nvPicPr>
        <p:blipFill>
          <a:blip r:embed="rId36"/>
          <a:stretch>
            <a:fillRect/>
          </a:stretch>
        </p:blipFill>
        <p:spPr bwMode="auto">
          <a:xfrm>
            <a:off x="608246" y="2831933"/>
            <a:ext cx="4459053" cy="2031113"/>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1000" y="285750"/>
            <a:ext cx="4876800" cy="461665"/>
          </a:xfrm>
          <a:prstGeom prst="rect">
            <a:avLst/>
          </a:prstGeom>
          <a:noFill/>
        </p:spPr>
        <p:txBody>
          <a:bodyPr wrap="square" rtlCol="0">
            <a:spAutoFit/>
          </a:bodyPr>
          <a:lstStyle/>
          <a:p>
            <a:r>
              <a:rPr lang="en-US" sz="2400" b="1" dirty="0"/>
              <a:t>Multiple output units: One-</a:t>
            </a:r>
            <a:r>
              <a:rPr lang="en-US" sz="2400" b="1" dirty="0" err="1"/>
              <a:t>vs</a:t>
            </a:r>
            <a:r>
              <a:rPr lang="en-US" sz="2400" b="1" dirty="0"/>
              <a:t>-all.</a:t>
            </a:r>
            <a:endParaRPr lang="en-US" sz="2400" b="1" dirty="0"/>
          </a:p>
        </p:txBody>
      </p:sp>
      <p:grpSp>
        <p:nvGrpSpPr>
          <p:cNvPr id="24" name="Group 23"/>
          <p:cNvGrpSpPr/>
          <p:nvPr/>
        </p:nvGrpSpPr>
        <p:grpSpPr>
          <a:xfrm>
            <a:off x="963245" y="762233"/>
            <a:ext cx="7193279" cy="1374613"/>
            <a:chOff x="563880" y="941070"/>
            <a:chExt cx="8046720" cy="1537703"/>
          </a:xfrm>
        </p:grpSpPr>
        <p:pic>
          <p:nvPicPr>
            <p:cNvPr id="2" name="Picture 6" descr="http://t2.gstatic.com/images?q=tbn:ANd9GcTL9hSacq02lg06-d1mjwiBX5E3yNKEBXdBdyL2OuTvLG_4Wq1i"/>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t="2050" b="2050"/>
            <a:stretch>
              <a:fillRect/>
            </a:stretch>
          </p:blipFill>
          <p:spPr bwMode="auto">
            <a:xfrm>
              <a:off x="6934200" y="941070"/>
              <a:ext cx="1645919" cy="109728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6"/>
            <p:cNvPicPr>
              <a:picLocks noChangeAspect="1" noChangeArrowheads="1"/>
            </p:cNvPicPr>
            <p:nvPr/>
          </p:nvPicPr>
          <p:blipFill rotWithShape="1">
            <a:blip r:embed="rId2" cstate="print"/>
            <a:srcRect t="5752" b="5752"/>
            <a:stretch>
              <a:fillRect/>
            </a:stretch>
          </p:blipFill>
          <p:spPr bwMode="auto">
            <a:xfrm>
              <a:off x="4800600" y="941070"/>
              <a:ext cx="1645919" cy="1097280"/>
            </a:xfrm>
            <a:prstGeom prst="rect">
              <a:avLst/>
            </a:prstGeom>
            <a:noFill/>
            <a:ln w="12700" algn="ctr">
              <a:noFill/>
              <a:miter lim="800000"/>
              <a:headEnd/>
              <a:tailEnd/>
            </a:ln>
          </p:spPr>
        </p:pic>
        <p:pic>
          <p:nvPicPr>
            <p:cNvPr id="4" name="Picture 8"/>
            <p:cNvPicPr>
              <a:picLocks noChangeAspect="1" noChangeArrowheads="1"/>
            </p:cNvPicPr>
            <p:nvPr/>
          </p:nvPicPr>
          <p:blipFill rotWithShape="1">
            <a:blip r:embed="rId3" cstate="print"/>
            <a:srcRect l="4106" t="18643" r="4106"/>
            <a:stretch>
              <a:fillRect/>
            </a:stretch>
          </p:blipFill>
          <p:spPr bwMode="auto">
            <a:xfrm>
              <a:off x="2667000" y="941070"/>
              <a:ext cx="1645920" cy="1097280"/>
            </a:xfrm>
            <a:prstGeom prst="rect">
              <a:avLst/>
            </a:prstGeom>
            <a:noFill/>
            <a:ln w="12700" algn="ctr">
              <a:noFill/>
              <a:miter lim="800000"/>
              <a:headEnd/>
              <a:tailEnd/>
            </a:ln>
          </p:spPr>
        </p:pic>
        <p:pic>
          <p:nvPicPr>
            <p:cNvPr id="3074" name="Picture 2" descr="http://www.hsinjurylaw.com/upload/crossing-the-street.jpg"/>
            <p:cNvPicPr>
              <a:picLocks noChangeAspect="1" noChangeArrowheads="1"/>
            </p:cNvPicPr>
            <p:nvPr/>
          </p:nvPicPr>
          <p:blipFill rotWithShape="1">
            <a:blip r:embed="rId4">
              <a:extLst>
                <a:ext uri="{28A0092B-C50C-407E-A947-70E740481C1C}">
                  <a14:useLocalDpi xmlns:a14="http://schemas.microsoft.com/office/drawing/2010/main" val="0"/>
                </a:ext>
              </a:extLst>
            </a:blip>
            <a:srcRect l="26595" t="31780" r="23496" b="18221"/>
            <a:stretch>
              <a:fillRect/>
            </a:stretch>
          </p:blipFill>
          <p:spPr bwMode="auto">
            <a:xfrm>
              <a:off x="563880" y="941070"/>
              <a:ext cx="1645920" cy="109728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63880" y="2031192"/>
              <a:ext cx="1676400" cy="447581"/>
            </a:xfrm>
            <a:prstGeom prst="rect">
              <a:avLst/>
            </a:prstGeom>
            <a:noFill/>
          </p:spPr>
          <p:txBody>
            <a:bodyPr wrap="square" rtlCol="0">
              <a:spAutoFit/>
            </a:bodyPr>
            <a:lstStyle/>
            <a:p>
              <a:pPr algn="ctr"/>
              <a:r>
                <a:rPr lang="en-US" sz="2000" dirty="0"/>
                <a:t>Pedestrian</a:t>
              </a:r>
              <a:endParaRPr lang="en-US" sz="2000" dirty="0"/>
            </a:p>
          </p:txBody>
        </p:sp>
        <p:sp>
          <p:nvSpPr>
            <p:cNvPr id="8" name="TextBox 7"/>
            <p:cNvSpPr txBox="1"/>
            <p:nvPr/>
          </p:nvSpPr>
          <p:spPr>
            <a:xfrm>
              <a:off x="2667000" y="2034771"/>
              <a:ext cx="1676400" cy="400110"/>
            </a:xfrm>
            <a:prstGeom prst="rect">
              <a:avLst/>
            </a:prstGeom>
            <a:noFill/>
          </p:spPr>
          <p:txBody>
            <a:bodyPr wrap="square" rtlCol="0">
              <a:spAutoFit/>
            </a:bodyPr>
            <a:lstStyle/>
            <a:p>
              <a:pPr algn="ctr"/>
              <a:r>
                <a:rPr lang="en-US" sz="2000" dirty="0"/>
                <a:t>Car</a:t>
              </a:r>
              <a:endParaRPr lang="en-US" sz="2000" dirty="0"/>
            </a:p>
          </p:txBody>
        </p:sp>
        <p:sp>
          <p:nvSpPr>
            <p:cNvPr id="9" name="TextBox 8"/>
            <p:cNvSpPr txBox="1"/>
            <p:nvPr/>
          </p:nvSpPr>
          <p:spPr>
            <a:xfrm>
              <a:off x="4800600" y="2038350"/>
              <a:ext cx="1676400" cy="400110"/>
            </a:xfrm>
            <a:prstGeom prst="rect">
              <a:avLst/>
            </a:prstGeom>
            <a:noFill/>
          </p:spPr>
          <p:txBody>
            <a:bodyPr wrap="square" rtlCol="0">
              <a:spAutoFit/>
            </a:bodyPr>
            <a:lstStyle/>
            <a:p>
              <a:pPr algn="ctr"/>
              <a:r>
                <a:rPr lang="en-US" sz="2000" dirty="0"/>
                <a:t>Motorcycle</a:t>
              </a:r>
              <a:endParaRPr lang="en-US" sz="2000" dirty="0"/>
            </a:p>
          </p:txBody>
        </p:sp>
        <p:sp>
          <p:nvSpPr>
            <p:cNvPr id="10" name="TextBox 9"/>
            <p:cNvSpPr txBox="1"/>
            <p:nvPr/>
          </p:nvSpPr>
          <p:spPr>
            <a:xfrm>
              <a:off x="6934200" y="2038350"/>
              <a:ext cx="1676400" cy="400110"/>
            </a:xfrm>
            <a:prstGeom prst="rect">
              <a:avLst/>
            </a:prstGeom>
            <a:noFill/>
          </p:spPr>
          <p:txBody>
            <a:bodyPr wrap="square" rtlCol="0">
              <a:spAutoFit/>
            </a:bodyPr>
            <a:lstStyle/>
            <a:p>
              <a:pPr algn="ctr"/>
              <a:r>
                <a:rPr lang="en-US" sz="2000" dirty="0"/>
                <a:t>Truck</a:t>
              </a:r>
              <a:endParaRPr lang="en-US" sz="2000" dirty="0"/>
            </a:p>
          </p:txBody>
        </p:sp>
      </p:grpSp>
      <p:grpSp>
        <p:nvGrpSpPr>
          <p:cNvPr id="3081" name="Group 3080"/>
          <p:cNvGrpSpPr/>
          <p:nvPr/>
        </p:nvGrpSpPr>
        <p:grpSpPr>
          <a:xfrm>
            <a:off x="2035629" y="2159264"/>
            <a:ext cx="4961230" cy="1547403"/>
            <a:chOff x="1905000" y="2190750"/>
            <a:chExt cx="5591556" cy="1744001"/>
          </a:xfrm>
        </p:grpSpPr>
        <p:sp>
          <p:nvSpPr>
            <p:cNvPr id="11" name="Oval 10"/>
            <p:cNvSpPr/>
            <p:nvPr/>
          </p:nvSpPr>
          <p:spPr>
            <a:xfrm>
              <a:off x="1905000" y="3183496"/>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905000" y="2848532"/>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1905000" y="2513568"/>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2899779" y="2190751"/>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5102454" y="236976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6019800" y="2861530"/>
              <a:ext cx="1476756" cy="331470"/>
            </a:xfrm>
            <a:prstGeom prst="rect">
              <a:avLst/>
            </a:prstGeom>
          </p:spPr>
        </p:pic>
        <p:cxnSp>
          <p:nvCxnSpPr>
            <p:cNvPr id="41" name="Straight Arrow Connector 40"/>
            <p:cNvCxnSpPr>
              <a:stCxn id="13" idx="6"/>
              <a:endCxn id="27" idx="2"/>
            </p:cNvCxnSpPr>
            <p:nvPr/>
          </p:nvCxnSpPr>
          <p:spPr>
            <a:xfrm flipV="1">
              <a:off x="2191463" y="2334552"/>
              <a:ext cx="708316" cy="3228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2" idx="6"/>
              <a:endCxn id="27" idx="2"/>
            </p:cNvCxnSpPr>
            <p:nvPr/>
          </p:nvCxnSpPr>
          <p:spPr>
            <a:xfrm flipV="1">
              <a:off x="2191463" y="2334552"/>
              <a:ext cx="708316" cy="6577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1" idx="6"/>
              <a:endCxn id="27" idx="2"/>
            </p:cNvCxnSpPr>
            <p:nvPr/>
          </p:nvCxnSpPr>
          <p:spPr>
            <a:xfrm flipV="1">
              <a:off x="2191463" y="2334552"/>
              <a:ext cx="708316" cy="9927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Oval 51"/>
            <p:cNvSpPr/>
            <p:nvPr/>
          </p:nvSpPr>
          <p:spPr>
            <a:xfrm>
              <a:off x="2899778" y="2564055"/>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p:cNvCxnSpPr>
              <a:stCxn id="13" idx="6"/>
              <a:endCxn id="52" idx="2"/>
            </p:cNvCxnSpPr>
            <p:nvPr/>
          </p:nvCxnSpPr>
          <p:spPr>
            <a:xfrm>
              <a:off x="2191463" y="2657369"/>
              <a:ext cx="708315" cy="5048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2" idx="6"/>
              <a:endCxn id="52" idx="2"/>
            </p:cNvCxnSpPr>
            <p:nvPr/>
          </p:nvCxnSpPr>
          <p:spPr>
            <a:xfrm flipV="1">
              <a:off x="2191463" y="2707856"/>
              <a:ext cx="708315" cy="2844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1" idx="6"/>
              <a:endCxn id="52" idx="2"/>
            </p:cNvCxnSpPr>
            <p:nvPr/>
          </p:nvCxnSpPr>
          <p:spPr>
            <a:xfrm flipV="1">
              <a:off x="2191463" y="2707856"/>
              <a:ext cx="708315" cy="61944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2899777" y="292277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Arrow Connector 62"/>
            <p:cNvCxnSpPr>
              <a:stCxn id="13" idx="6"/>
              <a:endCxn id="62" idx="2"/>
            </p:cNvCxnSpPr>
            <p:nvPr/>
          </p:nvCxnSpPr>
          <p:spPr>
            <a:xfrm>
              <a:off x="2191463" y="2657369"/>
              <a:ext cx="708314" cy="40920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12" idx="6"/>
              <a:endCxn id="62" idx="2"/>
            </p:cNvCxnSpPr>
            <p:nvPr/>
          </p:nvCxnSpPr>
          <p:spPr>
            <a:xfrm>
              <a:off x="2191463" y="2992333"/>
              <a:ext cx="708314" cy="742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11" idx="6"/>
              <a:endCxn id="62" idx="2"/>
            </p:cNvCxnSpPr>
            <p:nvPr/>
          </p:nvCxnSpPr>
          <p:spPr>
            <a:xfrm flipV="1">
              <a:off x="2191463" y="3066578"/>
              <a:ext cx="708314" cy="2607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Oval 69"/>
            <p:cNvSpPr/>
            <p:nvPr/>
          </p:nvSpPr>
          <p:spPr>
            <a:xfrm>
              <a:off x="2899776" y="3273713"/>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Arrow Connector 70"/>
            <p:cNvCxnSpPr>
              <a:stCxn id="13" idx="6"/>
              <a:endCxn id="70" idx="2"/>
            </p:cNvCxnSpPr>
            <p:nvPr/>
          </p:nvCxnSpPr>
          <p:spPr>
            <a:xfrm>
              <a:off x="2191463" y="2657369"/>
              <a:ext cx="708313" cy="7601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12" idx="6"/>
              <a:endCxn id="70" idx="2"/>
            </p:cNvCxnSpPr>
            <p:nvPr/>
          </p:nvCxnSpPr>
          <p:spPr>
            <a:xfrm>
              <a:off x="2191463" y="2992333"/>
              <a:ext cx="708313" cy="4251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11" idx="6"/>
              <a:endCxn id="70" idx="2"/>
            </p:cNvCxnSpPr>
            <p:nvPr/>
          </p:nvCxnSpPr>
          <p:spPr>
            <a:xfrm>
              <a:off x="2191463" y="3327297"/>
              <a:ext cx="708313" cy="902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0" name="Oval 79"/>
            <p:cNvSpPr/>
            <p:nvPr/>
          </p:nvSpPr>
          <p:spPr>
            <a:xfrm>
              <a:off x="2899779" y="36385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p:cNvCxnSpPr>
              <a:stCxn id="13" idx="6"/>
              <a:endCxn id="80" idx="2"/>
            </p:cNvCxnSpPr>
            <p:nvPr/>
          </p:nvCxnSpPr>
          <p:spPr>
            <a:xfrm>
              <a:off x="2191463" y="2657369"/>
              <a:ext cx="708316" cy="112498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12" idx="6"/>
              <a:endCxn id="80" idx="2"/>
            </p:cNvCxnSpPr>
            <p:nvPr/>
          </p:nvCxnSpPr>
          <p:spPr>
            <a:xfrm>
              <a:off x="2191463" y="2992333"/>
              <a:ext cx="708316" cy="79001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11" idx="6"/>
              <a:endCxn id="80" idx="2"/>
            </p:cNvCxnSpPr>
            <p:nvPr/>
          </p:nvCxnSpPr>
          <p:spPr>
            <a:xfrm>
              <a:off x="2191463" y="3327297"/>
              <a:ext cx="708316" cy="45505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7" name="Oval 86"/>
            <p:cNvSpPr/>
            <p:nvPr/>
          </p:nvSpPr>
          <p:spPr>
            <a:xfrm>
              <a:off x="4028197" y="21907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Arrow Connector 87"/>
            <p:cNvCxnSpPr>
              <a:stCxn id="27" idx="6"/>
              <a:endCxn id="87" idx="2"/>
            </p:cNvCxnSpPr>
            <p:nvPr/>
          </p:nvCxnSpPr>
          <p:spPr>
            <a:xfrm flipV="1">
              <a:off x="3186242" y="23345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52" idx="6"/>
              <a:endCxn id="87" idx="2"/>
            </p:cNvCxnSpPr>
            <p:nvPr/>
          </p:nvCxnSpPr>
          <p:spPr>
            <a:xfrm flipV="1">
              <a:off x="3186241" y="233455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62" idx="6"/>
              <a:endCxn id="87" idx="2"/>
            </p:cNvCxnSpPr>
            <p:nvPr/>
          </p:nvCxnSpPr>
          <p:spPr>
            <a:xfrm flipV="1">
              <a:off x="3186240" y="2334551"/>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70" idx="6"/>
              <a:endCxn id="87" idx="2"/>
            </p:cNvCxnSpPr>
            <p:nvPr/>
          </p:nvCxnSpPr>
          <p:spPr>
            <a:xfrm flipV="1">
              <a:off x="3186239" y="2334551"/>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80" idx="6"/>
              <a:endCxn id="87" idx="2"/>
            </p:cNvCxnSpPr>
            <p:nvPr/>
          </p:nvCxnSpPr>
          <p:spPr>
            <a:xfrm flipV="1">
              <a:off x="3186242" y="2334551"/>
              <a:ext cx="841955" cy="14478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0" name="Oval 99"/>
            <p:cNvSpPr/>
            <p:nvPr/>
          </p:nvSpPr>
          <p:spPr>
            <a:xfrm>
              <a:off x="4028196" y="2568528"/>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Straight Arrow Connector 100"/>
            <p:cNvCxnSpPr>
              <a:endCxn id="100" idx="2"/>
            </p:cNvCxnSpPr>
            <p:nvPr/>
          </p:nvCxnSpPr>
          <p:spPr>
            <a:xfrm flipV="1">
              <a:off x="3186241" y="2712329"/>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a:stCxn id="62" idx="6"/>
              <a:endCxn id="100" idx="2"/>
            </p:cNvCxnSpPr>
            <p:nvPr/>
          </p:nvCxnSpPr>
          <p:spPr>
            <a:xfrm flipV="1">
              <a:off x="3186240" y="2712329"/>
              <a:ext cx="841956" cy="3542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a:endCxn id="100" idx="2"/>
            </p:cNvCxnSpPr>
            <p:nvPr/>
          </p:nvCxnSpPr>
          <p:spPr>
            <a:xfrm flipV="1">
              <a:off x="3186239" y="2712329"/>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endCxn id="100" idx="2"/>
            </p:cNvCxnSpPr>
            <p:nvPr/>
          </p:nvCxnSpPr>
          <p:spPr>
            <a:xfrm flipV="1">
              <a:off x="3186238" y="2712329"/>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27" idx="6"/>
              <a:endCxn id="100" idx="2"/>
            </p:cNvCxnSpPr>
            <p:nvPr/>
          </p:nvCxnSpPr>
          <p:spPr>
            <a:xfrm>
              <a:off x="3186242" y="2334552"/>
              <a:ext cx="841954" cy="377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7" name="Oval 106"/>
            <p:cNvSpPr/>
            <p:nvPr/>
          </p:nvSpPr>
          <p:spPr>
            <a:xfrm>
              <a:off x="4030044" y="2915686"/>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Arrow Connector 107"/>
            <p:cNvCxnSpPr>
              <a:endCxn id="107" idx="2"/>
            </p:cNvCxnSpPr>
            <p:nvPr/>
          </p:nvCxnSpPr>
          <p:spPr>
            <a:xfrm flipV="1">
              <a:off x="3188089" y="3059487"/>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a:endCxn id="107" idx="2"/>
            </p:cNvCxnSpPr>
            <p:nvPr/>
          </p:nvCxnSpPr>
          <p:spPr>
            <a:xfrm flipV="1">
              <a:off x="3188088" y="3059487"/>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a:endCxn id="107" idx="2"/>
            </p:cNvCxnSpPr>
            <p:nvPr/>
          </p:nvCxnSpPr>
          <p:spPr>
            <a:xfrm flipV="1">
              <a:off x="3188087" y="3059487"/>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52" idx="6"/>
              <a:endCxn id="107" idx="2"/>
            </p:cNvCxnSpPr>
            <p:nvPr/>
          </p:nvCxnSpPr>
          <p:spPr>
            <a:xfrm>
              <a:off x="3186241" y="2707856"/>
              <a:ext cx="843803" cy="35163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stCxn id="27" idx="6"/>
              <a:endCxn id="107" idx="2"/>
            </p:cNvCxnSpPr>
            <p:nvPr/>
          </p:nvCxnSpPr>
          <p:spPr>
            <a:xfrm>
              <a:off x="3186242" y="2334552"/>
              <a:ext cx="843802" cy="72493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7" name="Oval 116"/>
            <p:cNvSpPr/>
            <p:nvPr/>
          </p:nvSpPr>
          <p:spPr>
            <a:xfrm>
              <a:off x="4028195" y="326390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8" name="Straight Arrow Connector 117"/>
            <p:cNvCxnSpPr>
              <a:stCxn id="70" idx="6"/>
              <a:endCxn id="117" idx="2"/>
            </p:cNvCxnSpPr>
            <p:nvPr/>
          </p:nvCxnSpPr>
          <p:spPr>
            <a:xfrm flipV="1">
              <a:off x="3186239" y="3407701"/>
              <a:ext cx="841956" cy="981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a:endCxn id="117" idx="2"/>
            </p:cNvCxnSpPr>
            <p:nvPr/>
          </p:nvCxnSpPr>
          <p:spPr>
            <a:xfrm flipV="1">
              <a:off x="3186239" y="340770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a:stCxn id="62" idx="6"/>
              <a:endCxn id="117" idx="2"/>
            </p:cNvCxnSpPr>
            <p:nvPr/>
          </p:nvCxnSpPr>
          <p:spPr>
            <a:xfrm>
              <a:off x="3186240" y="3066578"/>
              <a:ext cx="841955" cy="34112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stCxn id="52" idx="6"/>
              <a:endCxn id="117" idx="2"/>
            </p:cNvCxnSpPr>
            <p:nvPr/>
          </p:nvCxnSpPr>
          <p:spPr>
            <a:xfrm>
              <a:off x="3186241" y="2707856"/>
              <a:ext cx="841954" cy="6998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27" idx="6"/>
              <a:endCxn id="117" idx="2"/>
            </p:cNvCxnSpPr>
            <p:nvPr/>
          </p:nvCxnSpPr>
          <p:spPr>
            <a:xfrm>
              <a:off x="3186242" y="2334552"/>
              <a:ext cx="841953" cy="10731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8" name="Oval 127"/>
            <p:cNvSpPr/>
            <p:nvPr/>
          </p:nvSpPr>
          <p:spPr>
            <a:xfrm>
              <a:off x="4028194" y="36471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9" name="Straight Arrow Connector 128"/>
            <p:cNvCxnSpPr>
              <a:endCxn id="128" idx="2"/>
            </p:cNvCxnSpPr>
            <p:nvPr/>
          </p:nvCxnSpPr>
          <p:spPr>
            <a:xfrm flipV="1">
              <a:off x="3186239" y="37909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stCxn id="70" idx="6"/>
              <a:endCxn id="128" idx="2"/>
            </p:cNvCxnSpPr>
            <p:nvPr/>
          </p:nvCxnSpPr>
          <p:spPr>
            <a:xfrm>
              <a:off x="3186239" y="3417514"/>
              <a:ext cx="841955" cy="37343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a:stCxn id="62" idx="6"/>
              <a:endCxn id="128" idx="2"/>
            </p:cNvCxnSpPr>
            <p:nvPr/>
          </p:nvCxnSpPr>
          <p:spPr>
            <a:xfrm>
              <a:off x="3186240" y="3066578"/>
              <a:ext cx="841954" cy="72437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stCxn id="52" idx="6"/>
              <a:endCxn id="128" idx="2"/>
            </p:cNvCxnSpPr>
            <p:nvPr/>
          </p:nvCxnSpPr>
          <p:spPr>
            <a:xfrm>
              <a:off x="3186241" y="2707856"/>
              <a:ext cx="841953" cy="108309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a:stCxn id="27" idx="6"/>
              <a:endCxn id="128" idx="2"/>
            </p:cNvCxnSpPr>
            <p:nvPr/>
          </p:nvCxnSpPr>
          <p:spPr>
            <a:xfrm>
              <a:off x="3186242" y="2334552"/>
              <a:ext cx="841952" cy="145639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a:stCxn id="87" idx="6"/>
              <a:endCxn id="36" idx="2"/>
            </p:cNvCxnSpPr>
            <p:nvPr/>
          </p:nvCxnSpPr>
          <p:spPr>
            <a:xfrm>
              <a:off x="4314660" y="2334551"/>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a:stCxn id="100" idx="6"/>
              <a:endCxn id="36" idx="2"/>
            </p:cNvCxnSpPr>
            <p:nvPr/>
          </p:nvCxnSpPr>
          <p:spPr>
            <a:xfrm flipV="1">
              <a:off x="4314659" y="2513568"/>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a:stCxn id="107" idx="6"/>
              <a:endCxn id="36" idx="2"/>
            </p:cNvCxnSpPr>
            <p:nvPr/>
          </p:nvCxnSpPr>
          <p:spPr>
            <a:xfrm flipV="1">
              <a:off x="4316507" y="2513568"/>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7" name="Straight Arrow Connector 146"/>
            <p:cNvCxnSpPr>
              <a:stCxn id="117" idx="6"/>
              <a:endCxn id="36" idx="2"/>
            </p:cNvCxnSpPr>
            <p:nvPr/>
          </p:nvCxnSpPr>
          <p:spPr>
            <a:xfrm flipV="1">
              <a:off x="4314658" y="2513568"/>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0" name="Straight Arrow Connector 149"/>
            <p:cNvCxnSpPr>
              <a:stCxn id="128" idx="6"/>
              <a:endCxn id="36" idx="2"/>
            </p:cNvCxnSpPr>
            <p:nvPr/>
          </p:nvCxnSpPr>
          <p:spPr>
            <a:xfrm flipV="1">
              <a:off x="4314657" y="2513568"/>
              <a:ext cx="787797" cy="127738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5" name="Oval 154"/>
            <p:cNvSpPr/>
            <p:nvPr/>
          </p:nvSpPr>
          <p:spPr>
            <a:xfrm>
              <a:off x="5102453" y="27456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6" name="Straight Arrow Connector 155"/>
            <p:cNvCxnSpPr>
              <a:endCxn id="155" idx="2"/>
            </p:cNvCxnSpPr>
            <p:nvPr/>
          </p:nvCxnSpPr>
          <p:spPr>
            <a:xfrm>
              <a:off x="4314659" y="27104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a:endCxn id="155" idx="2"/>
            </p:cNvCxnSpPr>
            <p:nvPr/>
          </p:nvCxnSpPr>
          <p:spPr>
            <a:xfrm flipV="1">
              <a:off x="4314658" y="28894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a:endCxn id="155" idx="2"/>
            </p:cNvCxnSpPr>
            <p:nvPr/>
          </p:nvCxnSpPr>
          <p:spPr>
            <a:xfrm flipV="1">
              <a:off x="4316506" y="2889453"/>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9" name="Straight Arrow Connector 158"/>
            <p:cNvCxnSpPr>
              <a:endCxn id="155" idx="2"/>
            </p:cNvCxnSpPr>
            <p:nvPr/>
          </p:nvCxnSpPr>
          <p:spPr>
            <a:xfrm flipV="1">
              <a:off x="4314657" y="2889453"/>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0" name="Straight Arrow Connector 159"/>
            <p:cNvCxnSpPr>
              <a:stCxn id="87" idx="6"/>
              <a:endCxn id="155" idx="2"/>
            </p:cNvCxnSpPr>
            <p:nvPr/>
          </p:nvCxnSpPr>
          <p:spPr>
            <a:xfrm>
              <a:off x="4314660" y="2334551"/>
              <a:ext cx="787793" cy="5549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2" name="Oval 161"/>
            <p:cNvSpPr/>
            <p:nvPr/>
          </p:nvSpPr>
          <p:spPr>
            <a:xfrm>
              <a:off x="5102452" y="3088214"/>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3" name="Straight Arrow Connector 162"/>
            <p:cNvCxnSpPr>
              <a:endCxn id="162" idx="2"/>
            </p:cNvCxnSpPr>
            <p:nvPr/>
          </p:nvCxnSpPr>
          <p:spPr>
            <a:xfrm>
              <a:off x="4314658" y="3052998"/>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4" name="Straight Arrow Connector 163"/>
            <p:cNvCxnSpPr>
              <a:endCxn id="162" idx="2"/>
            </p:cNvCxnSpPr>
            <p:nvPr/>
          </p:nvCxnSpPr>
          <p:spPr>
            <a:xfrm flipV="1">
              <a:off x="4314657" y="3232015"/>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5" name="Straight Arrow Connector 164"/>
            <p:cNvCxnSpPr>
              <a:endCxn id="162" idx="2"/>
            </p:cNvCxnSpPr>
            <p:nvPr/>
          </p:nvCxnSpPr>
          <p:spPr>
            <a:xfrm flipV="1">
              <a:off x="4316505" y="3232015"/>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6" name="Straight Arrow Connector 165"/>
            <p:cNvCxnSpPr>
              <a:stCxn id="100" idx="6"/>
              <a:endCxn id="162" idx="2"/>
            </p:cNvCxnSpPr>
            <p:nvPr/>
          </p:nvCxnSpPr>
          <p:spPr>
            <a:xfrm>
              <a:off x="4314659" y="2712329"/>
              <a:ext cx="787793" cy="51968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7" name="Straight Arrow Connector 166"/>
            <p:cNvCxnSpPr>
              <a:stCxn id="87" idx="6"/>
              <a:endCxn id="162" idx="2"/>
            </p:cNvCxnSpPr>
            <p:nvPr/>
          </p:nvCxnSpPr>
          <p:spPr>
            <a:xfrm>
              <a:off x="4314660" y="2334551"/>
              <a:ext cx="787792" cy="8974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0" name="Oval 169"/>
            <p:cNvSpPr/>
            <p:nvPr/>
          </p:nvSpPr>
          <p:spPr>
            <a:xfrm>
              <a:off x="5102454" y="34505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1" name="Straight Arrow Connector 170"/>
            <p:cNvCxnSpPr>
              <a:endCxn id="170" idx="2"/>
            </p:cNvCxnSpPr>
            <p:nvPr/>
          </p:nvCxnSpPr>
          <p:spPr>
            <a:xfrm>
              <a:off x="4314660" y="34153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2" name="Straight Arrow Connector 171"/>
            <p:cNvCxnSpPr>
              <a:endCxn id="170" idx="2"/>
            </p:cNvCxnSpPr>
            <p:nvPr/>
          </p:nvCxnSpPr>
          <p:spPr>
            <a:xfrm flipV="1">
              <a:off x="4314659" y="35943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a:stCxn id="107" idx="6"/>
              <a:endCxn id="170" idx="2"/>
            </p:cNvCxnSpPr>
            <p:nvPr/>
          </p:nvCxnSpPr>
          <p:spPr>
            <a:xfrm>
              <a:off x="4316507" y="3059487"/>
              <a:ext cx="785947" cy="53486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4" name="Straight Arrow Connector 173"/>
            <p:cNvCxnSpPr>
              <a:stCxn id="100" idx="6"/>
              <a:endCxn id="170" idx="2"/>
            </p:cNvCxnSpPr>
            <p:nvPr/>
          </p:nvCxnSpPr>
          <p:spPr>
            <a:xfrm>
              <a:off x="4314659" y="2712329"/>
              <a:ext cx="787795" cy="88202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5" name="Straight Arrow Connector 174"/>
            <p:cNvCxnSpPr>
              <a:stCxn id="87" idx="6"/>
              <a:endCxn id="170" idx="2"/>
            </p:cNvCxnSpPr>
            <p:nvPr/>
          </p:nvCxnSpPr>
          <p:spPr>
            <a:xfrm>
              <a:off x="4314660" y="2334551"/>
              <a:ext cx="787794" cy="12598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79" name="TextBox 178"/>
          <p:cNvSpPr txBox="1"/>
          <p:nvPr/>
        </p:nvSpPr>
        <p:spPr>
          <a:xfrm>
            <a:off x="453946" y="4051449"/>
            <a:ext cx="7702577" cy="461665"/>
          </a:xfrm>
          <a:prstGeom prst="rect">
            <a:avLst/>
          </a:prstGeom>
          <a:noFill/>
        </p:spPr>
        <p:txBody>
          <a:bodyPr wrap="square" rtlCol="0">
            <a:spAutoFit/>
          </a:bodyPr>
          <a:lstStyle/>
          <a:p>
            <a:r>
              <a:rPr lang="en-US" sz="2400" dirty="0"/>
              <a:t>Want                      ,                         ,                        ,   etc.</a:t>
            </a:r>
            <a:endParaRPr lang="en-US" sz="2400" dirty="0"/>
          </a:p>
        </p:txBody>
      </p:sp>
      <p:pic>
        <p:nvPicPr>
          <p:cNvPr id="3083" name="Picture 3082"/>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1309853" y="4015085"/>
            <a:ext cx="1369695" cy="609600"/>
          </a:xfrm>
          <a:prstGeom prst="rect">
            <a:avLst/>
          </a:prstGeom>
        </p:spPr>
      </p:pic>
      <p:pic>
        <p:nvPicPr>
          <p:cNvPr id="3084" name="Picture 3083"/>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3352800" y="4013756"/>
            <a:ext cx="1369695" cy="609600"/>
          </a:xfrm>
          <a:prstGeom prst="rect">
            <a:avLst/>
          </a:prstGeom>
        </p:spPr>
      </p:pic>
      <p:pic>
        <p:nvPicPr>
          <p:cNvPr id="3085" name="Picture 3084"/>
          <p:cNvPicPr>
            <a:picLocks noChangeAspect="1"/>
          </p:cNvPicPr>
          <p:nvPr>
            <p:custDataLst>
              <p:tags r:id="rId11"/>
            </p:custDataLst>
          </p:nvPr>
        </p:nvPicPr>
        <p:blipFill>
          <a:blip r:embed="rId12" cstate="print">
            <a:extLst>
              <a:ext uri="{28A0092B-C50C-407E-A947-70E740481C1C}">
                <a14:useLocalDpi xmlns:a14="http://schemas.microsoft.com/office/drawing/2010/main" val="0"/>
              </a:ext>
            </a:extLst>
          </a:blip>
          <a:stretch>
            <a:fillRect/>
          </a:stretch>
        </p:blipFill>
        <p:spPr>
          <a:xfrm>
            <a:off x="5410200" y="4019550"/>
            <a:ext cx="1369695" cy="609600"/>
          </a:xfrm>
          <a:prstGeom prst="rect">
            <a:avLst/>
          </a:prstGeom>
        </p:spPr>
      </p:pic>
      <p:sp>
        <p:nvSpPr>
          <p:cNvPr id="191" name="TextBox 190"/>
          <p:cNvSpPr txBox="1"/>
          <p:nvPr/>
        </p:nvSpPr>
        <p:spPr>
          <a:xfrm>
            <a:off x="963246" y="4579173"/>
            <a:ext cx="5894754" cy="400110"/>
          </a:xfrm>
          <a:prstGeom prst="rect">
            <a:avLst/>
          </a:prstGeom>
          <a:noFill/>
        </p:spPr>
        <p:txBody>
          <a:bodyPr wrap="square" rtlCol="0">
            <a:spAutoFit/>
          </a:bodyPr>
          <a:lstStyle/>
          <a:p>
            <a:r>
              <a:rPr lang="en-US" sz="2000" dirty="0"/>
              <a:t>when pedestrian         when car	when motorcycle</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1000" y="285750"/>
            <a:ext cx="4876800" cy="461665"/>
          </a:xfrm>
          <a:prstGeom prst="rect">
            <a:avLst/>
          </a:prstGeom>
          <a:noFill/>
        </p:spPr>
        <p:txBody>
          <a:bodyPr wrap="square" rtlCol="0">
            <a:spAutoFit/>
          </a:bodyPr>
          <a:lstStyle/>
          <a:p>
            <a:r>
              <a:rPr lang="en-US" sz="2400" b="1" dirty="0"/>
              <a:t>Multiple output units: One-</a:t>
            </a:r>
            <a:r>
              <a:rPr lang="en-US" sz="2400" b="1" dirty="0" err="1"/>
              <a:t>vs</a:t>
            </a:r>
            <a:r>
              <a:rPr lang="en-US" sz="2400" b="1" dirty="0"/>
              <a:t>-all.</a:t>
            </a:r>
            <a:endParaRPr lang="en-US" sz="2400" b="1" dirty="0"/>
          </a:p>
        </p:txBody>
      </p:sp>
      <p:grpSp>
        <p:nvGrpSpPr>
          <p:cNvPr id="3081" name="Group 3080"/>
          <p:cNvGrpSpPr/>
          <p:nvPr/>
        </p:nvGrpSpPr>
        <p:grpSpPr>
          <a:xfrm>
            <a:off x="2035629" y="685075"/>
            <a:ext cx="4961230" cy="1547403"/>
            <a:chOff x="1905000" y="2190750"/>
            <a:chExt cx="5591556" cy="1744001"/>
          </a:xfrm>
        </p:grpSpPr>
        <p:sp>
          <p:nvSpPr>
            <p:cNvPr id="11" name="Oval 10"/>
            <p:cNvSpPr/>
            <p:nvPr/>
          </p:nvSpPr>
          <p:spPr>
            <a:xfrm>
              <a:off x="1905000" y="3183496"/>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905000" y="2848532"/>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1905000" y="2513568"/>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2899779" y="2190751"/>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5102454" y="236976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6019800" y="2861530"/>
              <a:ext cx="1476756" cy="331470"/>
            </a:xfrm>
            <a:prstGeom prst="rect">
              <a:avLst/>
            </a:prstGeom>
          </p:spPr>
        </p:pic>
        <p:cxnSp>
          <p:nvCxnSpPr>
            <p:cNvPr id="41" name="Straight Arrow Connector 40"/>
            <p:cNvCxnSpPr>
              <a:stCxn id="13" idx="6"/>
              <a:endCxn id="27" idx="2"/>
            </p:cNvCxnSpPr>
            <p:nvPr/>
          </p:nvCxnSpPr>
          <p:spPr>
            <a:xfrm flipV="1">
              <a:off x="2191463" y="2334552"/>
              <a:ext cx="708316" cy="3228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2" idx="6"/>
              <a:endCxn id="27" idx="2"/>
            </p:cNvCxnSpPr>
            <p:nvPr/>
          </p:nvCxnSpPr>
          <p:spPr>
            <a:xfrm flipV="1">
              <a:off x="2191463" y="2334552"/>
              <a:ext cx="708316" cy="6577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1" idx="6"/>
              <a:endCxn id="27" idx="2"/>
            </p:cNvCxnSpPr>
            <p:nvPr/>
          </p:nvCxnSpPr>
          <p:spPr>
            <a:xfrm flipV="1">
              <a:off x="2191463" y="2334552"/>
              <a:ext cx="708316" cy="9927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Oval 51"/>
            <p:cNvSpPr/>
            <p:nvPr/>
          </p:nvSpPr>
          <p:spPr>
            <a:xfrm>
              <a:off x="2899778" y="2564055"/>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p:cNvCxnSpPr>
              <a:stCxn id="13" idx="6"/>
              <a:endCxn id="52" idx="2"/>
            </p:cNvCxnSpPr>
            <p:nvPr/>
          </p:nvCxnSpPr>
          <p:spPr>
            <a:xfrm>
              <a:off x="2191463" y="2657369"/>
              <a:ext cx="708315" cy="5048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2" idx="6"/>
              <a:endCxn id="52" idx="2"/>
            </p:cNvCxnSpPr>
            <p:nvPr/>
          </p:nvCxnSpPr>
          <p:spPr>
            <a:xfrm flipV="1">
              <a:off x="2191463" y="2707856"/>
              <a:ext cx="708315" cy="2844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1" idx="6"/>
              <a:endCxn id="52" idx="2"/>
            </p:cNvCxnSpPr>
            <p:nvPr/>
          </p:nvCxnSpPr>
          <p:spPr>
            <a:xfrm flipV="1">
              <a:off x="2191463" y="2707856"/>
              <a:ext cx="708315" cy="61944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2899777" y="292277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Arrow Connector 62"/>
            <p:cNvCxnSpPr>
              <a:stCxn id="13" idx="6"/>
              <a:endCxn id="62" idx="2"/>
            </p:cNvCxnSpPr>
            <p:nvPr/>
          </p:nvCxnSpPr>
          <p:spPr>
            <a:xfrm>
              <a:off x="2191463" y="2657369"/>
              <a:ext cx="708314" cy="40920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12" idx="6"/>
              <a:endCxn id="62" idx="2"/>
            </p:cNvCxnSpPr>
            <p:nvPr/>
          </p:nvCxnSpPr>
          <p:spPr>
            <a:xfrm>
              <a:off x="2191463" y="2992333"/>
              <a:ext cx="708314" cy="742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11" idx="6"/>
              <a:endCxn id="62" idx="2"/>
            </p:cNvCxnSpPr>
            <p:nvPr/>
          </p:nvCxnSpPr>
          <p:spPr>
            <a:xfrm flipV="1">
              <a:off x="2191463" y="3066578"/>
              <a:ext cx="708314" cy="2607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Oval 69"/>
            <p:cNvSpPr/>
            <p:nvPr/>
          </p:nvSpPr>
          <p:spPr>
            <a:xfrm>
              <a:off x="2899776" y="3273713"/>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Arrow Connector 70"/>
            <p:cNvCxnSpPr>
              <a:stCxn id="13" idx="6"/>
              <a:endCxn id="70" idx="2"/>
            </p:cNvCxnSpPr>
            <p:nvPr/>
          </p:nvCxnSpPr>
          <p:spPr>
            <a:xfrm>
              <a:off x="2191463" y="2657369"/>
              <a:ext cx="708313" cy="7601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12" idx="6"/>
              <a:endCxn id="70" idx="2"/>
            </p:cNvCxnSpPr>
            <p:nvPr/>
          </p:nvCxnSpPr>
          <p:spPr>
            <a:xfrm>
              <a:off x="2191463" y="2992333"/>
              <a:ext cx="708313" cy="4251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11" idx="6"/>
              <a:endCxn id="70" idx="2"/>
            </p:cNvCxnSpPr>
            <p:nvPr/>
          </p:nvCxnSpPr>
          <p:spPr>
            <a:xfrm>
              <a:off x="2191463" y="3327297"/>
              <a:ext cx="708313" cy="902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0" name="Oval 79"/>
            <p:cNvSpPr/>
            <p:nvPr/>
          </p:nvSpPr>
          <p:spPr>
            <a:xfrm>
              <a:off x="2899779" y="36385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p:cNvCxnSpPr>
              <a:stCxn id="13" idx="6"/>
              <a:endCxn id="80" idx="2"/>
            </p:cNvCxnSpPr>
            <p:nvPr/>
          </p:nvCxnSpPr>
          <p:spPr>
            <a:xfrm>
              <a:off x="2191463" y="2657369"/>
              <a:ext cx="708316" cy="112498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12" idx="6"/>
              <a:endCxn id="80" idx="2"/>
            </p:cNvCxnSpPr>
            <p:nvPr/>
          </p:nvCxnSpPr>
          <p:spPr>
            <a:xfrm>
              <a:off x="2191463" y="2992333"/>
              <a:ext cx="708316" cy="79001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11" idx="6"/>
              <a:endCxn id="80" idx="2"/>
            </p:cNvCxnSpPr>
            <p:nvPr/>
          </p:nvCxnSpPr>
          <p:spPr>
            <a:xfrm>
              <a:off x="2191463" y="3327297"/>
              <a:ext cx="708316" cy="45505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7" name="Oval 86"/>
            <p:cNvSpPr/>
            <p:nvPr/>
          </p:nvSpPr>
          <p:spPr>
            <a:xfrm>
              <a:off x="4028197" y="21907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Arrow Connector 87"/>
            <p:cNvCxnSpPr>
              <a:stCxn id="27" idx="6"/>
              <a:endCxn id="87" idx="2"/>
            </p:cNvCxnSpPr>
            <p:nvPr/>
          </p:nvCxnSpPr>
          <p:spPr>
            <a:xfrm flipV="1">
              <a:off x="3186242" y="23345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52" idx="6"/>
              <a:endCxn id="87" idx="2"/>
            </p:cNvCxnSpPr>
            <p:nvPr/>
          </p:nvCxnSpPr>
          <p:spPr>
            <a:xfrm flipV="1">
              <a:off x="3186241" y="233455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62" idx="6"/>
              <a:endCxn id="87" idx="2"/>
            </p:cNvCxnSpPr>
            <p:nvPr/>
          </p:nvCxnSpPr>
          <p:spPr>
            <a:xfrm flipV="1">
              <a:off x="3186240" y="2334551"/>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70" idx="6"/>
              <a:endCxn id="87" idx="2"/>
            </p:cNvCxnSpPr>
            <p:nvPr/>
          </p:nvCxnSpPr>
          <p:spPr>
            <a:xfrm flipV="1">
              <a:off x="3186239" y="2334551"/>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80" idx="6"/>
              <a:endCxn id="87" idx="2"/>
            </p:cNvCxnSpPr>
            <p:nvPr/>
          </p:nvCxnSpPr>
          <p:spPr>
            <a:xfrm flipV="1">
              <a:off x="3186242" y="2334551"/>
              <a:ext cx="841955" cy="14478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0" name="Oval 99"/>
            <p:cNvSpPr/>
            <p:nvPr/>
          </p:nvSpPr>
          <p:spPr>
            <a:xfrm>
              <a:off x="4028196" y="2568528"/>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Straight Arrow Connector 100"/>
            <p:cNvCxnSpPr>
              <a:endCxn id="100" idx="2"/>
            </p:cNvCxnSpPr>
            <p:nvPr/>
          </p:nvCxnSpPr>
          <p:spPr>
            <a:xfrm flipV="1">
              <a:off x="3186241" y="2712329"/>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a:stCxn id="62" idx="6"/>
              <a:endCxn id="100" idx="2"/>
            </p:cNvCxnSpPr>
            <p:nvPr/>
          </p:nvCxnSpPr>
          <p:spPr>
            <a:xfrm flipV="1">
              <a:off x="3186240" y="2712329"/>
              <a:ext cx="841956" cy="3542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a:endCxn id="100" idx="2"/>
            </p:cNvCxnSpPr>
            <p:nvPr/>
          </p:nvCxnSpPr>
          <p:spPr>
            <a:xfrm flipV="1">
              <a:off x="3186239" y="2712329"/>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endCxn id="100" idx="2"/>
            </p:cNvCxnSpPr>
            <p:nvPr/>
          </p:nvCxnSpPr>
          <p:spPr>
            <a:xfrm flipV="1">
              <a:off x="3186238" y="2712329"/>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27" idx="6"/>
              <a:endCxn id="100" idx="2"/>
            </p:cNvCxnSpPr>
            <p:nvPr/>
          </p:nvCxnSpPr>
          <p:spPr>
            <a:xfrm>
              <a:off x="3186242" y="2334552"/>
              <a:ext cx="841954" cy="377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7" name="Oval 106"/>
            <p:cNvSpPr/>
            <p:nvPr/>
          </p:nvSpPr>
          <p:spPr>
            <a:xfrm>
              <a:off x="4030044" y="2915686"/>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Arrow Connector 107"/>
            <p:cNvCxnSpPr>
              <a:endCxn id="107" idx="2"/>
            </p:cNvCxnSpPr>
            <p:nvPr/>
          </p:nvCxnSpPr>
          <p:spPr>
            <a:xfrm flipV="1">
              <a:off x="3188089" y="3059487"/>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a:endCxn id="107" idx="2"/>
            </p:cNvCxnSpPr>
            <p:nvPr/>
          </p:nvCxnSpPr>
          <p:spPr>
            <a:xfrm flipV="1">
              <a:off x="3188088" y="3059487"/>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a:endCxn id="107" idx="2"/>
            </p:cNvCxnSpPr>
            <p:nvPr/>
          </p:nvCxnSpPr>
          <p:spPr>
            <a:xfrm flipV="1">
              <a:off x="3188087" y="3059487"/>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52" idx="6"/>
              <a:endCxn id="107" idx="2"/>
            </p:cNvCxnSpPr>
            <p:nvPr/>
          </p:nvCxnSpPr>
          <p:spPr>
            <a:xfrm>
              <a:off x="3186241" y="2707856"/>
              <a:ext cx="843803" cy="35163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stCxn id="27" idx="6"/>
              <a:endCxn id="107" idx="2"/>
            </p:cNvCxnSpPr>
            <p:nvPr/>
          </p:nvCxnSpPr>
          <p:spPr>
            <a:xfrm>
              <a:off x="3186242" y="2334552"/>
              <a:ext cx="843802" cy="72493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7" name="Oval 116"/>
            <p:cNvSpPr/>
            <p:nvPr/>
          </p:nvSpPr>
          <p:spPr>
            <a:xfrm>
              <a:off x="4028195" y="326390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8" name="Straight Arrow Connector 117"/>
            <p:cNvCxnSpPr>
              <a:stCxn id="70" idx="6"/>
              <a:endCxn id="117" idx="2"/>
            </p:cNvCxnSpPr>
            <p:nvPr/>
          </p:nvCxnSpPr>
          <p:spPr>
            <a:xfrm flipV="1">
              <a:off x="3186239" y="3407701"/>
              <a:ext cx="841956" cy="981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a:endCxn id="117" idx="2"/>
            </p:cNvCxnSpPr>
            <p:nvPr/>
          </p:nvCxnSpPr>
          <p:spPr>
            <a:xfrm flipV="1">
              <a:off x="3186239" y="340770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a:stCxn id="62" idx="6"/>
              <a:endCxn id="117" idx="2"/>
            </p:cNvCxnSpPr>
            <p:nvPr/>
          </p:nvCxnSpPr>
          <p:spPr>
            <a:xfrm>
              <a:off x="3186240" y="3066578"/>
              <a:ext cx="841955" cy="34112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stCxn id="52" idx="6"/>
              <a:endCxn id="117" idx="2"/>
            </p:cNvCxnSpPr>
            <p:nvPr/>
          </p:nvCxnSpPr>
          <p:spPr>
            <a:xfrm>
              <a:off x="3186241" y="2707856"/>
              <a:ext cx="841954" cy="6998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27" idx="6"/>
              <a:endCxn id="117" idx="2"/>
            </p:cNvCxnSpPr>
            <p:nvPr/>
          </p:nvCxnSpPr>
          <p:spPr>
            <a:xfrm>
              <a:off x="3186242" y="2334552"/>
              <a:ext cx="841953" cy="10731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8" name="Oval 127"/>
            <p:cNvSpPr/>
            <p:nvPr/>
          </p:nvSpPr>
          <p:spPr>
            <a:xfrm>
              <a:off x="4028194" y="36471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9" name="Straight Arrow Connector 128"/>
            <p:cNvCxnSpPr>
              <a:endCxn id="128" idx="2"/>
            </p:cNvCxnSpPr>
            <p:nvPr/>
          </p:nvCxnSpPr>
          <p:spPr>
            <a:xfrm flipV="1">
              <a:off x="3186239" y="37909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stCxn id="70" idx="6"/>
              <a:endCxn id="128" idx="2"/>
            </p:cNvCxnSpPr>
            <p:nvPr/>
          </p:nvCxnSpPr>
          <p:spPr>
            <a:xfrm>
              <a:off x="3186239" y="3417514"/>
              <a:ext cx="841955" cy="37343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a:stCxn id="62" idx="6"/>
              <a:endCxn id="128" idx="2"/>
            </p:cNvCxnSpPr>
            <p:nvPr/>
          </p:nvCxnSpPr>
          <p:spPr>
            <a:xfrm>
              <a:off x="3186240" y="3066578"/>
              <a:ext cx="841954" cy="72437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stCxn id="52" idx="6"/>
              <a:endCxn id="128" idx="2"/>
            </p:cNvCxnSpPr>
            <p:nvPr/>
          </p:nvCxnSpPr>
          <p:spPr>
            <a:xfrm>
              <a:off x="3186241" y="2707856"/>
              <a:ext cx="841953" cy="108309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a:stCxn id="27" idx="6"/>
              <a:endCxn id="128" idx="2"/>
            </p:cNvCxnSpPr>
            <p:nvPr/>
          </p:nvCxnSpPr>
          <p:spPr>
            <a:xfrm>
              <a:off x="3186242" y="2334552"/>
              <a:ext cx="841952" cy="145639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a:stCxn id="87" idx="6"/>
              <a:endCxn id="36" idx="2"/>
            </p:cNvCxnSpPr>
            <p:nvPr/>
          </p:nvCxnSpPr>
          <p:spPr>
            <a:xfrm>
              <a:off x="4314660" y="2334551"/>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a:stCxn id="100" idx="6"/>
              <a:endCxn id="36" idx="2"/>
            </p:cNvCxnSpPr>
            <p:nvPr/>
          </p:nvCxnSpPr>
          <p:spPr>
            <a:xfrm flipV="1">
              <a:off x="4314659" y="2513568"/>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a:stCxn id="107" idx="6"/>
              <a:endCxn id="36" idx="2"/>
            </p:cNvCxnSpPr>
            <p:nvPr/>
          </p:nvCxnSpPr>
          <p:spPr>
            <a:xfrm flipV="1">
              <a:off x="4316507" y="2513568"/>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7" name="Straight Arrow Connector 146"/>
            <p:cNvCxnSpPr>
              <a:stCxn id="117" idx="6"/>
              <a:endCxn id="36" idx="2"/>
            </p:cNvCxnSpPr>
            <p:nvPr/>
          </p:nvCxnSpPr>
          <p:spPr>
            <a:xfrm flipV="1">
              <a:off x="4314658" y="2513568"/>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0" name="Straight Arrow Connector 149"/>
            <p:cNvCxnSpPr>
              <a:stCxn id="128" idx="6"/>
              <a:endCxn id="36" idx="2"/>
            </p:cNvCxnSpPr>
            <p:nvPr/>
          </p:nvCxnSpPr>
          <p:spPr>
            <a:xfrm flipV="1">
              <a:off x="4314657" y="2513568"/>
              <a:ext cx="787797" cy="127738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5" name="Oval 154"/>
            <p:cNvSpPr/>
            <p:nvPr/>
          </p:nvSpPr>
          <p:spPr>
            <a:xfrm>
              <a:off x="5102453" y="27456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6" name="Straight Arrow Connector 155"/>
            <p:cNvCxnSpPr>
              <a:endCxn id="155" idx="2"/>
            </p:cNvCxnSpPr>
            <p:nvPr/>
          </p:nvCxnSpPr>
          <p:spPr>
            <a:xfrm>
              <a:off x="4314659" y="27104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a:endCxn id="155" idx="2"/>
            </p:cNvCxnSpPr>
            <p:nvPr/>
          </p:nvCxnSpPr>
          <p:spPr>
            <a:xfrm flipV="1">
              <a:off x="4314658" y="28894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a:endCxn id="155" idx="2"/>
            </p:cNvCxnSpPr>
            <p:nvPr/>
          </p:nvCxnSpPr>
          <p:spPr>
            <a:xfrm flipV="1">
              <a:off x="4316506" y="2889453"/>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9" name="Straight Arrow Connector 158"/>
            <p:cNvCxnSpPr>
              <a:endCxn id="155" idx="2"/>
            </p:cNvCxnSpPr>
            <p:nvPr/>
          </p:nvCxnSpPr>
          <p:spPr>
            <a:xfrm flipV="1">
              <a:off x="4314657" y="2889453"/>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0" name="Straight Arrow Connector 159"/>
            <p:cNvCxnSpPr>
              <a:stCxn id="87" idx="6"/>
              <a:endCxn id="155" idx="2"/>
            </p:cNvCxnSpPr>
            <p:nvPr/>
          </p:nvCxnSpPr>
          <p:spPr>
            <a:xfrm>
              <a:off x="4314660" y="2334551"/>
              <a:ext cx="787793" cy="5549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2" name="Oval 161"/>
            <p:cNvSpPr/>
            <p:nvPr/>
          </p:nvSpPr>
          <p:spPr>
            <a:xfrm>
              <a:off x="5102452" y="3088214"/>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3" name="Straight Arrow Connector 162"/>
            <p:cNvCxnSpPr>
              <a:endCxn id="162" idx="2"/>
            </p:cNvCxnSpPr>
            <p:nvPr/>
          </p:nvCxnSpPr>
          <p:spPr>
            <a:xfrm>
              <a:off x="4314658" y="3052998"/>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4" name="Straight Arrow Connector 163"/>
            <p:cNvCxnSpPr>
              <a:endCxn id="162" idx="2"/>
            </p:cNvCxnSpPr>
            <p:nvPr/>
          </p:nvCxnSpPr>
          <p:spPr>
            <a:xfrm flipV="1">
              <a:off x="4314657" y="3232015"/>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5" name="Straight Arrow Connector 164"/>
            <p:cNvCxnSpPr>
              <a:endCxn id="162" idx="2"/>
            </p:cNvCxnSpPr>
            <p:nvPr/>
          </p:nvCxnSpPr>
          <p:spPr>
            <a:xfrm flipV="1">
              <a:off x="4316505" y="3232015"/>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6" name="Straight Arrow Connector 165"/>
            <p:cNvCxnSpPr>
              <a:stCxn id="100" idx="6"/>
              <a:endCxn id="162" idx="2"/>
            </p:cNvCxnSpPr>
            <p:nvPr/>
          </p:nvCxnSpPr>
          <p:spPr>
            <a:xfrm>
              <a:off x="4314659" y="2712329"/>
              <a:ext cx="787793" cy="51968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7" name="Straight Arrow Connector 166"/>
            <p:cNvCxnSpPr>
              <a:stCxn id="87" idx="6"/>
              <a:endCxn id="162" idx="2"/>
            </p:cNvCxnSpPr>
            <p:nvPr/>
          </p:nvCxnSpPr>
          <p:spPr>
            <a:xfrm>
              <a:off x="4314660" y="2334551"/>
              <a:ext cx="787792" cy="8974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0" name="Oval 169"/>
            <p:cNvSpPr/>
            <p:nvPr/>
          </p:nvSpPr>
          <p:spPr>
            <a:xfrm>
              <a:off x="5102454" y="34505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1" name="Straight Arrow Connector 170"/>
            <p:cNvCxnSpPr>
              <a:endCxn id="170" idx="2"/>
            </p:cNvCxnSpPr>
            <p:nvPr/>
          </p:nvCxnSpPr>
          <p:spPr>
            <a:xfrm>
              <a:off x="4314660" y="34153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2" name="Straight Arrow Connector 171"/>
            <p:cNvCxnSpPr>
              <a:endCxn id="170" idx="2"/>
            </p:cNvCxnSpPr>
            <p:nvPr/>
          </p:nvCxnSpPr>
          <p:spPr>
            <a:xfrm flipV="1">
              <a:off x="4314659" y="35943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a:stCxn id="107" idx="6"/>
              <a:endCxn id="170" idx="2"/>
            </p:cNvCxnSpPr>
            <p:nvPr/>
          </p:nvCxnSpPr>
          <p:spPr>
            <a:xfrm>
              <a:off x="4316507" y="3059487"/>
              <a:ext cx="785947" cy="53486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4" name="Straight Arrow Connector 173"/>
            <p:cNvCxnSpPr>
              <a:stCxn id="100" idx="6"/>
              <a:endCxn id="170" idx="2"/>
            </p:cNvCxnSpPr>
            <p:nvPr/>
          </p:nvCxnSpPr>
          <p:spPr>
            <a:xfrm>
              <a:off x="4314659" y="2712329"/>
              <a:ext cx="787795" cy="88202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5" name="Straight Arrow Connector 174"/>
            <p:cNvCxnSpPr>
              <a:stCxn id="87" idx="6"/>
              <a:endCxn id="170" idx="2"/>
            </p:cNvCxnSpPr>
            <p:nvPr/>
          </p:nvCxnSpPr>
          <p:spPr>
            <a:xfrm>
              <a:off x="4314660" y="2334551"/>
              <a:ext cx="787794" cy="12598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79" name="TextBox 178"/>
          <p:cNvSpPr txBox="1"/>
          <p:nvPr/>
        </p:nvSpPr>
        <p:spPr>
          <a:xfrm>
            <a:off x="453946" y="2304643"/>
            <a:ext cx="7702577" cy="461665"/>
          </a:xfrm>
          <a:prstGeom prst="rect">
            <a:avLst/>
          </a:prstGeom>
          <a:noFill/>
        </p:spPr>
        <p:txBody>
          <a:bodyPr wrap="square" rtlCol="0">
            <a:spAutoFit/>
          </a:bodyPr>
          <a:lstStyle/>
          <a:p>
            <a:r>
              <a:rPr lang="en-US" sz="2400" dirty="0"/>
              <a:t>Want                      ,                         ,                        ,   etc.</a:t>
            </a:r>
            <a:endParaRPr lang="en-US" sz="2400" dirty="0"/>
          </a:p>
        </p:txBody>
      </p:sp>
      <p:pic>
        <p:nvPicPr>
          <p:cNvPr id="3083" name="Picture 3082"/>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1309853" y="2268279"/>
            <a:ext cx="1369695" cy="609600"/>
          </a:xfrm>
          <a:prstGeom prst="rect">
            <a:avLst/>
          </a:prstGeom>
        </p:spPr>
      </p:pic>
      <p:pic>
        <p:nvPicPr>
          <p:cNvPr id="3084" name="Picture 3083"/>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3049905" y="2266950"/>
            <a:ext cx="1369695" cy="609600"/>
          </a:xfrm>
          <a:prstGeom prst="rect">
            <a:avLst/>
          </a:prstGeom>
        </p:spPr>
      </p:pic>
      <p:pic>
        <p:nvPicPr>
          <p:cNvPr id="3085" name="Picture 3084"/>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4802505" y="2272744"/>
            <a:ext cx="1369695" cy="609600"/>
          </a:xfrm>
          <a:prstGeom prst="rect">
            <a:avLst/>
          </a:prstGeom>
        </p:spPr>
      </p:pic>
      <p:sp>
        <p:nvSpPr>
          <p:cNvPr id="191" name="TextBox 190"/>
          <p:cNvSpPr txBox="1"/>
          <p:nvPr/>
        </p:nvSpPr>
        <p:spPr>
          <a:xfrm>
            <a:off x="963246" y="2832367"/>
            <a:ext cx="5894754" cy="400110"/>
          </a:xfrm>
          <a:prstGeom prst="rect">
            <a:avLst/>
          </a:prstGeom>
          <a:noFill/>
        </p:spPr>
        <p:txBody>
          <a:bodyPr wrap="square" rtlCol="0">
            <a:spAutoFit/>
          </a:bodyPr>
          <a:lstStyle/>
          <a:p>
            <a:r>
              <a:rPr lang="en-US" sz="2000" dirty="0"/>
              <a:t>when pedestrian         when car	when motorcycle</a:t>
            </a:r>
            <a:endParaRPr lang="en-US" sz="2000" dirty="0"/>
          </a:p>
        </p:txBody>
      </p:sp>
      <p:sp>
        <p:nvSpPr>
          <p:cNvPr id="96" name="TextBox 95"/>
          <p:cNvSpPr txBox="1"/>
          <p:nvPr/>
        </p:nvSpPr>
        <p:spPr>
          <a:xfrm>
            <a:off x="453946" y="3232477"/>
            <a:ext cx="7702577" cy="461665"/>
          </a:xfrm>
          <a:prstGeom prst="rect">
            <a:avLst/>
          </a:prstGeom>
          <a:noFill/>
        </p:spPr>
        <p:txBody>
          <a:bodyPr wrap="square" rtlCol="0">
            <a:spAutoFit/>
          </a:bodyPr>
          <a:lstStyle/>
          <a:p>
            <a:r>
              <a:rPr lang="en-US" sz="2400" dirty="0"/>
              <a:t>Training set: </a:t>
            </a:r>
            <a:endParaRPr lang="en-US" sz="2400" dirty="0"/>
          </a:p>
        </p:txBody>
      </p:sp>
      <p:sp>
        <p:nvSpPr>
          <p:cNvPr id="113" name="TextBox 112"/>
          <p:cNvSpPr txBox="1"/>
          <p:nvPr/>
        </p:nvSpPr>
        <p:spPr>
          <a:xfrm>
            <a:off x="453945" y="3943350"/>
            <a:ext cx="7470855" cy="461665"/>
          </a:xfrm>
          <a:prstGeom prst="rect">
            <a:avLst/>
          </a:prstGeom>
          <a:noFill/>
        </p:spPr>
        <p:txBody>
          <a:bodyPr wrap="square" rtlCol="0">
            <a:spAutoFit/>
          </a:bodyPr>
          <a:lstStyle/>
          <a:p>
            <a:r>
              <a:rPr lang="en-US" sz="2400" dirty="0"/>
              <a:t>       one of          ,	 ,             ,	</a:t>
            </a:r>
            <a:endParaRPr lang="en-US" sz="2400" dirty="0"/>
          </a:p>
        </p:txBody>
      </p:sp>
      <p:grpSp>
        <p:nvGrpSpPr>
          <p:cNvPr id="3" name="Group 2"/>
          <p:cNvGrpSpPr/>
          <p:nvPr/>
        </p:nvGrpSpPr>
        <p:grpSpPr>
          <a:xfrm>
            <a:off x="609600" y="3325821"/>
            <a:ext cx="5766436" cy="1196649"/>
            <a:chOff x="609600" y="3325821"/>
            <a:chExt cx="5766436" cy="1196649"/>
          </a:xfrm>
        </p:grpSpPr>
        <p:pic>
          <p:nvPicPr>
            <p:cNvPr id="16" name="Picture 15"/>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2200276" y="3325821"/>
              <a:ext cx="4175760" cy="291465"/>
            </a:xfrm>
            <a:prstGeom prst="rect">
              <a:avLst/>
            </a:prstGeom>
          </p:spPr>
        </p:pic>
        <p:pic>
          <p:nvPicPr>
            <p:cNvPr id="2" name="Picture 1"/>
            <p:cNvPicPr>
              <a:picLocks noChangeAspect="1"/>
            </p:cNvPicPr>
            <p:nvPr>
              <p:custDataLst>
                <p:tags r:id="rId11"/>
              </p:custDataLst>
            </p:nvPr>
          </p:nvPicPr>
          <p:blipFill>
            <a:blip r:embed="rId12" cstate="print">
              <a:extLst>
                <a:ext uri="{28A0092B-C50C-407E-A947-70E740481C1C}">
                  <a14:useLocalDpi xmlns:a14="http://schemas.microsoft.com/office/drawing/2010/main" val="0"/>
                </a:ext>
              </a:extLst>
            </a:blip>
            <a:stretch>
              <a:fillRect/>
            </a:stretch>
          </p:blipFill>
          <p:spPr>
            <a:xfrm>
              <a:off x="609600" y="4024122"/>
              <a:ext cx="339090" cy="276225"/>
            </a:xfrm>
            <a:prstGeom prst="rect">
              <a:avLst/>
            </a:prstGeom>
          </p:spPr>
        </p:pic>
        <p:pic>
          <p:nvPicPr>
            <p:cNvPr id="21" name="Picture 20"/>
            <p:cNvPicPr>
              <a:picLocks noChangeAspect="1"/>
            </p:cNvPicPr>
            <p:nvPr>
              <p:custDataLst>
                <p:tags r:id="rId13"/>
              </p:custDataLst>
            </p:nvPr>
          </p:nvPicPr>
          <p:blipFill>
            <a:blip r:embed="rId14" cstate="print">
              <a:extLst>
                <a:ext uri="{28A0092B-C50C-407E-A947-70E740481C1C}">
                  <a14:useLocalDpi xmlns:a14="http://schemas.microsoft.com/office/drawing/2010/main" val="0"/>
                </a:ext>
              </a:extLst>
            </a:blip>
            <a:stretch>
              <a:fillRect/>
            </a:stretch>
          </p:blipFill>
          <p:spPr>
            <a:xfrm>
              <a:off x="2080790" y="3790950"/>
              <a:ext cx="393192" cy="731520"/>
            </a:xfrm>
            <a:prstGeom prst="rect">
              <a:avLst/>
            </a:prstGeom>
          </p:spPr>
        </p:pic>
        <p:pic>
          <p:nvPicPr>
            <p:cNvPr id="116" name="Picture 115"/>
            <p:cNvPicPr>
              <a:picLocks noChangeAspect="1"/>
            </p:cNvPicPr>
            <p:nvPr>
              <p:custDataLst>
                <p:tags r:id="rId15"/>
              </p:custDataLst>
            </p:nvPr>
          </p:nvPicPr>
          <p:blipFill>
            <a:blip r:embed="rId16" cstate="print">
              <a:extLst>
                <a:ext uri="{28A0092B-C50C-407E-A947-70E740481C1C}">
                  <a14:useLocalDpi xmlns:a14="http://schemas.microsoft.com/office/drawing/2010/main" val="0"/>
                </a:ext>
              </a:extLst>
            </a:blip>
            <a:stretch>
              <a:fillRect/>
            </a:stretch>
          </p:blipFill>
          <p:spPr>
            <a:xfrm>
              <a:off x="2921305" y="3790950"/>
              <a:ext cx="393192" cy="731520"/>
            </a:xfrm>
            <a:prstGeom prst="rect">
              <a:avLst/>
            </a:prstGeom>
          </p:spPr>
        </p:pic>
        <p:pic>
          <p:nvPicPr>
            <p:cNvPr id="22" name="Picture 21"/>
            <p:cNvPicPr>
              <a:picLocks noChangeAspect="1"/>
            </p:cNvPicPr>
            <p:nvPr>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3877408" y="3790950"/>
              <a:ext cx="393192" cy="731520"/>
            </a:xfrm>
            <a:prstGeom prst="rect">
              <a:avLst/>
            </a:prstGeom>
          </p:spPr>
        </p:pic>
        <p:pic>
          <p:nvPicPr>
            <p:cNvPr id="23" name="Picture 22"/>
            <p:cNvPicPr>
              <a:picLocks noChangeAspect="1"/>
            </p:cNvPicPr>
            <p:nvPr>
              <p:custDataLst>
                <p:tags r:id="rId19"/>
              </p:custDataLst>
            </p:nvPr>
          </p:nvPicPr>
          <p:blipFill>
            <a:blip r:embed="rId20" cstate="print">
              <a:extLst>
                <a:ext uri="{28A0092B-C50C-407E-A947-70E740481C1C}">
                  <a14:useLocalDpi xmlns:a14="http://schemas.microsoft.com/office/drawing/2010/main" val="0"/>
                </a:ext>
              </a:extLst>
            </a:blip>
            <a:stretch>
              <a:fillRect/>
            </a:stretch>
          </p:blipFill>
          <p:spPr>
            <a:xfrm>
              <a:off x="4864608" y="3790950"/>
              <a:ext cx="393192" cy="731520"/>
            </a:xfrm>
            <a:prstGeom prst="rect">
              <a:avLst/>
            </a:prstGeom>
          </p:spPr>
        </p:pic>
      </p:grpSp>
      <p:sp>
        <p:nvSpPr>
          <p:cNvPr id="125" name="TextBox 124"/>
          <p:cNvSpPr txBox="1"/>
          <p:nvPr/>
        </p:nvSpPr>
        <p:spPr>
          <a:xfrm>
            <a:off x="1676400" y="4539942"/>
            <a:ext cx="5894754" cy="398780"/>
          </a:xfrm>
          <a:prstGeom prst="rect">
            <a:avLst/>
          </a:prstGeom>
          <a:noFill/>
        </p:spPr>
        <p:txBody>
          <a:bodyPr wrap="square" rtlCol="0">
            <a:spAutoFit/>
          </a:bodyPr>
          <a:lstStyle/>
          <a:p>
            <a:r>
              <a:rPr lang="en-US" sz="2000" dirty="0"/>
              <a:t>pedestrian    ca</a:t>
            </a:r>
            <a:r>
              <a:rPr lang="en-US" sz="2000" dirty="0"/>
              <a:t>r motorcycle   truck</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285750"/>
            <a:ext cx="6400800" cy="461665"/>
          </a:xfrm>
          <a:prstGeom prst="rect">
            <a:avLst/>
          </a:prstGeom>
          <a:noFill/>
        </p:spPr>
        <p:txBody>
          <a:bodyPr wrap="square" rtlCol="0">
            <a:spAutoFit/>
          </a:bodyPr>
          <a:lstStyle/>
          <a:p>
            <a:r>
              <a:rPr lang="en-US" sz="2400" b="1" dirty="0"/>
              <a:t>Neural Network (Classification)</a:t>
            </a:r>
            <a:endParaRPr lang="en-US" sz="2400" b="1" dirty="0"/>
          </a:p>
        </p:txBody>
      </p:sp>
      <p:sp>
        <p:nvSpPr>
          <p:cNvPr id="172" name="TextBox 171"/>
          <p:cNvSpPr txBox="1"/>
          <p:nvPr/>
        </p:nvSpPr>
        <p:spPr>
          <a:xfrm>
            <a:off x="336007" y="2962557"/>
            <a:ext cx="3766095" cy="1938992"/>
          </a:xfrm>
          <a:prstGeom prst="rect">
            <a:avLst/>
          </a:prstGeom>
          <a:noFill/>
        </p:spPr>
        <p:txBody>
          <a:bodyPr wrap="square" rtlCol="0">
            <a:spAutoFit/>
          </a:bodyPr>
          <a:lstStyle/>
          <a:p>
            <a:r>
              <a:rPr lang="en-US" sz="2400" u="sng" dirty="0"/>
              <a:t>Binary classification</a:t>
            </a:r>
            <a:endParaRPr lang="en-US" sz="2400" u="sng" dirty="0"/>
          </a:p>
          <a:p>
            <a:r>
              <a:rPr lang="en-US" sz="2400" dirty="0"/>
              <a:t> </a:t>
            </a:r>
            <a:endParaRPr lang="en-US" sz="2400" dirty="0"/>
          </a:p>
          <a:p>
            <a:endParaRPr lang="en-US" sz="2400" dirty="0"/>
          </a:p>
          <a:p>
            <a:r>
              <a:rPr lang="en-US" sz="2400" dirty="0"/>
              <a:t>  1 output unit</a:t>
            </a:r>
            <a:endParaRPr lang="en-US" sz="2400" dirty="0"/>
          </a:p>
          <a:p>
            <a:endParaRPr lang="en-US" sz="2400" dirty="0"/>
          </a:p>
        </p:txBody>
      </p:sp>
      <p:grpSp>
        <p:nvGrpSpPr>
          <p:cNvPr id="10" name="Group 9"/>
          <p:cNvGrpSpPr/>
          <p:nvPr/>
        </p:nvGrpSpPr>
        <p:grpSpPr>
          <a:xfrm>
            <a:off x="990599" y="718120"/>
            <a:ext cx="3055882" cy="1588057"/>
            <a:chOff x="990599" y="738216"/>
            <a:chExt cx="3381620" cy="1757334"/>
          </a:xfrm>
        </p:grpSpPr>
        <p:grpSp>
          <p:nvGrpSpPr>
            <p:cNvPr id="77" name="Group 76"/>
            <p:cNvGrpSpPr/>
            <p:nvPr/>
          </p:nvGrpSpPr>
          <p:grpSpPr>
            <a:xfrm>
              <a:off x="1239873" y="738216"/>
              <a:ext cx="2862230" cy="1432793"/>
              <a:chOff x="1905000" y="2190750"/>
              <a:chExt cx="3483917" cy="1744001"/>
            </a:xfrm>
          </p:grpSpPr>
          <p:sp>
            <p:nvSpPr>
              <p:cNvPr id="78" name="Oval 77"/>
              <p:cNvSpPr/>
              <p:nvPr/>
            </p:nvSpPr>
            <p:spPr>
              <a:xfrm>
                <a:off x="1905000" y="3183496"/>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a:off x="1905000" y="2848532"/>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1905000" y="2513568"/>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2899779" y="2190751"/>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5102454" y="236976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Arrow Connector 83"/>
              <p:cNvCxnSpPr>
                <a:stCxn id="80" idx="6"/>
                <a:endCxn id="81" idx="2"/>
              </p:cNvCxnSpPr>
              <p:nvPr/>
            </p:nvCxnSpPr>
            <p:spPr>
              <a:xfrm flipV="1">
                <a:off x="2191463" y="2334552"/>
                <a:ext cx="708316" cy="3228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79" idx="6"/>
                <a:endCxn id="81" idx="2"/>
              </p:cNvCxnSpPr>
              <p:nvPr/>
            </p:nvCxnSpPr>
            <p:spPr>
              <a:xfrm flipV="1">
                <a:off x="2191463" y="2334552"/>
                <a:ext cx="708316" cy="6577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78" idx="6"/>
                <a:endCxn id="81" idx="2"/>
              </p:cNvCxnSpPr>
              <p:nvPr/>
            </p:nvCxnSpPr>
            <p:spPr>
              <a:xfrm flipV="1">
                <a:off x="2191463" y="2334552"/>
                <a:ext cx="708316" cy="9927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7" name="Oval 86"/>
              <p:cNvSpPr/>
              <p:nvPr/>
            </p:nvSpPr>
            <p:spPr>
              <a:xfrm>
                <a:off x="2899778" y="2564055"/>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Arrow Connector 87"/>
              <p:cNvCxnSpPr>
                <a:stCxn id="80" idx="6"/>
                <a:endCxn id="87" idx="2"/>
              </p:cNvCxnSpPr>
              <p:nvPr/>
            </p:nvCxnSpPr>
            <p:spPr>
              <a:xfrm>
                <a:off x="2191463" y="2657369"/>
                <a:ext cx="708315" cy="5048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79" idx="6"/>
                <a:endCxn id="87" idx="2"/>
              </p:cNvCxnSpPr>
              <p:nvPr/>
            </p:nvCxnSpPr>
            <p:spPr>
              <a:xfrm flipV="1">
                <a:off x="2191463" y="2707856"/>
                <a:ext cx="708315" cy="2844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78" idx="6"/>
                <a:endCxn id="87" idx="2"/>
              </p:cNvCxnSpPr>
              <p:nvPr/>
            </p:nvCxnSpPr>
            <p:spPr>
              <a:xfrm flipV="1">
                <a:off x="2191463" y="2707856"/>
                <a:ext cx="708315" cy="61944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1" name="Oval 90"/>
              <p:cNvSpPr/>
              <p:nvPr/>
            </p:nvSpPr>
            <p:spPr>
              <a:xfrm>
                <a:off x="2899777" y="292277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Arrow Connector 91"/>
              <p:cNvCxnSpPr>
                <a:stCxn id="80" idx="6"/>
                <a:endCxn id="91" idx="2"/>
              </p:cNvCxnSpPr>
              <p:nvPr/>
            </p:nvCxnSpPr>
            <p:spPr>
              <a:xfrm>
                <a:off x="2191463" y="2657369"/>
                <a:ext cx="708314" cy="40920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79" idx="6"/>
                <a:endCxn id="91" idx="2"/>
              </p:cNvCxnSpPr>
              <p:nvPr/>
            </p:nvCxnSpPr>
            <p:spPr>
              <a:xfrm>
                <a:off x="2191463" y="2992333"/>
                <a:ext cx="708314" cy="742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78" idx="6"/>
                <a:endCxn id="91" idx="2"/>
              </p:cNvCxnSpPr>
              <p:nvPr/>
            </p:nvCxnSpPr>
            <p:spPr>
              <a:xfrm flipV="1">
                <a:off x="2191463" y="3066578"/>
                <a:ext cx="708314" cy="2607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5" name="Oval 94"/>
              <p:cNvSpPr/>
              <p:nvPr/>
            </p:nvSpPr>
            <p:spPr>
              <a:xfrm>
                <a:off x="2899776" y="3273713"/>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Arrow Connector 95"/>
              <p:cNvCxnSpPr>
                <a:stCxn id="80" idx="6"/>
                <a:endCxn id="95" idx="2"/>
              </p:cNvCxnSpPr>
              <p:nvPr/>
            </p:nvCxnSpPr>
            <p:spPr>
              <a:xfrm>
                <a:off x="2191463" y="2657369"/>
                <a:ext cx="708313" cy="7601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79" idx="6"/>
                <a:endCxn id="95" idx="2"/>
              </p:cNvCxnSpPr>
              <p:nvPr/>
            </p:nvCxnSpPr>
            <p:spPr>
              <a:xfrm>
                <a:off x="2191463" y="2992333"/>
                <a:ext cx="708313" cy="4251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stCxn id="78" idx="6"/>
                <a:endCxn id="95" idx="2"/>
              </p:cNvCxnSpPr>
              <p:nvPr/>
            </p:nvCxnSpPr>
            <p:spPr>
              <a:xfrm>
                <a:off x="2191463" y="3327297"/>
                <a:ext cx="708313" cy="902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9" name="Oval 98"/>
              <p:cNvSpPr/>
              <p:nvPr/>
            </p:nvSpPr>
            <p:spPr>
              <a:xfrm>
                <a:off x="2899779" y="36385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0" name="Straight Arrow Connector 99"/>
              <p:cNvCxnSpPr>
                <a:stCxn id="80" idx="6"/>
                <a:endCxn id="99" idx="2"/>
              </p:cNvCxnSpPr>
              <p:nvPr/>
            </p:nvCxnSpPr>
            <p:spPr>
              <a:xfrm>
                <a:off x="2191463" y="2657369"/>
                <a:ext cx="708316" cy="112498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79" idx="6"/>
                <a:endCxn id="99" idx="2"/>
              </p:cNvCxnSpPr>
              <p:nvPr/>
            </p:nvCxnSpPr>
            <p:spPr>
              <a:xfrm>
                <a:off x="2191463" y="2992333"/>
                <a:ext cx="708316" cy="79001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a:stCxn id="78" idx="6"/>
                <a:endCxn id="99" idx="2"/>
              </p:cNvCxnSpPr>
              <p:nvPr/>
            </p:nvCxnSpPr>
            <p:spPr>
              <a:xfrm>
                <a:off x="2191463" y="3327297"/>
                <a:ext cx="708316" cy="45505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3" name="Oval 102"/>
              <p:cNvSpPr/>
              <p:nvPr/>
            </p:nvSpPr>
            <p:spPr>
              <a:xfrm>
                <a:off x="4028197" y="21907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Arrow Connector 103"/>
              <p:cNvCxnSpPr>
                <a:stCxn id="81" idx="6"/>
                <a:endCxn id="103" idx="2"/>
              </p:cNvCxnSpPr>
              <p:nvPr/>
            </p:nvCxnSpPr>
            <p:spPr>
              <a:xfrm flipV="1">
                <a:off x="3186242" y="23345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87" idx="6"/>
                <a:endCxn id="103" idx="2"/>
              </p:cNvCxnSpPr>
              <p:nvPr/>
            </p:nvCxnSpPr>
            <p:spPr>
              <a:xfrm flipV="1">
                <a:off x="3186241" y="233455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91" idx="6"/>
                <a:endCxn id="103" idx="2"/>
              </p:cNvCxnSpPr>
              <p:nvPr/>
            </p:nvCxnSpPr>
            <p:spPr>
              <a:xfrm flipV="1">
                <a:off x="3186240" y="2334551"/>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95" idx="6"/>
                <a:endCxn id="103" idx="2"/>
              </p:cNvCxnSpPr>
              <p:nvPr/>
            </p:nvCxnSpPr>
            <p:spPr>
              <a:xfrm flipV="1">
                <a:off x="3186239" y="2334551"/>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stCxn id="99" idx="6"/>
                <a:endCxn id="103" idx="2"/>
              </p:cNvCxnSpPr>
              <p:nvPr/>
            </p:nvCxnSpPr>
            <p:spPr>
              <a:xfrm flipV="1">
                <a:off x="3186242" y="2334551"/>
                <a:ext cx="841955" cy="14478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9" name="Oval 108"/>
              <p:cNvSpPr/>
              <p:nvPr/>
            </p:nvSpPr>
            <p:spPr>
              <a:xfrm>
                <a:off x="4028196" y="2568528"/>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p:cNvCxnSpPr>
                <a:endCxn id="109" idx="2"/>
              </p:cNvCxnSpPr>
              <p:nvPr/>
            </p:nvCxnSpPr>
            <p:spPr>
              <a:xfrm flipV="1">
                <a:off x="3186241" y="2712329"/>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91" idx="6"/>
                <a:endCxn id="109" idx="2"/>
              </p:cNvCxnSpPr>
              <p:nvPr/>
            </p:nvCxnSpPr>
            <p:spPr>
              <a:xfrm flipV="1">
                <a:off x="3186240" y="2712329"/>
                <a:ext cx="841956" cy="3542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endCxn id="109" idx="2"/>
              </p:cNvCxnSpPr>
              <p:nvPr/>
            </p:nvCxnSpPr>
            <p:spPr>
              <a:xfrm flipV="1">
                <a:off x="3186239" y="2712329"/>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endCxn id="109" idx="2"/>
              </p:cNvCxnSpPr>
              <p:nvPr/>
            </p:nvCxnSpPr>
            <p:spPr>
              <a:xfrm flipV="1">
                <a:off x="3186238" y="2712329"/>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81" idx="6"/>
                <a:endCxn id="109" idx="2"/>
              </p:cNvCxnSpPr>
              <p:nvPr/>
            </p:nvCxnSpPr>
            <p:spPr>
              <a:xfrm>
                <a:off x="3186242" y="2334552"/>
                <a:ext cx="841954" cy="377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5" name="Oval 114"/>
              <p:cNvSpPr/>
              <p:nvPr/>
            </p:nvSpPr>
            <p:spPr>
              <a:xfrm>
                <a:off x="4030044" y="2915686"/>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6" name="Straight Arrow Connector 115"/>
              <p:cNvCxnSpPr>
                <a:endCxn id="115" idx="2"/>
              </p:cNvCxnSpPr>
              <p:nvPr/>
            </p:nvCxnSpPr>
            <p:spPr>
              <a:xfrm flipV="1">
                <a:off x="3188089" y="3059487"/>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a:endCxn id="115" idx="2"/>
              </p:cNvCxnSpPr>
              <p:nvPr/>
            </p:nvCxnSpPr>
            <p:spPr>
              <a:xfrm flipV="1">
                <a:off x="3188088" y="3059487"/>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8" name="Straight Arrow Connector 117"/>
              <p:cNvCxnSpPr>
                <a:endCxn id="115" idx="2"/>
              </p:cNvCxnSpPr>
              <p:nvPr/>
            </p:nvCxnSpPr>
            <p:spPr>
              <a:xfrm flipV="1">
                <a:off x="3188087" y="3059487"/>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a:stCxn id="87" idx="6"/>
                <a:endCxn id="115" idx="2"/>
              </p:cNvCxnSpPr>
              <p:nvPr/>
            </p:nvCxnSpPr>
            <p:spPr>
              <a:xfrm>
                <a:off x="3186241" y="2707856"/>
                <a:ext cx="843803" cy="35163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a:stCxn id="81" idx="6"/>
                <a:endCxn id="115" idx="2"/>
              </p:cNvCxnSpPr>
              <p:nvPr/>
            </p:nvCxnSpPr>
            <p:spPr>
              <a:xfrm>
                <a:off x="3186242" y="2334552"/>
                <a:ext cx="843802" cy="72493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1" name="Oval 120"/>
              <p:cNvSpPr/>
              <p:nvPr/>
            </p:nvSpPr>
            <p:spPr>
              <a:xfrm>
                <a:off x="4028195" y="326390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 name="Straight Arrow Connector 121"/>
              <p:cNvCxnSpPr>
                <a:stCxn id="95" idx="6"/>
                <a:endCxn id="121" idx="2"/>
              </p:cNvCxnSpPr>
              <p:nvPr/>
            </p:nvCxnSpPr>
            <p:spPr>
              <a:xfrm flipV="1">
                <a:off x="3186239" y="3407701"/>
                <a:ext cx="841956" cy="981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3" name="Straight Arrow Connector 122"/>
              <p:cNvCxnSpPr>
                <a:endCxn id="121" idx="2"/>
              </p:cNvCxnSpPr>
              <p:nvPr/>
            </p:nvCxnSpPr>
            <p:spPr>
              <a:xfrm flipV="1">
                <a:off x="3186239" y="340770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a:stCxn id="91" idx="6"/>
                <a:endCxn id="121" idx="2"/>
              </p:cNvCxnSpPr>
              <p:nvPr/>
            </p:nvCxnSpPr>
            <p:spPr>
              <a:xfrm>
                <a:off x="3186240" y="3066578"/>
                <a:ext cx="841955" cy="34112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a:stCxn id="87" idx="6"/>
                <a:endCxn id="121" idx="2"/>
              </p:cNvCxnSpPr>
              <p:nvPr/>
            </p:nvCxnSpPr>
            <p:spPr>
              <a:xfrm>
                <a:off x="3186241" y="2707856"/>
                <a:ext cx="841954" cy="6998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a:stCxn id="81" idx="6"/>
                <a:endCxn id="121" idx="2"/>
              </p:cNvCxnSpPr>
              <p:nvPr/>
            </p:nvCxnSpPr>
            <p:spPr>
              <a:xfrm>
                <a:off x="3186242" y="2334552"/>
                <a:ext cx="841953" cy="10731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7" name="Oval 126"/>
              <p:cNvSpPr/>
              <p:nvPr/>
            </p:nvSpPr>
            <p:spPr>
              <a:xfrm>
                <a:off x="4028194" y="36471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Arrow Connector 127"/>
              <p:cNvCxnSpPr>
                <a:endCxn id="127" idx="2"/>
              </p:cNvCxnSpPr>
              <p:nvPr/>
            </p:nvCxnSpPr>
            <p:spPr>
              <a:xfrm flipV="1">
                <a:off x="3186239" y="37909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a:stCxn id="95" idx="6"/>
                <a:endCxn id="127" idx="2"/>
              </p:cNvCxnSpPr>
              <p:nvPr/>
            </p:nvCxnSpPr>
            <p:spPr>
              <a:xfrm>
                <a:off x="3186239" y="3417514"/>
                <a:ext cx="841955" cy="37343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stCxn id="91" idx="6"/>
                <a:endCxn id="127" idx="2"/>
              </p:cNvCxnSpPr>
              <p:nvPr/>
            </p:nvCxnSpPr>
            <p:spPr>
              <a:xfrm>
                <a:off x="3186240" y="3066578"/>
                <a:ext cx="841954" cy="72437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a:stCxn id="87" idx="6"/>
                <a:endCxn id="127" idx="2"/>
              </p:cNvCxnSpPr>
              <p:nvPr/>
            </p:nvCxnSpPr>
            <p:spPr>
              <a:xfrm>
                <a:off x="3186241" y="2707856"/>
                <a:ext cx="841953" cy="108309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stCxn id="81" idx="6"/>
                <a:endCxn id="127" idx="2"/>
              </p:cNvCxnSpPr>
              <p:nvPr/>
            </p:nvCxnSpPr>
            <p:spPr>
              <a:xfrm>
                <a:off x="3186242" y="2334552"/>
                <a:ext cx="841952" cy="145639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a:stCxn id="103" idx="6"/>
                <a:endCxn id="82" idx="2"/>
              </p:cNvCxnSpPr>
              <p:nvPr/>
            </p:nvCxnSpPr>
            <p:spPr>
              <a:xfrm>
                <a:off x="4314660" y="2334551"/>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a:stCxn id="109" idx="6"/>
                <a:endCxn id="82" idx="2"/>
              </p:cNvCxnSpPr>
              <p:nvPr/>
            </p:nvCxnSpPr>
            <p:spPr>
              <a:xfrm flipV="1">
                <a:off x="4314659" y="2513568"/>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a:stCxn id="115" idx="6"/>
                <a:endCxn id="82" idx="2"/>
              </p:cNvCxnSpPr>
              <p:nvPr/>
            </p:nvCxnSpPr>
            <p:spPr>
              <a:xfrm flipV="1">
                <a:off x="4316507" y="2513568"/>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0" name="Straight Arrow Connector 139"/>
              <p:cNvCxnSpPr>
                <a:stCxn id="121" idx="6"/>
                <a:endCxn id="82" idx="2"/>
              </p:cNvCxnSpPr>
              <p:nvPr/>
            </p:nvCxnSpPr>
            <p:spPr>
              <a:xfrm flipV="1">
                <a:off x="4314658" y="2513568"/>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a:stCxn id="127" idx="6"/>
                <a:endCxn id="82" idx="2"/>
              </p:cNvCxnSpPr>
              <p:nvPr/>
            </p:nvCxnSpPr>
            <p:spPr>
              <a:xfrm flipV="1">
                <a:off x="4314657" y="2513568"/>
                <a:ext cx="787797" cy="127738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2" name="Oval 141"/>
              <p:cNvSpPr/>
              <p:nvPr/>
            </p:nvSpPr>
            <p:spPr>
              <a:xfrm>
                <a:off x="5102453" y="27456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3" name="Straight Arrow Connector 142"/>
              <p:cNvCxnSpPr>
                <a:endCxn id="142" idx="2"/>
              </p:cNvCxnSpPr>
              <p:nvPr/>
            </p:nvCxnSpPr>
            <p:spPr>
              <a:xfrm>
                <a:off x="4314659" y="27104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a:endCxn id="142" idx="2"/>
              </p:cNvCxnSpPr>
              <p:nvPr/>
            </p:nvCxnSpPr>
            <p:spPr>
              <a:xfrm flipV="1">
                <a:off x="4314658" y="28894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a:endCxn id="142" idx="2"/>
              </p:cNvCxnSpPr>
              <p:nvPr/>
            </p:nvCxnSpPr>
            <p:spPr>
              <a:xfrm flipV="1">
                <a:off x="4316506" y="2889453"/>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a:endCxn id="142" idx="2"/>
              </p:cNvCxnSpPr>
              <p:nvPr/>
            </p:nvCxnSpPr>
            <p:spPr>
              <a:xfrm flipV="1">
                <a:off x="4314657" y="2889453"/>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5" name="Straight Arrow Connector 174"/>
              <p:cNvCxnSpPr>
                <a:stCxn id="103" idx="6"/>
                <a:endCxn id="142" idx="2"/>
              </p:cNvCxnSpPr>
              <p:nvPr/>
            </p:nvCxnSpPr>
            <p:spPr>
              <a:xfrm>
                <a:off x="4314660" y="2334551"/>
                <a:ext cx="787793" cy="5549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8" name="Oval 177"/>
              <p:cNvSpPr/>
              <p:nvPr/>
            </p:nvSpPr>
            <p:spPr>
              <a:xfrm>
                <a:off x="5102452" y="3088214"/>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9" name="Straight Arrow Connector 178"/>
              <p:cNvCxnSpPr>
                <a:endCxn id="178" idx="2"/>
              </p:cNvCxnSpPr>
              <p:nvPr/>
            </p:nvCxnSpPr>
            <p:spPr>
              <a:xfrm>
                <a:off x="4314658" y="3052998"/>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p:cNvCxnSpPr>
                <a:endCxn id="178" idx="2"/>
              </p:cNvCxnSpPr>
              <p:nvPr/>
            </p:nvCxnSpPr>
            <p:spPr>
              <a:xfrm flipV="1">
                <a:off x="4314657" y="3232015"/>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1" name="Straight Arrow Connector 180"/>
              <p:cNvCxnSpPr>
                <a:endCxn id="178" idx="2"/>
              </p:cNvCxnSpPr>
              <p:nvPr/>
            </p:nvCxnSpPr>
            <p:spPr>
              <a:xfrm flipV="1">
                <a:off x="4316505" y="3232015"/>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2" name="Straight Arrow Connector 181"/>
              <p:cNvCxnSpPr>
                <a:stCxn id="109" idx="6"/>
                <a:endCxn id="178" idx="2"/>
              </p:cNvCxnSpPr>
              <p:nvPr/>
            </p:nvCxnSpPr>
            <p:spPr>
              <a:xfrm>
                <a:off x="4314659" y="2712329"/>
                <a:ext cx="787793" cy="51968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3" name="Straight Arrow Connector 182"/>
              <p:cNvCxnSpPr>
                <a:stCxn id="103" idx="6"/>
                <a:endCxn id="178" idx="2"/>
              </p:cNvCxnSpPr>
              <p:nvPr/>
            </p:nvCxnSpPr>
            <p:spPr>
              <a:xfrm>
                <a:off x="4314660" y="2334551"/>
                <a:ext cx="787792" cy="8974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4" name="Oval 183"/>
              <p:cNvSpPr/>
              <p:nvPr/>
            </p:nvSpPr>
            <p:spPr>
              <a:xfrm>
                <a:off x="5102454" y="34505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5" name="Straight Arrow Connector 184"/>
              <p:cNvCxnSpPr>
                <a:endCxn id="184" idx="2"/>
              </p:cNvCxnSpPr>
              <p:nvPr/>
            </p:nvCxnSpPr>
            <p:spPr>
              <a:xfrm>
                <a:off x="4314660" y="34153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6" name="Straight Arrow Connector 185"/>
              <p:cNvCxnSpPr>
                <a:endCxn id="184" idx="2"/>
              </p:cNvCxnSpPr>
              <p:nvPr/>
            </p:nvCxnSpPr>
            <p:spPr>
              <a:xfrm flipV="1">
                <a:off x="4314659" y="35943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7" name="Straight Arrow Connector 186"/>
              <p:cNvCxnSpPr>
                <a:stCxn id="115" idx="6"/>
                <a:endCxn id="184" idx="2"/>
              </p:cNvCxnSpPr>
              <p:nvPr/>
            </p:nvCxnSpPr>
            <p:spPr>
              <a:xfrm>
                <a:off x="4316507" y="3059487"/>
                <a:ext cx="785947" cy="53486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8" name="Straight Arrow Connector 187"/>
              <p:cNvCxnSpPr>
                <a:stCxn id="109" idx="6"/>
                <a:endCxn id="184" idx="2"/>
              </p:cNvCxnSpPr>
              <p:nvPr/>
            </p:nvCxnSpPr>
            <p:spPr>
              <a:xfrm>
                <a:off x="4314659" y="2712329"/>
                <a:ext cx="787795" cy="88202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a:stCxn id="103" idx="6"/>
                <a:endCxn id="184" idx="2"/>
              </p:cNvCxnSpPr>
              <p:nvPr/>
            </p:nvCxnSpPr>
            <p:spPr>
              <a:xfrm>
                <a:off x="4314660" y="2334551"/>
                <a:ext cx="787794" cy="12598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90" name="TextBox 189"/>
            <p:cNvSpPr txBox="1"/>
            <p:nvPr/>
          </p:nvSpPr>
          <p:spPr>
            <a:xfrm>
              <a:off x="990599" y="2156996"/>
              <a:ext cx="775578" cy="338554"/>
            </a:xfrm>
            <a:prstGeom prst="rect">
              <a:avLst/>
            </a:prstGeom>
            <a:noFill/>
          </p:spPr>
          <p:txBody>
            <a:bodyPr wrap="square" rtlCol="0">
              <a:spAutoFit/>
            </a:bodyPr>
            <a:lstStyle/>
            <a:p>
              <a:r>
                <a:rPr lang="en-US" sz="1400" dirty="0"/>
                <a:t>Layer 1</a:t>
              </a:r>
              <a:endParaRPr lang="en-US" sz="1400" dirty="0"/>
            </a:p>
          </p:txBody>
        </p:sp>
        <p:sp>
          <p:nvSpPr>
            <p:cNvPr id="191" name="TextBox 190"/>
            <p:cNvSpPr txBox="1"/>
            <p:nvPr/>
          </p:nvSpPr>
          <p:spPr>
            <a:xfrm>
              <a:off x="1787019" y="2156996"/>
              <a:ext cx="775578" cy="338554"/>
            </a:xfrm>
            <a:prstGeom prst="rect">
              <a:avLst/>
            </a:prstGeom>
            <a:noFill/>
          </p:spPr>
          <p:txBody>
            <a:bodyPr wrap="square" rtlCol="0">
              <a:spAutoFit/>
            </a:bodyPr>
            <a:lstStyle/>
            <a:p>
              <a:r>
                <a:rPr lang="en-US" sz="1400" dirty="0"/>
                <a:t>Layer 2</a:t>
              </a:r>
              <a:endParaRPr lang="en-US" sz="1400" dirty="0"/>
            </a:p>
          </p:txBody>
        </p:sp>
        <p:sp>
          <p:nvSpPr>
            <p:cNvPr id="192" name="TextBox 191"/>
            <p:cNvSpPr txBox="1"/>
            <p:nvPr/>
          </p:nvSpPr>
          <p:spPr>
            <a:xfrm>
              <a:off x="2715597" y="2156996"/>
              <a:ext cx="775578" cy="338554"/>
            </a:xfrm>
            <a:prstGeom prst="rect">
              <a:avLst/>
            </a:prstGeom>
            <a:noFill/>
          </p:spPr>
          <p:txBody>
            <a:bodyPr wrap="square" rtlCol="0">
              <a:spAutoFit/>
            </a:bodyPr>
            <a:lstStyle/>
            <a:p>
              <a:r>
                <a:rPr lang="en-US" sz="1400" dirty="0"/>
                <a:t>Layer 3</a:t>
              </a:r>
              <a:endParaRPr lang="en-US" sz="1400" dirty="0"/>
            </a:p>
          </p:txBody>
        </p:sp>
        <p:sp>
          <p:nvSpPr>
            <p:cNvPr id="193" name="TextBox 192"/>
            <p:cNvSpPr txBox="1"/>
            <p:nvPr/>
          </p:nvSpPr>
          <p:spPr>
            <a:xfrm>
              <a:off x="3596641" y="2156996"/>
              <a:ext cx="775578" cy="338554"/>
            </a:xfrm>
            <a:prstGeom prst="rect">
              <a:avLst/>
            </a:prstGeom>
            <a:noFill/>
          </p:spPr>
          <p:txBody>
            <a:bodyPr wrap="square" rtlCol="0">
              <a:spAutoFit/>
            </a:bodyPr>
            <a:lstStyle/>
            <a:p>
              <a:r>
                <a:rPr lang="en-US" sz="1400" dirty="0"/>
                <a:t>Layer 4</a:t>
              </a:r>
              <a:endParaRPr lang="en-US" sz="1400" dirty="0"/>
            </a:p>
          </p:txBody>
        </p:sp>
      </p:grpSp>
      <p:pic>
        <p:nvPicPr>
          <p:cNvPr id="5" name="Picture 4"/>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563592" y="2779949"/>
            <a:ext cx="1093470" cy="220980"/>
          </a:xfrm>
          <a:prstGeom prst="rect">
            <a:avLst/>
          </a:prstGeom>
        </p:spPr>
      </p:pic>
      <p:cxnSp>
        <p:nvCxnSpPr>
          <p:cNvPr id="6" name="Straight Connector 5"/>
          <p:cNvCxnSpPr/>
          <p:nvPr/>
        </p:nvCxnSpPr>
        <p:spPr>
          <a:xfrm>
            <a:off x="4572000" y="2190750"/>
            <a:ext cx="0" cy="2819400"/>
          </a:xfrm>
          <a:prstGeom prst="line">
            <a:avLst/>
          </a:prstGeom>
        </p:spPr>
        <p:style>
          <a:lnRef idx="1">
            <a:schemeClr val="dk1"/>
          </a:lnRef>
          <a:fillRef idx="0">
            <a:schemeClr val="dk1"/>
          </a:fillRef>
          <a:effectRef idx="0">
            <a:schemeClr val="dk1"/>
          </a:effectRef>
          <a:fontRef idx="minor">
            <a:schemeClr val="tx1"/>
          </a:fontRef>
        </p:style>
      </p:cxnSp>
      <p:sp>
        <p:nvSpPr>
          <p:cNvPr id="195" name="TextBox 194"/>
          <p:cNvSpPr txBox="1"/>
          <p:nvPr/>
        </p:nvSpPr>
        <p:spPr>
          <a:xfrm>
            <a:off x="3943985" y="2215515"/>
            <a:ext cx="5309235" cy="2061210"/>
          </a:xfrm>
          <a:prstGeom prst="rect">
            <a:avLst/>
          </a:prstGeom>
          <a:noFill/>
        </p:spPr>
        <p:txBody>
          <a:bodyPr wrap="square" rtlCol="0">
            <a:spAutoFit/>
          </a:bodyPr>
          <a:lstStyle/>
          <a:p>
            <a:pPr algn="ctr"/>
            <a:r>
              <a:rPr lang="en-US" sz="2400" u="sng" dirty="0"/>
              <a:t>Multi-class classification </a:t>
            </a:r>
            <a:r>
              <a:rPr lang="en-US" sz="2400" dirty="0"/>
              <a:t>(K classes)</a:t>
            </a:r>
            <a:endParaRPr lang="en-US" sz="2400" u="sng" dirty="0"/>
          </a:p>
          <a:p>
            <a:endParaRPr lang="en-US" sz="2400" dirty="0"/>
          </a:p>
          <a:p>
            <a:pPr marL="342900" indent="-342900">
              <a:buFont typeface="Arial" panose="020B0704020202020204" pitchFamily="34" charset="0"/>
              <a:buChar char="•"/>
            </a:pPr>
            <a:endParaRPr lang="en-US" sz="3200" dirty="0"/>
          </a:p>
          <a:p>
            <a:r>
              <a:rPr lang="en-US" sz="2400" dirty="0"/>
              <a:t>  K output units</a:t>
            </a:r>
            <a:endParaRPr lang="en-US" sz="2400" dirty="0"/>
          </a:p>
          <a:p>
            <a:endParaRPr lang="en-US" sz="2400" dirty="0"/>
          </a:p>
        </p:txBody>
      </p:sp>
      <p:pic>
        <p:nvPicPr>
          <p:cNvPr id="7" name="Picture 6"/>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4800600" y="2661285"/>
            <a:ext cx="950976" cy="317754"/>
          </a:xfrm>
          <a:prstGeom prst="rect">
            <a:avLst/>
          </a:prstGeom>
        </p:spPr>
      </p:pic>
      <p:pic>
        <p:nvPicPr>
          <p:cNvPr id="14" name="Picture 13"/>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4389766" y="592484"/>
            <a:ext cx="4444365" cy="291465"/>
          </a:xfrm>
          <a:prstGeom prst="rect">
            <a:avLst/>
          </a:prstGeom>
        </p:spPr>
      </p:pic>
      <p:pic>
        <p:nvPicPr>
          <p:cNvPr id="15" name="Picture 14"/>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4389766" y="1026795"/>
            <a:ext cx="417195" cy="173355"/>
          </a:xfrm>
          <a:prstGeom prst="rect">
            <a:avLst/>
          </a:prstGeom>
        </p:spPr>
      </p:pic>
      <p:pic>
        <p:nvPicPr>
          <p:cNvPr id="8" name="Picture 7"/>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4307844" y="1504950"/>
            <a:ext cx="438150" cy="152400"/>
          </a:xfrm>
          <a:prstGeom prst="rect">
            <a:avLst/>
          </a:prstGeom>
        </p:spPr>
      </p:pic>
      <p:sp>
        <p:nvSpPr>
          <p:cNvPr id="20" name="Rectangle 19"/>
          <p:cNvSpPr/>
          <p:nvPr/>
        </p:nvSpPr>
        <p:spPr>
          <a:xfrm>
            <a:off x="4913880" y="928806"/>
            <a:ext cx="2892843" cy="369332"/>
          </a:xfrm>
          <a:prstGeom prst="rect">
            <a:avLst/>
          </a:prstGeom>
        </p:spPr>
        <p:txBody>
          <a:bodyPr wrap="none">
            <a:spAutoFit/>
          </a:bodyPr>
          <a:lstStyle/>
          <a:p>
            <a:r>
              <a:rPr lang="en-US" dirty="0"/>
              <a:t>total no. of layers in network</a:t>
            </a:r>
            <a:endParaRPr lang="en-US" dirty="0"/>
          </a:p>
        </p:txBody>
      </p:sp>
      <p:sp>
        <p:nvSpPr>
          <p:cNvPr id="201" name="Rectangle 200"/>
          <p:cNvSpPr/>
          <p:nvPr/>
        </p:nvSpPr>
        <p:spPr>
          <a:xfrm>
            <a:off x="4913880" y="1379130"/>
            <a:ext cx="3881415" cy="646331"/>
          </a:xfrm>
          <a:prstGeom prst="rect">
            <a:avLst/>
          </a:prstGeom>
        </p:spPr>
        <p:txBody>
          <a:bodyPr wrap="square">
            <a:spAutoFit/>
          </a:bodyPr>
          <a:lstStyle/>
          <a:p>
            <a:r>
              <a:rPr lang="en-US" dirty="0"/>
              <a:t>no. of units (not counting bias unit) in layer </a:t>
            </a:r>
            <a:endParaRPr lang="en-US" dirty="0"/>
          </a:p>
        </p:txBody>
      </p:sp>
      <p:grpSp>
        <p:nvGrpSpPr>
          <p:cNvPr id="21" name="Group 20"/>
          <p:cNvGrpSpPr/>
          <p:nvPr/>
        </p:nvGrpSpPr>
        <p:grpSpPr>
          <a:xfrm>
            <a:off x="5938686" y="2693361"/>
            <a:ext cx="2864778" cy="760074"/>
            <a:chOff x="1405530" y="3808422"/>
            <a:chExt cx="4232139" cy="1131625"/>
          </a:xfrm>
        </p:grpSpPr>
        <p:pic>
          <p:nvPicPr>
            <p:cNvPr id="202" name="Picture 201"/>
            <p:cNvPicPr>
              <a:picLocks noChangeAspect="1"/>
            </p:cNvPicPr>
            <p:nvPr>
              <p:custDataLst>
                <p:tags r:id="rId11"/>
              </p:custDataLst>
            </p:nvPr>
          </p:nvPicPr>
          <p:blipFill>
            <a:blip r:embed="rId12" cstate="print">
              <a:extLst>
                <a:ext uri="{28A0092B-C50C-407E-A947-70E740481C1C}">
                  <a14:useLocalDpi xmlns:a14="http://schemas.microsoft.com/office/drawing/2010/main" val="0"/>
                </a:ext>
              </a:extLst>
            </a:blip>
            <a:stretch>
              <a:fillRect/>
            </a:stretch>
          </p:blipFill>
          <p:spPr>
            <a:xfrm>
              <a:off x="1839033" y="3808422"/>
              <a:ext cx="393192" cy="731520"/>
            </a:xfrm>
            <a:prstGeom prst="rect">
              <a:avLst/>
            </a:prstGeom>
          </p:spPr>
        </p:pic>
        <p:pic>
          <p:nvPicPr>
            <p:cNvPr id="203" name="Picture 202"/>
            <p:cNvPicPr>
              <a:picLocks noChangeAspect="1"/>
            </p:cNvPicPr>
            <p:nvPr>
              <p:custDataLst>
                <p:tags r:id="rId13"/>
              </p:custDataLst>
            </p:nvPr>
          </p:nvPicPr>
          <p:blipFill>
            <a:blip r:embed="rId14" cstate="print">
              <a:extLst>
                <a:ext uri="{28A0092B-C50C-407E-A947-70E740481C1C}">
                  <a14:useLocalDpi xmlns:a14="http://schemas.microsoft.com/office/drawing/2010/main" val="0"/>
                </a:ext>
              </a:extLst>
            </a:blip>
            <a:stretch>
              <a:fillRect/>
            </a:stretch>
          </p:blipFill>
          <p:spPr>
            <a:xfrm>
              <a:off x="2679548" y="3808422"/>
              <a:ext cx="393192" cy="731520"/>
            </a:xfrm>
            <a:prstGeom prst="rect">
              <a:avLst/>
            </a:prstGeom>
          </p:spPr>
        </p:pic>
        <p:pic>
          <p:nvPicPr>
            <p:cNvPr id="204" name="Picture 203"/>
            <p:cNvPicPr>
              <a:picLocks noChangeAspect="1"/>
            </p:cNvPicPr>
            <p:nvPr>
              <p:custDataLst>
                <p:tags r:id="rId15"/>
              </p:custDataLst>
            </p:nvPr>
          </p:nvPicPr>
          <p:blipFill>
            <a:blip r:embed="rId16" cstate="print">
              <a:extLst>
                <a:ext uri="{28A0092B-C50C-407E-A947-70E740481C1C}">
                  <a14:useLocalDpi xmlns:a14="http://schemas.microsoft.com/office/drawing/2010/main" val="0"/>
                </a:ext>
              </a:extLst>
            </a:blip>
            <a:stretch>
              <a:fillRect/>
            </a:stretch>
          </p:blipFill>
          <p:spPr>
            <a:xfrm>
              <a:off x="3635651" y="3808422"/>
              <a:ext cx="393192" cy="731520"/>
            </a:xfrm>
            <a:prstGeom prst="rect">
              <a:avLst/>
            </a:prstGeom>
          </p:spPr>
        </p:pic>
        <p:pic>
          <p:nvPicPr>
            <p:cNvPr id="205" name="Picture 204"/>
            <p:cNvPicPr>
              <a:picLocks noChangeAspect="1"/>
            </p:cNvPicPr>
            <p:nvPr>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4622851" y="3808422"/>
              <a:ext cx="393192" cy="731520"/>
            </a:xfrm>
            <a:prstGeom prst="rect">
              <a:avLst/>
            </a:prstGeom>
          </p:spPr>
        </p:pic>
        <p:sp>
          <p:nvSpPr>
            <p:cNvPr id="206" name="TextBox 205"/>
            <p:cNvSpPr txBox="1"/>
            <p:nvPr/>
          </p:nvSpPr>
          <p:spPr>
            <a:xfrm>
              <a:off x="1405530" y="4473245"/>
              <a:ext cx="4232139" cy="466802"/>
            </a:xfrm>
            <a:prstGeom prst="rect">
              <a:avLst/>
            </a:prstGeom>
            <a:noFill/>
          </p:spPr>
          <p:txBody>
            <a:bodyPr wrap="square" rtlCol="0">
              <a:spAutoFit/>
            </a:bodyPr>
            <a:lstStyle/>
            <a:p>
              <a:r>
                <a:rPr lang="en-US" sz="1400" dirty="0"/>
                <a:t>pedestrian  car  motorcycle   truck</a:t>
              </a:r>
              <a:endParaRPr lang="en-US" sz="1400" dirty="0"/>
            </a:p>
          </p:txBody>
        </p:sp>
      </p:grpSp>
      <p:sp>
        <p:nvSpPr>
          <p:cNvPr id="207" name="TextBox 206"/>
          <p:cNvSpPr txBox="1"/>
          <p:nvPr/>
        </p:nvSpPr>
        <p:spPr>
          <a:xfrm>
            <a:off x="5751996" y="2693743"/>
            <a:ext cx="2864778" cy="313535"/>
          </a:xfrm>
          <a:prstGeom prst="rect">
            <a:avLst/>
          </a:prstGeom>
          <a:noFill/>
        </p:spPr>
        <p:txBody>
          <a:bodyPr wrap="square" rtlCol="0">
            <a:spAutoFit/>
          </a:bodyPr>
          <a:lstStyle/>
          <a:p>
            <a:r>
              <a:rPr lang="en-US" sz="1400" dirty="0"/>
              <a:t>E.g.           ,             ,                 ,</a:t>
            </a:r>
            <a:endParaRPr lang="en-US" sz="1400" dirty="0"/>
          </a:p>
        </p:txBody>
      </p:sp>
      <p:pic>
        <p:nvPicPr>
          <p:cNvPr id="9" name="Picture 8"/>
          <p:cNvPicPr>
            <a:picLocks noChangeAspect="1"/>
          </p:cNvPicPr>
          <p:nvPr>
            <p:custDataLst>
              <p:tags r:id="rId19"/>
            </p:custDataLst>
          </p:nvPr>
        </p:nvPicPr>
        <p:blipFill>
          <a:blip r:embed="rId20" cstate="print">
            <a:extLst>
              <a:ext uri="{28A0092B-C50C-407E-A947-70E740481C1C}">
                <a14:useLocalDpi xmlns:a14="http://schemas.microsoft.com/office/drawing/2010/main" val="0"/>
              </a:ext>
            </a:extLst>
          </a:blip>
          <a:stretch>
            <a:fillRect/>
          </a:stretch>
        </p:blipFill>
        <p:spPr>
          <a:xfrm>
            <a:off x="5550725" y="1745753"/>
            <a:ext cx="57150" cy="1790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285750"/>
            <a:ext cx="6400800" cy="461665"/>
          </a:xfrm>
          <a:prstGeom prst="rect">
            <a:avLst/>
          </a:prstGeom>
          <a:noFill/>
        </p:spPr>
        <p:txBody>
          <a:bodyPr wrap="square" rtlCol="0">
            <a:spAutoFit/>
          </a:bodyPr>
          <a:lstStyle/>
          <a:p>
            <a:r>
              <a:rPr lang="en-US" sz="2400" b="1" dirty="0"/>
              <a:t>Cost function</a:t>
            </a:r>
            <a:endParaRPr lang="en-US" sz="2400" b="1" dirty="0"/>
          </a:p>
        </p:txBody>
      </p:sp>
      <p:sp>
        <p:nvSpPr>
          <p:cNvPr id="136" name="TextBox 135"/>
          <p:cNvSpPr txBox="1"/>
          <p:nvPr/>
        </p:nvSpPr>
        <p:spPr>
          <a:xfrm>
            <a:off x="914400" y="870297"/>
            <a:ext cx="3657600" cy="1938992"/>
          </a:xfrm>
          <a:prstGeom prst="rect">
            <a:avLst/>
          </a:prstGeom>
          <a:noFill/>
        </p:spPr>
        <p:txBody>
          <a:bodyPr wrap="square" rtlCol="0">
            <a:spAutoFit/>
          </a:bodyPr>
          <a:lstStyle/>
          <a:p>
            <a:r>
              <a:rPr lang="en-US" sz="2400" dirty="0"/>
              <a:t>Logistic regression:</a:t>
            </a:r>
            <a:endParaRPr lang="en-US" sz="2400" dirty="0"/>
          </a:p>
          <a:p>
            <a:endParaRPr lang="en-US" sz="2400" dirty="0"/>
          </a:p>
          <a:p>
            <a:endParaRPr lang="en-US" sz="2400" dirty="0"/>
          </a:p>
          <a:p>
            <a:endParaRPr lang="en-US" sz="2400" dirty="0"/>
          </a:p>
          <a:p>
            <a:r>
              <a:rPr lang="en-US" sz="2400" dirty="0"/>
              <a:t>Neural network:</a:t>
            </a:r>
            <a:endParaRPr lang="en-US" sz="2400" dirty="0"/>
          </a:p>
        </p:txBody>
      </p:sp>
      <p:pic>
        <p:nvPicPr>
          <p:cNvPr id="5" name="Picture 4"/>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1066800" y="1379488"/>
            <a:ext cx="7392924" cy="701231"/>
          </a:xfrm>
          <a:prstGeom prst="rect">
            <a:avLst/>
          </a:prstGeom>
        </p:spPr>
      </p:pic>
      <p:pic>
        <p:nvPicPr>
          <p:cNvPr id="8" name="Picture 7"/>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939802" y="3242455"/>
            <a:ext cx="7154609" cy="684086"/>
          </a:xfrm>
          <a:prstGeom prst="rect">
            <a:avLst/>
          </a:prstGeom>
        </p:spPr>
      </p:pic>
      <p:pic>
        <p:nvPicPr>
          <p:cNvPr id="11" name="Picture 10"/>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1661227" y="4061461"/>
            <a:ext cx="2330006" cy="696087"/>
          </a:xfrm>
          <a:prstGeom prst="rect">
            <a:avLst/>
          </a:prstGeom>
        </p:spPr>
      </p:pic>
      <p:pic>
        <p:nvPicPr>
          <p:cNvPr id="2" name="Picture 1"/>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2869654" y="2798494"/>
            <a:ext cx="1570482" cy="333756"/>
          </a:xfrm>
          <a:prstGeom prst="rect">
            <a:avLst/>
          </a:prstGeom>
        </p:spPr>
      </p:pic>
      <p:pic>
        <p:nvPicPr>
          <p:cNvPr id="7" name="Picture 6"/>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4763262" y="2798494"/>
            <a:ext cx="2834640" cy="33604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285750"/>
            <a:ext cx="6400800" cy="461665"/>
          </a:xfrm>
          <a:prstGeom prst="rect">
            <a:avLst/>
          </a:prstGeom>
          <a:noFill/>
        </p:spPr>
        <p:txBody>
          <a:bodyPr wrap="square" rtlCol="0">
            <a:spAutoFit/>
          </a:bodyPr>
          <a:lstStyle/>
          <a:p>
            <a:r>
              <a:rPr lang="en-US" sz="2400" b="1" dirty="0"/>
              <a:t>Gradient computation</a:t>
            </a:r>
            <a:endParaRPr lang="en-US" sz="2400" b="1" dirty="0"/>
          </a:p>
        </p:txBody>
      </p:sp>
      <p:pic>
        <p:nvPicPr>
          <p:cNvPr id="77" name="Picture 76"/>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838200" y="882334"/>
            <a:ext cx="6741414" cy="684086"/>
          </a:xfrm>
          <a:prstGeom prst="rect">
            <a:avLst/>
          </a:prstGeom>
        </p:spPr>
      </p:pic>
      <p:pic>
        <p:nvPicPr>
          <p:cNvPr id="2" name="Picture 1"/>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1559625" y="1701340"/>
            <a:ext cx="2330006" cy="696087"/>
          </a:xfrm>
          <a:prstGeom prst="rect">
            <a:avLst/>
          </a:prstGeom>
        </p:spPr>
      </p:pic>
      <p:pic>
        <p:nvPicPr>
          <p:cNvPr id="3" name="Picture 2"/>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838200" y="2756027"/>
            <a:ext cx="1188720" cy="432054"/>
          </a:xfrm>
          <a:prstGeom prst="rect">
            <a:avLst/>
          </a:prstGeom>
        </p:spPr>
      </p:pic>
      <p:sp>
        <p:nvSpPr>
          <p:cNvPr id="81" name="TextBox 80"/>
          <p:cNvSpPr txBox="1"/>
          <p:nvPr/>
        </p:nvSpPr>
        <p:spPr>
          <a:xfrm>
            <a:off x="838200" y="3409950"/>
            <a:ext cx="6400800" cy="1200329"/>
          </a:xfrm>
          <a:prstGeom prst="rect">
            <a:avLst/>
          </a:prstGeom>
          <a:noFill/>
        </p:spPr>
        <p:txBody>
          <a:bodyPr wrap="square" rtlCol="0">
            <a:spAutoFit/>
          </a:bodyPr>
          <a:lstStyle/>
          <a:p>
            <a:r>
              <a:rPr lang="en-US" sz="2400" dirty="0"/>
              <a:t>Need code to compute:</a:t>
            </a:r>
            <a:endParaRPr lang="en-US" sz="2400" dirty="0"/>
          </a:p>
          <a:p>
            <a:pPr marL="342900" indent="-342900">
              <a:buFontTx/>
              <a:buChar char="-"/>
            </a:pPr>
            <a:r>
              <a:rPr lang="en-US" sz="2400" dirty="0"/>
              <a:t> </a:t>
            </a:r>
            <a:endParaRPr lang="en-US" sz="2400" dirty="0"/>
          </a:p>
          <a:p>
            <a:pPr marL="342900" indent="-342900">
              <a:buFontTx/>
              <a:buChar char="-"/>
            </a:pPr>
            <a:r>
              <a:rPr lang="en-US" sz="2400" dirty="0"/>
              <a:t> </a:t>
            </a:r>
            <a:endParaRPr lang="en-US" sz="2400" dirty="0"/>
          </a:p>
        </p:txBody>
      </p:sp>
      <p:pic>
        <p:nvPicPr>
          <p:cNvPr id="6" name="Picture 5"/>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1134364" y="3909149"/>
            <a:ext cx="621792" cy="306324"/>
          </a:xfrm>
          <a:prstGeom prst="rect">
            <a:avLst/>
          </a:prstGeom>
        </p:spPr>
      </p:pic>
      <p:pic>
        <p:nvPicPr>
          <p:cNvPr id="5" name="Picture 4"/>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1121664" y="4251884"/>
            <a:ext cx="1259586" cy="5394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285750"/>
            <a:ext cx="6400800" cy="461665"/>
          </a:xfrm>
          <a:prstGeom prst="rect">
            <a:avLst/>
          </a:prstGeom>
          <a:noFill/>
        </p:spPr>
        <p:txBody>
          <a:bodyPr wrap="square" rtlCol="0">
            <a:spAutoFit/>
          </a:bodyPr>
          <a:lstStyle/>
          <a:p>
            <a:r>
              <a:rPr lang="en-US" sz="2400" b="1" dirty="0"/>
              <a:t>Gradient computation</a:t>
            </a:r>
            <a:endParaRPr lang="en-US" sz="2400" b="1" dirty="0"/>
          </a:p>
        </p:txBody>
      </p:sp>
      <p:pic>
        <p:nvPicPr>
          <p:cNvPr id="8" name="Picture 7"/>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1184819" y="1809750"/>
            <a:ext cx="1040130" cy="276606"/>
          </a:xfrm>
          <a:prstGeom prst="rect">
            <a:avLst/>
          </a:prstGeom>
        </p:spPr>
      </p:pic>
      <p:sp>
        <p:nvSpPr>
          <p:cNvPr id="81" name="TextBox 80"/>
          <p:cNvSpPr txBox="1"/>
          <p:nvPr/>
        </p:nvSpPr>
        <p:spPr>
          <a:xfrm>
            <a:off x="714948" y="842005"/>
            <a:ext cx="6400800" cy="461665"/>
          </a:xfrm>
          <a:prstGeom prst="rect">
            <a:avLst/>
          </a:prstGeom>
          <a:noFill/>
        </p:spPr>
        <p:txBody>
          <a:bodyPr wrap="square" rtlCol="0">
            <a:spAutoFit/>
          </a:bodyPr>
          <a:lstStyle/>
          <a:p>
            <a:r>
              <a:rPr lang="en-US" sz="2400" dirty="0"/>
              <a:t>Given one training example (   ,    ):</a:t>
            </a:r>
            <a:endParaRPr lang="en-US" sz="2400" dirty="0"/>
          </a:p>
        </p:txBody>
      </p:sp>
      <p:pic>
        <p:nvPicPr>
          <p:cNvPr id="2" name="Picture 1"/>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4784598" y="1034737"/>
            <a:ext cx="153162" cy="137160"/>
          </a:xfrm>
          <a:prstGeom prst="rect">
            <a:avLst/>
          </a:prstGeom>
        </p:spPr>
      </p:pic>
      <p:pic>
        <p:nvPicPr>
          <p:cNvPr id="5" name="Picture 4"/>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5097780" y="1042357"/>
            <a:ext cx="144018" cy="196596"/>
          </a:xfrm>
          <a:prstGeom prst="rect">
            <a:avLst/>
          </a:prstGeom>
        </p:spPr>
      </p:pic>
      <p:sp>
        <p:nvSpPr>
          <p:cNvPr id="12" name="TextBox 11"/>
          <p:cNvSpPr txBox="1"/>
          <p:nvPr/>
        </p:nvSpPr>
        <p:spPr>
          <a:xfrm>
            <a:off x="716622" y="1276350"/>
            <a:ext cx="6400800" cy="461665"/>
          </a:xfrm>
          <a:prstGeom prst="rect">
            <a:avLst/>
          </a:prstGeom>
          <a:noFill/>
        </p:spPr>
        <p:txBody>
          <a:bodyPr wrap="square" rtlCol="0">
            <a:spAutoFit/>
          </a:bodyPr>
          <a:lstStyle/>
          <a:p>
            <a:r>
              <a:rPr lang="en-US" sz="2400" dirty="0"/>
              <a:t>Forward propagation:</a:t>
            </a:r>
            <a:endParaRPr lang="en-US" sz="2400" dirty="0"/>
          </a:p>
        </p:txBody>
      </p:sp>
      <p:pic>
        <p:nvPicPr>
          <p:cNvPr id="3" name="Picture 2"/>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1175632" y="2205699"/>
            <a:ext cx="1885950" cy="274320"/>
          </a:xfrm>
          <a:prstGeom prst="rect">
            <a:avLst/>
          </a:prstGeom>
        </p:spPr>
      </p:pic>
      <p:pic>
        <p:nvPicPr>
          <p:cNvPr id="11" name="Picture 10"/>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1184819" y="2613938"/>
            <a:ext cx="1723644" cy="349758"/>
          </a:xfrm>
          <a:prstGeom prst="rect">
            <a:avLst/>
          </a:prstGeom>
        </p:spPr>
      </p:pic>
      <p:pic>
        <p:nvPicPr>
          <p:cNvPr id="6" name="Picture 5"/>
          <p:cNvPicPr>
            <a:picLocks noChangeAspect="1"/>
          </p:cNvPicPr>
          <p:nvPr>
            <p:custDataLst>
              <p:tags r:id="rId11"/>
            </p:custDataLst>
          </p:nvPr>
        </p:nvPicPr>
        <p:blipFill>
          <a:blip r:embed="rId12" cstate="print">
            <a:extLst>
              <a:ext uri="{28A0092B-C50C-407E-A947-70E740481C1C}">
                <a14:useLocalDpi xmlns:a14="http://schemas.microsoft.com/office/drawing/2010/main" val="0"/>
              </a:ext>
            </a:extLst>
          </a:blip>
          <a:stretch>
            <a:fillRect/>
          </a:stretch>
        </p:blipFill>
        <p:spPr>
          <a:xfrm>
            <a:off x="1175632" y="3020161"/>
            <a:ext cx="1885950" cy="274320"/>
          </a:xfrm>
          <a:prstGeom prst="rect">
            <a:avLst/>
          </a:prstGeom>
        </p:spPr>
      </p:pic>
      <p:pic>
        <p:nvPicPr>
          <p:cNvPr id="20" name="Picture 19"/>
          <p:cNvPicPr>
            <a:picLocks noChangeAspect="1"/>
          </p:cNvPicPr>
          <p:nvPr>
            <p:custDataLst>
              <p:tags r:id="rId13"/>
            </p:custDataLst>
          </p:nvPr>
        </p:nvPicPr>
        <p:blipFill>
          <a:blip r:embed="rId14" cstate="print">
            <a:extLst>
              <a:ext uri="{28A0092B-C50C-407E-A947-70E740481C1C}">
                <a14:useLocalDpi xmlns:a14="http://schemas.microsoft.com/office/drawing/2010/main" val="0"/>
              </a:ext>
            </a:extLst>
          </a:blip>
          <a:stretch>
            <a:fillRect/>
          </a:stretch>
        </p:blipFill>
        <p:spPr>
          <a:xfrm>
            <a:off x="1184819" y="3405275"/>
            <a:ext cx="1723644" cy="349758"/>
          </a:xfrm>
          <a:prstGeom prst="rect">
            <a:avLst/>
          </a:prstGeom>
        </p:spPr>
      </p:pic>
      <p:pic>
        <p:nvPicPr>
          <p:cNvPr id="7" name="Picture 6"/>
          <p:cNvPicPr>
            <a:picLocks noChangeAspect="1"/>
          </p:cNvPicPr>
          <p:nvPr>
            <p:custDataLst>
              <p:tags r:id="rId15"/>
            </p:custDataLst>
          </p:nvPr>
        </p:nvPicPr>
        <p:blipFill>
          <a:blip r:embed="rId16" cstate="print">
            <a:extLst>
              <a:ext uri="{28A0092B-C50C-407E-A947-70E740481C1C}">
                <a14:useLocalDpi xmlns:a14="http://schemas.microsoft.com/office/drawing/2010/main" val="0"/>
              </a:ext>
            </a:extLst>
          </a:blip>
          <a:stretch>
            <a:fillRect/>
          </a:stretch>
        </p:blipFill>
        <p:spPr>
          <a:xfrm>
            <a:off x="1175632" y="3821772"/>
            <a:ext cx="1885950" cy="274320"/>
          </a:xfrm>
          <a:prstGeom prst="rect">
            <a:avLst/>
          </a:prstGeom>
        </p:spPr>
      </p:pic>
      <p:pic>
        <p:nvPicPr>
          <p:cNvPr id="10" name="Picture 9"/>
          <p:cNvPicPr>
            <a:picLocks noChangeAspect="1"/>
          </p:cNvPicPr>
          <p:nvPr>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175632" y="4203192"/>
            <a:ext cx="2916936" cy="349758"/>
          </a:xfrm>
          <a:prstGeom prst="rect">
            <a:avLst/>
          </a:prstGeom>
        </p:spPr>
      </p:pic>
      <p:pic>
        <p:nvPicPr>
          <p:cNvPr id="23" name="Picture 22"/>
          <p:cNvPicPr>
            <a:picLocks noChangeAspect="1"/>
          </p:cNvPicPr>
          <p:nvPr>
            <p:custDataLst>
              <p:tags r:id="rId19"/>
            </p:custDataLst>
          </p:nvPr>
        </p:nvPicPr>
        <p:blipFill>
          <a:blip r:embed="rId20" cstate="print">
            <a:extLst>
              <a:ext uri="{28A0092B-C50C-407E-A947-70E740481C1C}">
                <a14:useLocalDpi xmlns:a14="http://schemas.microsoft.com/office/drawing/2010/main" val="0"/>
              </a:ext>
            </a:extLst>
          </a:blip>
          <a:stretch>
            <a:fillRect/>
          </a:stretch>
        </p:blipFill>
        <p:spPr>
          <a:xfrm>
            <a:off x="3200400" y="2556788"/>
            <a:ext cx="1255014" cy="406908"/>
          </a:xfrm>
          <a:prstGeom prst="rect">
            <a:avLst/>
          </a:prstGeom>
        </p:spPr>
      </p:pic>
      <p:pic>
        <p:nvPicPr>
          <p:cNvPr id="24" name="Picture 23"/>
          <p:cNvPicPr>
            <a:picLocks noChangeAspect="1"/>
          </p:cNvPicPr>
          <p:nvPr>
            <p:custDataLst>
              <p:tags r:id="rId21"/>
            </p:custDataLst>
          </p:nvPr>
        </p:nvPicPr>
        <p:blipFill>
          <a:blip r:embed="rId22" cstate="print">
            <a:extLst>
              <a:ext uri="{28A0092B-C50C-407E-A947-70E740481C1C}">
                <a14:useLocalDpi xmlns:a14="http://schemas.microsoft.com/office/drawing/2010/main" val="0"/>
              </a:ext>
            </a:extLst>
          </a:blip>
          <a:stretch>
            <a:fillRect/>
          </a:stretch>
        </p:blipFill>
        <p:spPr>
          <a:xfrm>
            <a:off x="3172557" y="3301514"/>
            <a:ext cx="1255014" cy="406908"/>
          </a:xfrm>
          <a:prstGeom prst="rect">
            <a:avLst/>
          </a:prstGeom>
        </p:spPr>
      </p:pic>
      <p:grpSp>
        <p:nvGrpSpPr>
          <p:cNvPr id="33" name="Group 32"/>
          <p:cNvGrpSpPr/>
          <p:nvPr/>
        </p:nvGrpSpPr>
        <p:grpSpPr>
          <a:xfrm>
            <a:off x="5253859" y="1759891"/>
            <a:ext cx="3055882" cy="1588057"/>
            <a:chOff x="990599" y="738216"/>
            <a:chExt cx="3381620" cy="1757334"/>
          </a:xfrm>
        </p:grpSpPr>
        <p:grpSp>
          <p:nvGrpSpPr>
            <p:cNvPr id="34" name="Group 33"/>
            <p:cNvGrpSpPr/>
            <p:nvPr/>
          </p:nvGrpSpPr>
          <p:grpSpPr>
            <a:xfrm>
              <a:off x="1239873" y="738216"/>
              <a:ext cx="2862230" cy="1432793"/>
              <a:chOff x="1905000" y="2190750"/>
              <a:chExt cx="3483917" cy="1744001"/>
            </a:xfrm>
          </p:grpSpPr>
          <p:sp>
            <p:nvSpPr>
              <p:cNvPr id="39" name="Oval 38"/>
              <p:cNvSpPr/>
              <p:nvPr/>
            </p:nvSpPr>
            <p:spPr>
              <a:xfrm>
                <a:off x="1905000" y="3183496"/>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1905000" y="2848532"/>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1905000" y="2513568"/>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2899779" y="2190751"/>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5102454" y="236976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Arrow Connector 43"/>
              <p:cNvCxnSpPr>
                <a:stCxn id="41" idx="6"/>
                <a:endCxn id="42" idx="2"/>
              </p:cNvCxnSpPr>
              <p:nvPr/>
            </p:nvCxnSpPr>
            <p:spPr>
              <a:xfrm flipV="1">
                <a:off x="2191463" y="2334552"/>
                <a:ext cx="708316" cy="3228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40" idx="6"/>
                <a:endCxn id="42" idx="2"/>
              </p:cNvCxnSpPr>
              <p:nvPr/>
            </p:nvCxnSpPr>
            <p:spPr>
              <a:xfrm flipV="1">
                <a:off x="2191463" y="2334552"/>
                <a:ext cx="708316" cy="6577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39" idx="6"/>
                <a:endCxn id="42" idx="2"/>
              </p:cNvCxnSpPr>
              <p:nvPr/>
            </p:nvCxnSpPr>
            <p:spPr>
              <a:xfrm flipV="1">
                <a:off x="2191463" y="2334552"/>
                <a:ext cx="708316" cy="9927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2899778" y="2564055"/>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p:cNvCxnSpPr>
                <a:stCxn id="41" idx="6"/>
                <a:endCxn id="47" idx="2"/>
              </p:cNvCxnSpPr>
              <p:nvPr/>
            </p:nvCxnSpPr>
            <p:spPr>
              <a:xfrm>
                <a:off x="2191463" y="2657369"/>
                <a:ext cx="708315" cy="5048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40" idx="6"/>
                <a:endCxn id="47" idx="2"/>
              </p:cNvCxnSpPr>
              <p:nvPr/>
            </p:nvCxnSpPr>
            <p:spPr>
              <a:xfrm flipV="1">
                <a:off x="2191463" y="2707856"/>
                <a:ext cx="708315" cy="2844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9" idx="6"/>
                <a:endCxn id="47" idx="2"/>
              </p:cNvCxnSpPr>
              <p:nvPr/>
            </p:nvCxnSpPr>
            <p:spPr>
              <a:xfrm flipV="1">
                <a:off x="2191463" y="2707856"/>
                <a:ext cx="708315" cy="61944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899777" y="292277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p:cNvCxnSpPr>
                <a:stCxn id="41" idx="6"/>
                <a:endCxn id="51" idx="2"/>
              </p:cNvCxnSpPr>
              <p:nvPr/>
            </p:nvCxnSpPr>
            <p:spPr>
              <a:xfrm>
                <a:off x="2191463" y="2657369"/>
                <a:ext cx="708314" cy="40920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40" idx="6"/>
                <a:endCxn id="51" idx="2"/>
              </p:cNvCxnSpPr>
              <p:nvPr/>
            </p:nvCxnSpPr>
            <p:spPr>
              <a:xfrm>
                <a:off x="2191463" y="2992333"/>
                <a:ext cx="708314" cy="742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9" idx="6"/>
                <a:endCxn id="51" idx="2"/>
              </p:cNvCxnSpPr>
              <p:nvPr/>
            </p:nvCxnSpPr>
            <p:spPr>
              <a:xfrm flipV="1">
                <a:off x="2191463" y="3066578"/>
                <a:ext cx="708314" cy="2607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Oval 54"/>
              <p:cNvSpPr/>
              <p:nvPr/>
            </p:nvSpPr>
            <p:spPr>
              <a:xfrm>
                <a:off x="2899776" y="3273713"/>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Arrow Connector 55"/>
              <p:cNvCxnSpPr>
                <a:stCxn id="41" idx="6"/>
                <a:endCxn id="55" idx="2"/>
              </p:cNvCxnSpPr>
              <p:nvPr/>
            </p:nvCxnSpPr>
            <p:spPr>
              <a:xfrm>
                <a:off x="2191463" y="2657369"/>
                <a:ext cx="708313" cy="7601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40" idx="6"/>
                <a:endCxn id="55" idx="2"/>
              </p:cNvCxnSpPr>
              <p:nvPr/>
            </p:nvCxnSpPr>
            <p:spPr>
              <a:xfrm>
                <a:off x="2191463" y="2992333"/>
                <a:ext cx="708313" cy="4251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9" idx="6"/>
                <a:endCxn id="55" idx="2"/>
              </p:cNvCxnSpPr>
              <p:nvPr/>
            </p:nvCxnSpPr>
            <p:spPr>
              <a:xfrm>
                <a:off x="2191463" y="3327297"/>
                <a:ext cx="708313" cy="902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2899779" y="36385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p:cNvCxnSpPr>
                <a:stCxn id="41" idx="6"/>
                <a:endCxn id="59" idx="2"/>
              </p:cNvCxnSpPr>
              <p:nvPr/>
            </p:nvCxnSpPr>
            <p:spPr>
              <a:xfrm>
                <a:off x="2191463" y="2657369"/>
                <a:ext cx="708316" cy="112498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40" idx="6"/>
                <a:endCxn id="59" idx="2"/>
              </p:cNvCxnSpPr>
              <p:nvPr/>
            </p:nvCxnSpPr>
            <p:spPr>
              <a:xfrm>
                <a:off x="2191463" y="2992333"/>
                <a:ext cx="708316" cy="79001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9" idx="6"/>
                <a:endCxn id="59" idx="2"/>
              </p:cNvCxnSpPr>
              <p:nvPr/>
            </p:nvCxnSpPr>
            <p:spPr>
              <a:xfrm>
                <a:off x="2191463" y="3327297"/>
                <a:ext cx="708316" cy="45505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Oval 62"/>
              <p:cNvSpPr/>
              <p:nvPr/>
            </p:nvSpPr>
            <p:spPr>
              <a:xfrm>
                <a:off x="4028197" y="21907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Arrow Connector 63"/>
              <p:cNvCxnSpPr>
                <a:stCxn id="42" idx="6"/>
                <a:endCxn id="63" idx="2"/>
              </p:cNvCxnSpPr>
              <p:nvPr/>
            </p:nvCxnSpPr>
            <p:spPr>
              <a:xfrm flipV="1">
                <a:off x="3186242" y="23345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47" idx="6"/>
                <a:endCxn id="63" idx="2"/>
              </p:cNvCxnSpPr>
              <p:nvPr/>
            </p:nvCxnSpPr>
            <p:spPr>
              <a:xfrm flipV="1">
                <a:off x="3186241" y="233455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51" idx="6"/>
                <a:endCxn id="63" idx="2"/>
              </p:cNvCxnSpPr>
              <p:nvPr/>
            </p:nvCxnSpPr>
            <p:spPr>
              <a:xfrm flipV="1">
                <a:off x="3186240" y="2334551"/>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55" idx="6"/>
                <a:endCxn id="63" idx="2"/>
              </p:cNvCxnSpPr>
              <p:nvPr/>
            </p:nvCxnSpPr>
            <p:spPr>
              <a:xfrm flipV="1">
                <a:off x="3186239" y="2334551"/>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59" idx="6"/>
                <a:endCxn id="63" idx="2"/>
              </p:cNvCxnSpPr>
              <p:nvPr/>
            </p:nvCxnSpPr>
            <p:spPr>
              <a:xfrm flipV="1">
                <a:off x="3186242" y="2334551"/>
                <a:ext cx="841955" cy="14478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9" name="Oval 68"/>
              <p:cNvSpPr/>
              <p:nvPr/>
            </p:nvSpPr>
            <p:spPr>
              <a:xfrm>
                <a:off x="4028196" y="2568528"/>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Arrow Connector 69"/>
              <p:cNvCxnSpPr>
                <a:endCxn id="69" idx="2"/>
              </p:cNvCxnSpPr>
              <p:nvPr/>
            </p:nvCxnSpPr>
            <p:spPr>
              <a:xfrm flipV="1">
                <a:off x="3186241" y="2712329"/>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51" idx="6"/>
                <a:endCxn id="69" idx="2"/>
              </p:cNvCxnSpPr>
              <p:nvPr/>
            </p:nvCxnSpPr>
            <p:spPr>
              <a:xfrm flipV="1">
                <a:off x="3186240" y="2712329"/>
                <a:ext cx="841956" cy="3542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endCxn id="69" idx="2"/>
              </p:cNvCxnSpPr>
              <p:nvPr/>
            </p:nvCxnSpPr>
            <p:spPr>
              <a:xfrm flipV="1">
                <a:off x="3186239" y="2712329"/>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endCxn id="69" idx="2"/>
              </p:cNvCxnSpPr>
              <p:nvPr/>
            </p:nvCxnSpPr>
            <p:spPr>
              <a:xfrm flipV="1">
                <a:off x="3186238" y="2712329"/>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42" idx="6"/>
                <a:endCxn id="69" idx="2"/>
              </p:cNvCxnSpPr>
              <p:nvPr/>
            </p:nvCxnSpPr>
            <p:spPr>
              <a:xfrm>
                <a:off x="3186242" y="2334552"/>
                <a:ext cx="841954" cy="377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5" name="Oval 74"/>
              <p:cNvSpPr/>
              <p:nvPr/>
            </p:nvSpPr>
            <p:spPr>
              <a:xfrm>
                <a:off x="4030044" y="2915686"/>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p:cNvCxnSpPr>
                <a:endCxn id="75" idx="2"/>
              </p:cNvCxnSpPr>
              <p:nvPr/>
            </p:nvCxnSpPr>
            <p:spPr>
              <a:xfrm flipV="1">
                <a:off x="3188089" y="3059487"/>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75" idx="2"/>
              </p:cNvCxnSpPr>
              <p:nvPr/>
            </p:nvCxnSpPr>
            <p:spPr>
              <a:xfrm flipV="1">
                <a:off x="3188088" y="3059487"/>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endCxn id="75" idx="2"/>
              </p:cNvCxnSpPr>
              <p:nvPr/>
            </p:nvCxnSpPr>
            <p:spPr>
              <a:xfrm flipV="1">
                <a:off x="3188087" y="3059487"/>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47" idx="6"/>
                <a:endCxn id="75" idx="2"/>
              </p:cNvCxnSpPr>
              <p:nvPr/>
            </p:nvCxnSpPr>
            <p:spPr>
              <a:xfrm>
                <a:off x="3186241" y="2707856"/>
                <a:ext cx="843803" cy="35163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42" idx="6"/>
                <a:endCxn id="75" idx="2"/>
              </p:cNvCxnSpPr>
              <p:nvPr/>
            </p:nvCxnSpPr>
            <p:spPr>
              <a:xfrm>
                <a:off x="3186242" y="2334552"/>
                <a:ext cx="843802" cy="72493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Oval 83"/>
              <p:cNvSpPr/>
              <p:nvPr/>
            </p:nvSpPr>
            <p:spPr>
              <a:xfrm>
                <a:off x="4028195" y="326390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p:cNvCxnSpPr>
                <a:stCxn id="55" idx="6"/>
                <a:endCxn id="84" idx="2"/>
              </p:cNvCxnSpPr>
              <p:nvPr/>
            </p:nvCxnSpPr>
            <p:spPr>
              <a:xfrm flipV="1">
                <a:off x="3186239" y="3407701"/>
                <a:ext cx="841956" cy="981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endCxn id="84" idx="2"/>
              </p:cNvCxnSpPr>
              <p:nvPr/>
            </p:nvCxnSpPr>
            <p:spPr>
              <a:xfrm flipV="1">
                <a:off x="3186239" y="340770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51" idx="6"/>
                <a:endCxn id="84" idx="2"/>
              </p:cNvCxnSpPr>
              <p:nvPr/>
            </p:nvCxnSpPr>
            <p:spPr>
              <a:xfrm>
                <a:off x="3186240" y="3066578"/>
                <a:ext cx="841955" cy="34112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stCxn id="47" idx="6"/>
                <a:endCxn id="84" idx="2"/>
              </p:cNvCxnSpPr>
              <p:nvPr/>
            </p:nvCxnSpPr>
            <p:spPr>
              <a:xfrm>
                <a:off x="3186241" y="2707856"/>
                <a:ext cx="841954" cy="6998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42" idx="6"/>
                <a:endCxn id="84" idx="2"/>
              </p:cNvCxnSpPr>
              <p:nvPr/>
            </p:nvCxnSpPr>
            <p:spPr>
              <a:xfrm>
                <a:off x="3186242" y="2334552"/>
                <a:ext cx="841953" cy="10731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0" name="Oval 89"/>
              <p:cNvSpPr/>
              <p:nvPr/>
            </p:nvSpPr>
            <p:spPr>
              <a:xfrm>
                <a:off x="4028194" y="36471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Arrow Connector 90"/>
              <p:cNvCxnSpPr>
                <a:endCxn id="90" idx="2"/>
              </p:cNvCxnSpPr>
              <p:nvPr/>
            </p:nvCxnSpPr>
            <p:spPr>
              <a:xfrm flipV="1">
                <a:off x="3186239" y="37909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stCxn id="55" idx="6"/>
                <a:endCxn id="90" idx="2"/>
              </p:cNvCxnSpPr>
              <p:nvPr/>
            </p:nvCxnSpPr>
            <p:spPr>
              <a:xfrm>
                <a:off x="3186239" y="3417514"/>
                <a:ext cx="841955" cy="37343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51" idx="6"/>
                <a:endCxn id="90" idx="2"/>
              </p:cNvCxnSpPr>
              <p:nvPr/>
            </p:nvCxnSpPr>
            <p:spPr>
              <a:xfrm>
                <a:off x="3186240" y="3066578"/>
                <a:ext cx="841954" cy="72437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47" idx="6"/>
                <a:endCxn id="90" idx="2"/>
              </p:cNvCxnSpPr>
              <p:nvPr/>
            </p:nvCxnSpPr>
            <p:spPr>
              <a:xfrm>
                <a:off x="3186241" y="2707856"/>
                <a:ext cx="841953" cy="108309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a:stCxn id="42" idx="6"/>
                <a:endCxn id="90" idx="2"/>
              </p:cNvCxnSpPr>
              <p:nvPr/>
            </p:nvCxnSpPr>
            <p:spPr>
              <a:xfrm>
                <a:off x="3186242" y="2334552"/>
                <a:ext cx="841952" cy="145639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a:stCxn id="63" idx="6"/>
                <a:endCxn id="43" idx="2"/>
              </p:cNvCxnSpPr>
              <p:nvPr/>
            </p:nvCxnSpPr>
            <p:spPr>
              <a:xfrm>
                <a:off x="4314660" y="2334551"/>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69" idx="6"/>
                <a:endCxn id="43" idx="2"/>
              </p:cNvCxnSpPr>
              <p:nvPr/>
            </p:nvCxnSpPr>
            <p:spPr>
              <a:xfrm flipV="1">
                <a:off x="4314659" y="2513568"/>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stCxn id="75" idx="6"/>
                <a:endCxn id="43" idx="2"/>
              </p:cNvCxnSpPr>
              <p:nvPr/>
            </p:nvCxnSpPr>
            <p:spPr>
              <a:xfrm flipV="1">
                <a:off x="4316507" y="2513568"/>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stCxn id="84" idx="6"/>
                <a:endCxn id="43" idx="2"/>
              </p:cNvCxnSpPr>
              <p:nvPr/>
            </p:nvCxnSpPr>
            <p:spPr>
              <a:xfrm flipV="1">
                <a:off x="4314658" y="2513568"/>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a:stCxn id="90" idx="6"/>
                <a:endCxn id="43" idx="2"/>
              </p:cNvCxnSpPr>
              <p:nvPr/>
            </p:nvCxnSpPr>
            <p:spPr>
              <a:xfrm flipV="1">
                <a:off x="4314657" y="2513568"/>
                <a:ext cx="787797" cy="127738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1" name="Oval 100"/>
              <p:cNvSpPr/>
              <p:nvPr/>
            </p:nvSpPr>
            <p:spPr>
              <a:xfrm>
                <a:off x="5102453" y="27456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Arrow Connector 101"/>
              <p:cNvCxnSpPr>
                <a:endCxn id="101" idx="2"/>
              </p:cNvCxnSpPr>
              <p:nvPr/>
            </p:nvCxnSpPr>
            <p:spPr>
              <a:xfrm>
                <a:off x="4314659" y="27104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a:endCxn id="101" idx="2"/>
              </p:cNvCxnSpPr>
              <p:nvPr/>
            </p:nvCxnSpPr>
            <p:spPr>
              <a:xfrm flipV="1">
                <a:off x="4314658" y="28894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endCxn id="101" idx="2"/>
              </p:cNvCxnSpPr>
              <p:nvPr/>
            </p:nvCxnSpPr>
            <p:spPr>
              <a:xfrm flipV="1">
                <a:off x="4316506" y="2889453"/>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endCxn id="101" idx="2"/>
              </p:cNvCxnSpPr>
              <p:nvPr/>
            </p:nvCxnSpPr>
            <p:spPr>
              <a:xfrm flipV="1">
                <a:off x="4314657" y="2889453"/>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63" idx="6"/>
                <a:endCxn id="101" idx="2"/>
              </p:cNvCxnSpPr>
              <p:nvPr/>
            </p:nvCxnSpPr>
            <p:spPr>
              <a:xfrm>
                <a:off x="4314660" y="2334551"/>
                <a:ext cx="787793" cy="5549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7" name="Oval 106"/>
              <p:cNvSpPr/>
              <p:nvPr/>
            </p:nvSpPr>
            <p:spPr>
              <a:xfrm>
                <a:off x="5102452" y="3088214"/>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Arrow Connector 107"/>
              <p:cNvCxnSpPr>
                <a:endCxn id="107" idx="2"/>
              </p:cNvCxnSpPr>
              <p:nvPr/>
            </p:nvCxnSpPr>
            <p:spPr>
              <a:xfrm>
                <a:off x="4314658" y="3052998"/>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a:endCxn id="107" idx="2"/>
              </p:cNvCxnSpPr>
              <p:nvPr/>
            </p:nvCxnSpPr>
            <p:spPr>
              <a:xfrm flipV="1">
                <a:off x="4314657" y="3232015"/>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a:endCxn id="107" idx="2"/>
              </p:cNvCxnSpPr>
              <p:nvPr/>
            </p:nvCxnSpPr>
            <p:spPr>
              <a:xfrm flipV="1">
                <a:off x="4316505" y="3232015"/>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69" idx="6"/>
                <a:endCxn id="107" idx="2"/>
              </p:cNvCxnSpPr>
              <p:nvPr/>
            </p:nvCxnSpPr>
            <p:spPr>
              <a:xfrm>
                <a:off x="4314659" y="2712329"/>
                <a:ext cx="787793" cy="51968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stCxn id="63" idx="6"/>
                <a:endCxn id="107" idx="2"/>
              </p:cNvCxnSpPr>
              <p:nvPr/>
            </p:nvCxnSpPr>
            <p:spPr>
              <a:xfrm>
                <a:off x="4314660" y="2334551"/>
                <a:ext cx="787792" cy="8974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3" name="Oval 112"/>
              <p:cNvSpPr/>
              <p:nvPr/>
            </p:nvSpPr>
            <p:spPr>
              <a:xfrm>
                <a:off x="5102454" y="34505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4" name="Straight Arrow Connector 113"/>
              <p:cNvCxnSpPr>
                <a:endCxn id="113" idx="2"/>
              </p:cNvCxnSpPr>
              <p:nvPr/>
            </p:nvCxnSpPr>
            <p:spPr>
              <a:xfrm>
                <a:off x="4314660" y="34153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endCxn id="113" idx="2"/>
              </p:cNvCxnSpPr>
              <p:nvPr/>
            </p:nvCxnSpPr>
            <p:spPr>
              <a:xfrm flipV="1">
                <a:off x="4314659" y="35943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a:stCxn id="75" idx="6"/>
                <a:endCxn id="113" idx="2"/>
              </p:cNvCxnSpPr>
              <p:nvPr/>
            </p:nvCxnSpPr>
            <p:spPr>
              <a:xfrm>
                <a:off x="4316507" y="3059487"/>
                <a:ext cx="785947" cy="53486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a:stCxn id="69" idx="6"/>
                <a:endCxn id="113" idx="2"/>
              </p:cNvCxnSpPr>
              <p:nvPr/>
            </p:nvCxnSpPr>
            <p:spPr>
              <a:xfrm>
                <a:off x="4314659" y="2712329"/>
                <a:ext cx="787795" cy="88202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8" name="Straight Arrow Connector 117"/>
              <p:cNvCxnSpPr>
                <a:stCxn id="63" idx="6"/>
                <a:endCxn id="113" idx="2"/>
              </p:cNvCxnSpPr>
              <p:nvPr/>
            </p:nvCxnSpPr>
            <p:spPr>
              <a:xfrm>
                <a:off x="4314660" y="2334551"/>
                <a:ext cx="787794" cy="12598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5" name="TextBox 34"/>
            <p:cNvSpPr txBox="1"/>
            <p:nvPr/>
          </p:nvSpPr>
          <p:spPr>
            <a:xfrm>
              <a:off x="990599" y="2156996"/>
              <a:ext cx="775578" cy="338554"/>
            </a:xfrm>
            <a:prstGeom prst="rect">
              <a:avLst/>
            </a:prstGeom>
            <a:noFill/>
          </p:spPr>
          <p:txBody>
            <a:bodyPr wrap="square" rtlCol="0">
              <a:spAutoFit/>
            </a:bodyPr>
            <a:lstStyle/>
            <a:p>
              <a:r>
                <a:rPr lang="en-US" sz="1400" dirty="0"/>
                <a:t>Layer 1</a:t>
              </a:r>
              <a:endParaRPr lang="en-US" sz="1400" dirty="0"/>
            </a:p>
          </p:txBody>
        </p:sp>
        <p:sp>
          <p:nvSpPr>
            <p:cNvPr id="36" name="TextBox 35"/>
            <p:cNvSpPr txBox="1"/>
            <p:nvPr/>
          </p:nvSpPr>
          <p:spPr>
            <a:xfrm>
              <a:off x="1787019" y="2156996"/>
              <a:ext cx="775578" cy="338554"/>
            </a:xfrm>
            <a:prstGeom prst="rect">
              <a:avLst/>
            </a:prstGeom>
            <a:noFill/>
          </p:spPr>
          <p:txBody>
            <a:bodyPr wrap="square" rtlCol="0">
              <a:spAutoFit/>
            </a:bodyPr>
            <a:lstStyle/>
            <a:p>
              <a:r>
                <a:rPr lang="en-US" sz="1400" dirty="0"/>
                <a:t>Layer 2</a:t>
              </a:r>
              <a:endParaRPr lang="en-US" sz="1400" dirty="0"/>
            </a:p>
          </p:txBody>
        </p:sp>
        <p:sp>
          <p:nvSpPr>
            <p:cNvPr id="37" name="TextBox 36"/>
            <p:cNvSpPr txBox="1"/>
            <p:nvPr/>
          </p:nvSpPr>
          <p:spPr>
            <a:xfrm>
              <a:off x="2715597" y="2156996"/>
              <a:ext cx="775578" cy="338554"/>
            </a:xfrm>
            <a:prstGeom prst="rect">
              <a:avLst/>
            </a:prstGeom>
            <a:noFill/>
          </p:spPr>
          <p:txBody>
            <a:bodyPr wrap="square" rtlCol="0">
              <a:spAutoFit/>
            </a:bodyPr>
            <a:lstStyle/>
            <a:p>
              <a:r>
                <a:rPr lang="en-US" sz="1400" dirty="0"/>
                <a:t>Layer 3</a:t>
              </a:r>
              <a:endParaRPr lang="en-US" sz="1400" dirty="0"/>
            </a:p>
          </p:txBody>
        </p:sp>
        <p:sp>
          <p:nvSpPr>
            <p:cNvPr id="38" name="TextBox 37"/>
            <p:cNvSpPr txBox="1"/>
            <p:nvPr/>
          </p:nvSpPr>
          <p:spPr>
            <a:xfrm>
              <a:off x="3596641" y="2156996"/>
              <a:ext cx="775578" cy="338554"/>
            </a:xfrm>
            <a:prstGeom prst="rect">
              <a:avLst/>
            </a:prstGeom>
            <a:noFill/>
          </p:spPr>
          <p:txBody>
            <a:bodyPr wrap="square" rtlCol="0">
              <a:spAutoFit/>
            </a:bodyPr>
            <a:lstStyle/>
            <a:p>
              <a:r>
                <a:rPr lang="en-US" sz="1400" dirty="0"/>
                <a:t>Layer 4</a:t>
              </a:r>
              <a:endParaRPr lang="en-US" sz="1400" dirty="0"/>
            </a:p>
          </p:txBody>
        </p:sp>
      </p:grpSp>
      <mc:AlternateContent xmlns:mc="http://schemas.openxmlformats.org/markup-compatibility/2006" xmlns:p14="http://schemas.microsoft.com/office/powerpoint/2010/main">
        <mc:Choice Requires="p14">
          <p:contentPart r:id="rId23" p14:bwMode="auto">
            <p14:nvContentPartPr>
              <p14:cNvPr id="13" name="Ink 12"/>
              <p14:cNvContentPartPr/>
              <p14:nvPr/>
            </p14:nvContentPartPr>
            <p14:xfrm>
              <a:off x="799920" y="987120"/>
              <a:ext cx="7532640" cy="3663000"/>
            </p14:xfrm>
          </p:contentPart>
        </mc:Choice>
        <mc:Fallback xmlns="">
          <p:pic>
            <p:nvPicPr>
              <p:cNvPr id="13" name="Ink 12"/>
            </p:nvPicPr>
            <p:blipFill>
              <a:blip r:embed="rId24"/>
            </p:blipFill>
            <p:spPr>
              <a:xfrm>
                <a:off x="799920" y="987120"/>
                <a:ext cx="7532640" cy="3663000"/>
              </a:xfrm>
              <a:prstGeom prst="rect"/>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52400" y="133350"/>
            <a:ext cx="4521064" cy="2667000"/>
          </a:xfrm>
          <a:prstGeom prst="rect">
            <a:avLst/>
          </a:prstGeom>
        </p:spPr>
      </p:pic>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7791" y="275653"/>
            <a:ext cx="4229100" cy="2382393"/>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p:cNvPicPr>
            <a:picLocks noChangeAspect="1"/>
          </p:cNvPicPr>
          <p:nvPr/>
        </p:nvPicPr>
        <p:blipFill>
          <a:blip r:embed="rId3"/>
          <a:stretch>
            <a:fillRect/>
          </a:stretch>
        </p:blipFill>
        <p:spPr>
          <a:xfrm>
            <a:off x="2133600" y="3181350"/>
            <a:ext cx="4133850" cy="11334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85750"/>
            <a:ext cx="7315200" cy="400110"/>
          </a:xfrm>
          <a:prstGeom prst="rect">
            <a:avLst/>
          </a:prstGeom>
          <a:noFill/>
        </p:spPr>
        <p:txBody>
          <a:bodyPr wrap="square" rtlCol="0">
            <a:spAutoFit/>
          </a:bodyPr>
          <a:lstStyle/>
          <a:p>
            <a:r>
              <a:rPr lang="en-US" sz="2000" b="1" dirty="0">
                <a:solidFill>
                  <a:prstClr val="black"/>
                </a:solidFill>
                <a:latin typeface="Calibri"/>
              </a:rPr>
              <a:t>Training a neural network</a:t>
            </a:r>
            <a:endParaRPr lang="en-US" sz="2000" b="1" dirty="0">
              <a:solidFill>
                <a:prstClr val="black"/>
              </a:solidFill>
              <a:latin typeface="Calibri"/>
            </a:endParaRPr>
          </a:p>
        </p:txBody>
      </p:sp>
      <p:sp>
        <p:nvSpPr>
          <p:cNvPr id="10" name="TextBox 9"/>
          <p:cNvSpPr txBox="1"/>
          <p:nvPr/>
        </p:nvSpPr>
        <p:spPr>
          <a:xfrm>
            <a:off x="304800" y="662285"/>
            <a:ext cx="8583378" cy="398780"/>
          </a:xfrm>
          <a:prstGeom prst="rect">
            <a:avLst/>
          </a:prstGeom>
          <a:noFill/>
        </p:spPr>
        <p:txBody>
          <a:bodyPr wrap="square" rtlCol="0">
            <a:spAutoFit/>
          </a:bodyPr>
          <a:lstStyle/>
          <a:p>
            <a:r>
              <a:rPr lang="en-US" sz="2000" dirty="0">
                <a:solidFill>
                  <a:prstClr val="black"/>
                </a:solidFill>
                <a:latin typeface="Calibri"/>
              </a:rPr>
              <a:t>选择网络架构（神经元之间的连接模式）</a:t>
            </a:r>
            <a:endParaRPr lang="en-US" sz="2000" dirty="0">
              <a:solidFill>
                <a:prstClr val="black"/>
              </a:solidFill>
              <a:latin typeface="Calibri"/>
            </a:endParaRPr>
          </a:p>
        </p:txBody>
      </p:sp>
      <p:grpSp>
        <p:nvGrpSpPr>
          <p:cNvPr id="329" name="Group 328"/>
          <p:cNvGrpSpPr/>
          <p:nvPr/>
        </p:nvGrpSpPr>
        <p:grpSpPr>
          <a:xfrm>
            <a:off x="553633" y="1065322"/>
            <a:ext cx="1477790" cy="1043313"/>
            <a:chOff x="530062" y="1212293"/>
            <a:chExt cx="1790346" cy="1263977"/>
          </a:xfrm>
        </p:grpSpPr>
        <p:sp>
          <p:nvSpPr>
            <p:cNvPr id="17" name="Oval 16"/>
            <p:cNvSpPr/>
            <p:nvPr/>
          </p:nvSpPr>
          <p:spPr>
            <a:xfrm>
              <a:off x="530062" y="1824830"/>
              <a:ext cx="212675" cy="2135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8" name="Oval 17"/>
            <p:cNvSpPr/>
            <p:nvPr/>
          </p:nvSpPr>
          <p:spPr>
            <a:xfrm>
              <a:off x="530062" y="1576146"/>
              <a:ext cx="212675" cy="2135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9" name="Oval 18"/>
            <p:cNvSpPr/>
            <p:nvPr/>
          </p:nvSpPr>
          <p:spPr>
            <a:xfrm>
              <a:off x="530062" y="1327463"/>
              <a:ext cx="212675" cy="2135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0" name="Oval 19"/>
            <p:cNvSpPr/>
            <p:nvPr/>
          </p:nvSpPr>
          <p:spPr>
            <a:xfrm>
              <a:off x="1268604" y="1212294"/>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2" name="Straight Arrow Connector 21"/>
            <p:cNvCxnSpPr>
              <a:stCxn id="19" idx="6"/>
              <a:endCxn id="20" idx="2"/>
            </p:cNvCxnSpPr>
            <p:nvPr/>
          </p:nvCxnSpPr>
          <p:spPr>
            <a:xfrm flipV="1">
              <a:off x="742737" y="1319054"/>
              <a:ext cx="525867" cy="11516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8" idx="6"/>
              <a:endCxn id="20" idx="2"/>
            </p:cNvCxnSpPr>
            <p:nvPr/>
          </p:nvCxnSpPr>
          <p:spPr>
            <a:xfrm flipV="1">
              <a:off x="742737" y="1319054"/>
              <a:ext cx="525867" cy="36385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7" idx="6"/>
              <a:endCxn id="20" idx="2"/>
            </p:cNvCxnSpPr>
            <p:nvPr/>
          </p:nvCxnSpPr>
          <p:spPr>
            <a:xfrm flipV="1">
              <a:off x="742737" y="1319054"/>
              <a:ext cx="525867" cy="61253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1268603" y="1489441"/>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6" name="Straight Arrow Connector 25"/>
            <p:cNvCxnSpPr>
              <a:stCxn id="19" idx="6"/>
              <a:endCxn id="25" idx="2"/>
            </p:cNvCxnSpPr>
            <p:nvPr/>
          </p:nvCxnSpPr>
          <p:spPr>
            <a:xfrm>
              <a:off x="742737" y="1434223"/>
              <a:ext cx="525866" cy="16197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6"/>
              <a:endCxn id="25" idx="2"/>
            </p:cNvCxnSpPr>
            <p:nvPr/>
          </p:nvCxnSpPr>
          <p:spPr>
            <a:xfrm flipV="1">
              <a:off x="742737" y="1596201"/>
              <a:ext cx="525866" cy="867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7" idx="6"/>
              <a:endCxn id="25" idx="2"/>
            </p:cNvCxnSpPr>
            <p:nvPr/>
          </p:nvCxnSpPr>
          <p:spPr>
            <a:xfrm flipV="1">
              <a:off x="742737" y="1596201"/>
              <a:ext cx="525866" cy="33538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1268602" y="1755763"/>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0" name="Straight Arrow Connector 29"/>
            <p:cNvCxnSpPr>
              <a:stCxn id="19" idx="6"/>
              <a:endCxn id="29" idx="2"/>
            </p:cNvCxnSpPr>
            <p:nvPr/>
          </p:nvCxnSpPr>
          <p:spPr>
            <a:xfrm>
              <a:off x="742737" y="1434223"/>
              <a:ext cx="525865" cy="4283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8" idx="6"/>
              <a:endCxn id="29" idx="2"/>
            </p:cNvCxnSpPr>
            <p:nvPr/>
          </p:nvCxnSpPr>
          <p:spPr>
            <a:xfrm>
              <a:off x="742737" y="1682906"/>
              <a:ext cx="525865" cy="1796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7" idx="6"/>
              <a:endCxn id="29" idx="2"/>
            </p:cNvCxnSpPr>
            <p:nvPr/>
          </p:nvCxnSpPr>
          <p:spPr>
            <a:xfrm flipV="1">
              <a:off x="742737" y="1862523"/>
              <a:ext cx="525865" cy="6906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1268602" y="2016304"/>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7" name="Straight Arrow Connector 36"/>
            <p:cNvCxnSpPr>
              <a:stCxn id="19" idx="6"/>
              <a:endCxn id="36" idx="2"/>
            </p:cNvCxnSpPr>
            <p:nvPr/>
          </p:nvCxnSpPr>
          <p:spPr>
            <a:xfrm>
              <a:off x="742737" y="1434223"/>
              <a:ext cx="525865" cy="68884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8" idx="6"/>
              <a:endCxn id="36" idx="2"/>
            </p:cNvCxnSpPr>
            <p:nvPr/>
          </p:nvCxnSpPr>
          <p:spPr>
            <a:xfrm>
              <a:off x="742737" y="1682906"/>
              <a:ext cx="525865" cy="44015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7" idx="6"/>
              <a:endCxn id="36" idx="2"/>
            </p:cNvCxnSpPr>
            <p:nvPr/>
          </p:nvCxnSpPr>
          <p:spPr>
            <a:xfrm>
              <a:off x="742737" y="1931590"/>
              <a:ext cx="525865" cy="19147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2106362" y="1212293"/>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47" name="Straight Arrow Connector 46"/>
            <p:cNvCxnSpPr>
              <a:stCxn id="20" idx="6"/>
              <a:endCxn id="46" idx="2"/>
            </p:cNvCxnSpPr>
            <p:nvPr/>
          </p:nvCxnSpPr>
          <p:spPr>
            <a:xfrm flipV="1">
              <a:off x="1481279" y="1319053"/>
              <a:ext cx="625083"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25" idx="6"/>
              <a:endCxn id="46" idx="2"/>
            </p:cNvCxnSpPr>
            <p:nvPr/>
          </p:nvCxnSpPr>
          <p:spPr>
            <a:xfrm flipV="1">
              <a:off x="1481278" y="1319053"/>
              <a:ext cx="625083" cy="27714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29" idx="6"/>
              <a:endCxn id="46" idx="2"/>
            </p:cNvCxnSpPr>
            <p:nvPr/>
          </p:nvCxnSpPr>
          <p:spPr>
            <a:xfrm flipV="1">
              <a:off x="1481278" y="1319053"/>
              <a:ext cx="625084" cy="5434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6" idx="6"/>
              <a:endCxn id="46" idx="2"/>
            </p:cNvCxnSpPr>
            <p:nvPr/>
          </p:nvCxnSpPr>
          <p:spPr>
            <a:xfrm flipV="1">
              <a:off x="1481277" y="1319053"/>
              <a:ext cx="625085" cy="80401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Oval 51"/>
            <p:cNvSpPr/>
            <p:nvPr/>
          </p:nvSpPr>
          <p:spPr>
            <a:xfrm>
              <a:off x="2106361" y="1492762"/>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53" name="Straight Arrow Connector 52"/>
            <p:cNvCxnSpPr>
              <a:endCxn id="52" idx="2"/>
            </p:cNvCxnSpPr>
            <p:nvPr/>
          </p:nvCxnSpPr>
          <p:spPr>
            <a:xfrm flipV="1">
              <a:off x="1481278" y="1599523"/>
              <a:ext cx="625083"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29" idx="6"/>
              <a:endCxn id="52" idx="2"/>
            </p:cNvCxnSpPr>
            <p:nvPr/>
          </p:nvCxnSpPr>
          <p:spPr>
            <a:xfrm flipV="1">
              <a:off x="1481278" y="1599523"/>
              <a:ext cx="625083" cy="26300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endCxn id="52" idx="2"/>
            </p:cNvCxnSpPr>
            <p:nvPr/>
          </p:nvCxnSpPr>
          <p:spPr>
            <a:xfrm flipV="1">
              <a:off x="1481277" y="1599523"/>
              <a:ext cx="625084" cy="5434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20" idx="6"/>
              <a:endCxn id="52" idx="2"/>
            </p:cNvCxnSpPr>
            <p:nvPr/>
          </p:nvCxnSpPr>
          <p:spPr>
            <a:xfrm>
              <a:off x="1481279" y="1319054"/>
              <a:ext cx="625082" cy="28046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8" name="Oval 57"/>
            <p:cNvSpPr/>
            <p:nvPr/>
          </p:nvSpPr>
          <p:spPr>
            <a:xfrm>
              <a:off x="2107733" y="1750499"/>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59" name="Straight Arrow Connector 58"/>
            <p:cNvCxnSpPr/>
            <p:nvPr/>
          </p:nvCxnSpPr>
          <p:spPr>
            <a:xfrm flipV="1">
              <a:off x="1482650" y="1857259"/>
              <a:ext cx="625083"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endCxn id="58" idx="2"/>
            </p:cNvCxnSpPr>
            <p:nvPr/>
          </p:nvCxnSpPr>
          <p:spPr>
            <a:xfrm flipV="1">
              <a:off x="1482650" y="1857259"/>
              <a:ext cx="625083" cy="27714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25" idx="6"/>
              <a:endCxn id="58" idx="2"/>
            </p:cNvCxnSpPr>
            <p:nvPr/>
          </p:nvCxnSpPr>
          <p:spPr>
            <a:xfrm>
              <a:off x="1481278" y="1596202"/>
              <a:ext cx="626455" cy="26105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20" idx="6"/>
              <a:endCxn id="58" idx="2"/>
            </p:cNvCxnSpPr>
            <p:nvPr/>
          </p:nvCxnSpPr>
          <p:spPr>
            <a:xfrm>
              <a:off x="1481279" y="1319054"/>
              <a:ext cx="626454" cy="5382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 name="Oval 63"/>
            <p:cNvSpPr/>
            <p:nvPr/>
          </p:nvSpPr>
          <p:spPr>
            <a:xfrm>
              <a:off x="2106360" y="2009019"/>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65" name="Straight Arrow Connector 64"/>
            <p:cNvCxnSpPr>
              <a:stCxn id="36" idx="6"/>
              <a:endCxn id="64" idx="2"/>
            </p:cNvCxnSpPr>
            <p:nvPr/>
          </p:nvCxnSpPr>
          <p:spPr>
            <a:xfrm flipV="1">
              <a:off x="1481277" y="2115780"/>
              <a:ext cx="625083" cy="728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29" idx="6"/>
              <a:endCxn id="64" idx="2"/>
            </p:cNvCxnSpPr>
            <p:nvPr/>
          </p:nvCxnSpPr>
          <p:spPr>
            <a:xfrm>
              <a:off x="1481278" y="1862524"/>
              <a:ext cx="625083" cy="25325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25" idx="6"/>
              <a:endCxn id="64" idx="2"/>
            </p:cNvCxnSpPr>
            <p:nvPr/>
          </p:nvCxnSpPr>
          <p:spPr>
            <a:xfrm>
              <a:off x="1481278" y="1596202"/>
              <a:ext cx="625082" cy="51957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20" idx="6"/>
              <a:endCxn id="64" idx="2"/>
            </p:cNvCxnSpPr>
            <p:nvPr/>
          </p:nvCxnSpPr>
          <p:spPr>
            <a:xfrm>
              <a:off x="1481279" y="1319054"/>
              <a:ext cx="625081" cy="79672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9" name="Oval 98"/>
            <p:cNvSpPr/>
            <p:nvPr/>
          </p:nvSpPr>
          <p:spPr>
            <a:xfrm>
              <a:off x="1269690" y="2262750"/>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100" name="Straight Arrow Connector 99"/>
            <p:cNvCxnSpPr>
              <a:stCxn id="19" idx="6"/>
              <a:endCxn id="99" idx="2"/>
            </p:cNvCxnSpPr>
            <p:nvPr/>
          </p:nvCxnSpPr>
          <p:spPr>
            <a:xfrm>
              <a:off x="742737" y="1434223"/>
              <a:ext cx="526953" cy="93528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18" idx="6"/>
              <a:endCxn id="99" idx="2"/>
            </p:cNvCxnSpPr>
            <p:nvPr/>
          </p:nvCxnSpPr>
          <p:spPr>
            <a:xfrm>
              <a:off x="742737" y="1682906"/>
              <a:ext cx="526953" cy="68660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a:stCxn id="17" idx="6"/>
              <a:endCxn id="99" idx="2"/>
            </p:cNvCxnSpPr>
            <p:nvPr/>
          </p:nvCxnSpPr>
          <p:spPr>
            <a:xfrm>
              <a:off x="742737" y="1931590"/>
              <a:ext cx="526953" cy="43792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a:stCxn id="99" idx="6"/>
              <a:endCxn id="46" idx="2"/>
            </p:cNvCxnSpPr>
            <p:nvPr/>
          </p:nvCxnSpPr>
          <p:spPr>
            <a:xfrm flipV="1">
              <a:off x="1482365" y="1319053"/>
              <a:ext cx="623997" cy="105045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99" idx="6"/>
              <a:endCxn id="52" idx="2"/>
            </p:cNvCxnSpPr>
            <p:nvPr/>
          </p:nvCxnSpPr>
          <p:spPr>
            <a:xfrm flipV="1">
              <a:off x="1482365" y="1599522"/>
              <a:ext cx="623996" cy="76998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99" idx="6"/>
              <a:endCxn id="58" idx="2"/>
            </p:cNvCxnSpPr>
            <p:nvPr/>
          </p:nvCxnSpPr>
          <p:spPr>
            <a:xfrm flipV="1">
              <a:off x="1482365" y="1857259"/>
              <a:ext cx="625368" cy="51225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99" idx="6"/>
              <a:endCxn id="64" idx="2"/>
            </p:cNvCxnSpPr>
            <p:nvPr/>
          </p:nvCxnSpPr>
          <p:spPr>
            <a:xfrm flipV="1">
              <a:off x="1482365" y="2115779"/>
              <a:ext cx="623995" cy="25373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64" name="Group 163"/>
          <p:cNvGrpSpPr/>
          <p:nvPr/>
        </p:nvGrpSpPr>
        <p:grpSpPr>
          <a:xfrm>
            <a:off x="3046947" y="1047750"/>
            <a:ext cx="2134972" cy="1068738"/>
            <a:chOff x="1905000" y="2190750"/>
            <a:chExt cx="3483917" cy="1744001"/>
          </a:xfrm>
        </p:grpSpPr>
        <p:sp>
          <p:nvSpPr>
            <p:cNvPr id="169" name="Oval 168"/>
            <p:cNvSpPr/>
            <p:nvPr/>
          </p:nvSpPr>
          <p:spPr>
            <a:xfrm>
              <a:off x="1905000" y="3183496"/>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70" name="Oval 169"/>
            <p:cNvSpPr/>
            <p:nvPr/>
          </p:nvSpPr>
          <p:spPr>
            <a:xfrm>
              <a:off x="1905000" y="2848532"/>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71" name="Oval 170"/>
            <p:cNvSpPr/>
            <p:nvPr/>
          </p:nvSpPr>
          <p:spPr>
            <a:xfrm>
              <a:off x="1905000" y="2513568"/>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72" name="Oval 171"/>
            <p:cNvSpPr/>
            <p:nvPr/>
          </p:nvSpPr>
          <p:spPr>
            <a:xfrm>
              <a:off x="2899779" y="2190751"/>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73" name="Oval 172"/>
            <p:cNvSpPr/>
            <p:nvPr/>
          </p:nvSpPr>
          <p:spPr>
            <a:xfrm>
              <a:off x="5102454" y="236976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174" name="Straight Arrow Connector 173"/>
            <p:cNvCxnSpPr>
              <a:stCxn id="171" idx="6"/>
              <a:endCxn id="172" idx="2"/>
            </p:cNvCxnSpPr>
            <p:nvPr/>
          </p:nvCxnSpPr>
          <p:spPr>
            <a:xfrm flipV="1">
              <a:off x="2191463" y="2334552"/>
              <a:ext cx="708316" cy="3228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5" name="Straight Arrow Connector 174"/>
            <p:cNvCxnSpPr>
              <a:stCxn id="170" idx="6"/>
              <a:endCxn id="172" idx="2"/>
            </p:cNvCxnSpPr>
            <p:nvPr/>
          </p:nvCxnSpPr>
          <p:spPr>
            <a:xfrm flipV="1">
              <a:off x="2191463" y="2334552"/>
              <a:ext cx="708316" cy="6577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6" name="Straight Arrow Connector 175"/>
            <p:cNvCxnSpPr>
              <a:stCxn id="169" idx="6"/>
              <a:endCxn id="172" idx="2"/>
            </p:cNvCxnSpPr>
            <p:nvPr/>
          </p:nvCxnSpPr>
          <p:spPr>
            <a:xfrm flipV="1">
              <a:off x="2191463" y="2334552"/>
              <a:ext cx="708316" cy="9927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Oval 176"/>
            <p:cNvSpPr/>
            <p:nvPr/>
          </p:nvSpPr>
          <p:spPr>
            <a:xfrm>
              <a:off x="2899778" y="2564055"/>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178" name="Straight Arrow Connector 177"/>
            <p:cNvCxnSpPr>
              <a:stCxn id="171" idx="6"/>
              <a:endCxn id="177" idx="2"/>
            </p:cNvCxnSpPr>
            <p:nvPr/>
          </p:nvCxnSpPr>
          <p:spPr>
            <a:xfrm>
              <a:off x="2191463" y="2657369"/>
              <a:ext cx="708315" cy="5048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9" name="Straight Arrow Connector 178"/>
            <p:cNvCxnSpPr>
              <a:stCxn id="170" idx="6"/>
              <a:endCxn id="177" idx="2"/>
            </p:cNvCxnSpPr>
            <p:nvPr/>
          </p:nvCxnSpPr>
          <p:spPr>
            <a:xfrm flipV="1">
              <a:off x="2191463" y="2707856"/>
              <a:ext cx="708315" cy="2844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p:cNvCxnSpPr>
              <a:stCxn id="169" idx="6"/>
              <a:endCxn id="177" idx="2"/>
            </p:cNvCxnSpPr>
            <p:nvPr/>
          </p:nvCxnSpPr>
          <p:spPr>
            <a:xfrm flipV="1">
              <a:off x="2191463" y="2707856"/>
              <a:ext cx="708315" cy="61944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Oval 180"/>
            <p:cNvSpPr/>
            <p:nvPr/>
          </p:nvSpPr>
          <p:spPr>
            <a:xfrm>
              <a:off x="2899777" y="292277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182" name="Straight Arrow Connector 181"/>
            <p:cNvCxnSpPr>
              <a:stCxn id="171" idx="6"/>
              <a:endCxn id="181" idx="2"/>
            </p:cNvCxnSpPr>
            <p:nvPr/>
          </p:nvCxnSpPr>
          <p:spPr>
            <a:xfrm>
              <a:off x="2191463" y="2657369"/>
              <a:ext cx="708314" cy="40920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3" name="Straight Arrow Connector 182"/>
            <p:cNvCxnSpPr>
              <a:stCxn id="170" idx="6"/>
              <a:endCxn id="181" idx="2"/>
            </p:cNvCxnSpPr>
            <p:nvPr/>
          </p:nvCxnSpPr>
          <p:spPr>
            <a:xfrm>
              <a:off x="2191463" y="2992333"/>
              <a:ext cx="708314" cy="742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4" name="Straight Arrow Connector 183"/>
            <p:cNvCxnSpPr>
              <a:stCxn id="169" idx="6"/>
              <a:endCxn id="181" idx="2"/>
            </p:cNvCxnSpPr>
            <p:nvPr/>
          </p:nvCxnSpPr>
          <p:spPr>
            <a:xfrm flipV="1">
              <a:off x="2191463" y="3066578"/>
              <a:ext cx="708314" cy="2607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5" name="Oval 184"/>
            <p:cNvSpPr/>
            <p:nvPr/>
          </p:nvSpPr>
          <p:spPr>
            <a:xfrm>
              <a:off x="2899776" y="3273713"/>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186" name="Straight Arrow Connector 185"/>
            <p:cNvCxnSpPr>
              <a:stCxn id="171" idx="6"/>
              <a:endCxn id="185" idx="2"/>
            </p:cNvCxnSpPr>
            <p:nvPr/>
          </p:nvCxnSpPr>
          <p:spPr>
            <a:xfrm>
              <a:off x="2191463" y="2657369"/>
              <a:ext cx="708313" cy="7601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7" name="Straight Arrow Connector 186"/>
            <p:cNvCxnSpPr>
              <a:stCxn id="170" idx="6"/>
              <a:endCxn id="185" idx="2"/>
            </p:cNvCxnSpPr>
            <p:nvPr/>
          </p:nvCxnSpPr>
          <p:spPr>
            <a:xfrm>
              <a:off x="2191463" y="2992333"/>
              <a:ext cx="708313" cy="4251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8" name="Straight Arrow Connector 187"/>
            <p:cNvCxnSpPr>
              <a:stCxn id="169" idx="6"/>
              <a:endCxn id="185" idx="2"/>
            </p:cNvCxnSpPr>
            <p:nvPr/>
          </p:nvCxnSpPr>
          <p:spPr>
            <a:xfrm>
              <a:off x="2191463" y="3327297"/>
              <a:ext cx="708313" cy="902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9" name="Oval 188"/>
            <p:cNvSpPr/>
            <p:nvPr/>
          </p:nvSpPr>
          <p:spPr>
            <a:xfrm>
              <a:off x="2899779" y="36385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190" name="Straight Arrow Connector 189"/>
            <p:cNvCxnSpPr>
              <a:stCxn id="171" idx="6"/>
              <a:endCxn id="189" idx="2"/>
            </p:cNvCxnSpPr>
            <p:nvPr/>
          </p:nvCxnSpPr>
          <p:spPr>
            <a:xfrm>
              <a:off x="2191463" y="2657369"/>
              <a:ext cx="708316" cy="112498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70" idx="6"/>
              <a:endCxn id="189" idx="2"/>
            </p:cNvCxnSpPr>
            <p:nvPr/>
          </p:nvCxnSpPr>
          <p:spPr>
            <a:xfrm>
              <a:off x="2191463" y="2992333"/>
              <a:ext cx="708316" cy="79001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2" name="Straight Arrow Connector 191"/>
            <p:cNvCxnSpPr>
              <a:stCxn id="169" idx="6"/>
              <a:endCxn id="189" idx="2"/>
            </p:cNvCxnSpPr>
            <p:nvPr/>
          </p:nvCxnSpPr>
          <p:spPr>
            <a:xfrm>
              <a:off x="2191463" y="3327297"/>
              <a:ext cx="708316" cy="45505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3" name="Oval 192"/>
            <p:cNvSpPr/>
            <p:nvPr/>
          </p:nvSpPr>
          <p:spPr>
            <a:xfrm>
              <a:off x="4028197" y="21907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194" name="Straight Arrow Connector 193"/>
            <p:cNvCxnSpPr>
              <a:stCxn id="172" idx="6"/>
              <a:endCxn id="193" idx="2"/>
            </p:cNvCxnSpPr>
            <p:nvPr/>
          </p:nvCxnSpPr>
          <p:spPr>
            <a:xfrm flipV="1">
              <a:off x="3186242" y="23345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5" name="Straight Arrow Connector 194"/>
            <p:cNvCxnSpPr>
              <a:stCxn id="177" idx="6"/>
              <a:endCxn id="193" idx="2"/>
            </p:cNvCxnSpPr>
            <p:nvPr/>
          </p:nvCxnSpPr>
          <p:spPr>
            <a:xfrm flipV="1">
              <a:off x="3186241" y="233455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6" name="Straight Arrow Connector 195"/>
            <p:cNvCxnSpPr>
              <a:stCxn id="181" idx="6"/>
              <a:endCxn id="193" idx="2"/>
            </p:cNvCxnSpPr>
            <p:nvPr/>
          </p:nvCxnSpPr>
          <p:spPr>
            <a:xfrm flipV="1">
              <a:off x="3186240" y="2334551"/>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7" name="Straight Arrow Connector 196"/>
            <p:cNvCxnSpPr>
              <a:stCxn id="185" idx="6"/>
              <a:endCxn id="193" idx="2"/>
            </p:cNvCxnSpPr>
            <p:nvPr/>
          </p:nvCxnSpPr>
          <p:spPr>
            <a:xfrm flipV="1">
              <a:off x="3186239" y="2334551"/>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p:cNvCxnSpPr>
              <a:stCxn id="189" idx="6"/>
              <a:endCxn id="193" idx="2"/>
            </p:cNvCxnSpPr>
            <p:nvPr/>
          </p:nvCxnSpPr>
          <p:spPr>
            <a:xfrm flipV="1">
              <a:off x="3186242" y="2334551"/>
              <a:ext cx="841955" cy="14478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Oval 198"/>
            <p:cNvSpPr/>
            <p:nvPr/>
          </p:nvSpPr>
          <p:spPr>
            <a:xfrm>
              <a:off x="4028196" y="2568528"/>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00" name="Straight Arrow Connector 199"/>
            <p:cNvCxnSpPr>
              <a:endCxn id="199" idx="2"/>
            </p:cNvCxnSpPr>
            <p:nvPr/>
          </p:nvCxnSpPr>
          <p:spPr>
            <a:xfrm flipV="1">
              <a:off x="3186241" y="2712329"/>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1" name="Straight Arrow Connector 200"/>
            <p:cNvCxnSpPr>
              <a:stCxn id="181" idx="6"/>
              <a:endCxn id="199" idx="2"/>
            </p:cNvCxnSpPr>
            <p:nvPr/>
          </p:nvCxnSpPr>
          <p:spPr>
            <a:xfrm flipV="1">
              <a:off x="3186240" y="2712329"/>
              <a:ext cx="841956" cy="3542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2" name="Straight Arrow Connector 201"/>
            <p:cNvCxnSpPr>
              <a:endCxn id="199" idx="2"/>
            </p:cNvCxnSpPr>
            <p:nvPr/>
          </p:nvCxnSpPr>
          <p:spPr>
            <a:xfrm flipV="1">
              <a:off x="3186239" y="2712329"/>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a:endCxn id="199" idx="2"/>
            </p:cNvCxnSpPr>
            <p:nvPr/>
          </p:nvCxnSpPr>
          <p:spPr>
            <a:xfrm flipV="1">
              <a:off x="3186238" y="2712329"/>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a:stCxn id="172" idx="6"/>
              <a:endCxn id="199" idx="2"/>
            </p:cNvCxnSpPr>
            <p:nvPr/>
          </p:nvCxnSpPr>
          <p:spPr>
            <a:xfrm>
              <a:off x="3186242" y="2334552"/>
              <a:ext cx="841954" cy="377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5" name="Oval 204"/>
            <p:cNvSpPr/>
            <p:nvPr/>
          </p:nvSpPr>
          <p:spPr>
            <a:xfrm>
              <a:off x="4030044" y="2915686"/>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06" name="Straight Arrow Connector 205"/>
            <p:cNvCxnSpPr>
              <a:endCxn id="205" idx="2"/>
            </p:cNvCxnSpPr>
            <p:nvPr/>
          </p:nvCxnSpPr>
          <p:spPr>
            <a:xfrm flipV="1">
              <a:off x="3188089" y="3059487"/>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7" name="Straight Arrow Connector 206"/>
            <p:cNvCxnSpPr>
              <a:endCxn id="205" idx="2"/>
            </p:cNvCxnSpPr>
            <p:nvPr/>
          </p:nvCxnSpPr>
          <p:spPr>
            <a:xfrm flipV="1">
              <a:off x="3188088" y="3059487"/>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8" name="Straight Arrow Connector 207"/>
            <p:cNvCxnSpPr>
              <a:endCxn id="205" idx="2"/>
            </p:cNvCxnSpPr>
            <p:nvPr/>
          </p:nvCxnSpPr>
          <p:spPr>
            <a:xfrm flipV="1">
              <a:off x="3188087" y="3059487"/>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9" name="Straight Arrow Connector 208"/>
            <p:cNvCxnSpPr>
              <a:stCxn id="177" idx="6"/>
              <a:endCxn id="205" idx="2"/>
            </p:cNvCxnSpPr>
            <p:nvPr/>
          </p:nvCxnSpPr>
          <p:spPr>
            <a:xfrm>
              <a:off x="3186241" y="2707856"/>
              <a:ext cx="843803" cy="35163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0" name="Straight Arrow Connector 209"/>
            <p:cNvCxnSpPr>
              <a:stCxn id="172" idx="6"/>
              <a:endCxn id="205" idx="2"/>
            </p:cNvCxnSpPr>
            <p:nvPr/>
          </p:nvCxnSpPr>
          <p:spPr>
            <a:xfrm>
              <a:off x="3186242" y="2334552"/>
              <a:ext cx="843802" cy="72493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1" name="Oval 210"/>
            <p:cNvSpPr/>
            <p:nvPr/>
          </p:nvSpPr>
          <p:spPr>
            <a:xfrm>
              <a:off x="4028195" y="326390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12" name="Straight Arrow Connector 211"/>
            <p:cNvCxnSpPr>
              <a:stCxn id="185" idx="6"/>
              <a:endCxn id="211" idx="2"/>
            </p:cNvCxnSpPr>
            <p:nvPr/>
          </p:nvCxnSpPr>
          <p:spPr>
            <a:xfrm flipV="1">
              <a:off x="3186239" y="3407701"/>
              <a:ext cx="841956" cy="981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a:endCxn id="211" idx="2"/>
            </p:cNvCxnSpPr>
            <p:nvPr/>
          </p:nvCxnSpPr>
          <p:spPr>
            <a:xfrm flipV="1">
              <a:off x="3186239" y="340770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4" name="Straight Arrow Connector 213"/>
            <p:cNvCxnSpPr>
              <a:stCxn id="181" idx="6"/>
              <a:endCxn id="211" idx="2"/>
            </p:cNvCxnSpPr>
            <p:nvPr/>
          </p:nvCxnSpPr>
          <p:spPr>
            <a:xfrm>
              <a:off x="3186240" y="3066578"/>
              <a:ext cx="841955" cy="34112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5" name="Straight Arrow Connector 214"/>
            <p:cNvCxnSpPr>
              <a:stCxn id="177" idx="6"/>
              <a:endCxn id="211" idx="2"/>
            </p:cNvCxnSpPr>
            <p:nvPr/>
          </p:nvCxnSpPr>
          <p:spPr>
            <a:xfrm>
              <a:off x="3186241" y="2707856"/>
              <a:ext cx="841954" cy="6998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6" name="Straight Arrow Connector 215"/>
            <p:cNvCxnSpPr>
              <a:stCxn id="172" idx="6"/>
              <a:endCxn id="211" idx="2"/>
            </p:cNvCxnSpPr>
            <p:nvPr/>
          </p:nvCxnSpPr>
          <p:spPr>
            <a:xfrm>
              <a:off x="3186242" y="2334552"/>
              <a:ext cx="841953" cy="10731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7" name="Oval 216"/>
            <p:cNvSpPr/>
            <p:nvPr/>
          </p:nvSpPr>
          <p:spPr>
            <a:xfrm>
              <a:off x="4028194" y="36471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18" name="Straight Arrow Connector 217"/>
            <p:cNvCxnSpPr>
              <a:endCxn id="217" idx="2"/>
            </p:cNvCxnSpPr>
            <p:nvPr/>
          </p:nvCxnSpPr>
          <p:spPr>
            <a:xfrm flipV="1">
              <a:off x="3186239" y="37909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9" name="Straight Arrow Connector 218"/>
            <p:cNvCxnSpPr>
              <a:stCxn id="185" idx="6"/>
              <a:endCxn id="217" idx="2"/>
            </p:cNvCxnSpPr>
            <p:nvPr/>
          </p:nvCxnSpPr>
          <p:spPr>
            <a:xfrm>
              <a:off x="3186239" y="3417514"/>
              <a:ext cx="841955" cy="37343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0" name="Straight Arrow Connector 219"/>
            <p:cNvCxnSpPr>
              <a:stCxn id="181" idx="6"/>
              <a:endCxn id="217" idx="2"/>
            </p:cNvCxnSpPr>
            <p:nvPr/>
          </p:nvCxnSpPr>
          <p:spPr>
            <a:xfrm>
              <a:off x="3186240" y="3066578"/>
              <a:ext cx="841954" cy="72437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1" name="Straight Arrow Connector 220"/>
            <p:cNvCxnSpPr>
              <a:stCxn id="177" idx="6"/>
              <a:endCxn id="217" idx="2"/>
            </p:cNvCxnSpPr>
            <p:nvPr/>
          </p:nvCxnSpPr>
          <p:spPr>
            <a:xfrm>
              <a:off x="3186241" y="2707856"/>
              <a:ext cx="841953" cy="108309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2" name="Straight Arrow Connector 221"/>
            <p:cNvCxnSpPr>
              <a:stCxn id="172" idx="6"/>
              <a:endCxn id="217" idx="2"/>
            </p:cNvCxnSpPr>
            <p:nvPr/>
          </p:nvCxnSpPr>
          <p:spPr>
            <a:xfrm>
              <a:off x="3186242" y="2334552"/>
              <a:ext cx="841952" cy="145639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3" name="Straight Arrow Connector 222"/>
            <p:cNvCxnSpPr>
              <a:stCxn id="193" idx="6"/>
              <a:endCxn id="173" idx="2"/>
            </p:cNvCxnSpPr>
            <p:nvPr/>
          </p:nvCxnSpPr>
          <p:spPr>
            <a:xfrm>
              <a:off x="4314660" y="2334551"/>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4" name="Straight Arrow Connector 223"/>
            <p:cNvCxnSpPr>
              <a:stCxn id="199" idx="6"/>
              <a:endCxn id="173" idx="2"/>
            </p:cNvCxnSpPr>
            <p:nvPr/>
          </p:nvCxnSpPr>
          <p:spPr>
            <a:xfrm flipV="1">
              <a:off x="4314659" y="2513568"/>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5" name="Straight Arrow Connector 224"/>
            <p:cNvCxnSpPr>
              <a:stCxn id="205" idx="6"/>
              <a:endCxn id="173" idx="2"/>
            </p:cNvCxnSpPr>
            <p:nvPr/>
          </p:nvCxnSpPr>
          <p:spPr>
            <a:xfrm flipV="1">
              <a:off x="4316507" y="2513568"/>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6" name="Straight Arrow Connector 225"/>
            <p:cNvCxnSpPr>
              <a:stCxn id="211" idx="6"/>
              <a:endCxn id="173" idx="2"/>
            </p:cNvCxnSpPr>
            <p:nvPr/>
          </p:nvCxnSpPr>
          <p:spPr>
            <a:xfrm flipV="1">
              <a:off x="4314658" y="2513568"/>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7" name="Straight Arrow Connector 226"/>
            <p:cNvCxnSpPr>
              <a:stCxn id="217" idx="6"/>
              <a:endCxn id="173" idx="2"/>
            </p:cNvCxnSpPr>
            <p:nvPr/>
          </p:nvCxnSpPr>
          <p:spPr>
            <a:xfrm flipV="1">
              <a:off x="4314657" y="2513568"/>
              <a:ext cx="787797" cy="127738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8" name="Oval 227"/>
            <p:cNvSpPr/>
            <p:nvPr/>
          </p:nvSpPr>
          <p:spPr>
            <a:xfrm>
              <a:off x="5102453" y="27456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29" name="Straight Arrow Connector 228"/>
            <p:cNvCxnSpPr>
              <a:endCxn id="228" idx="2"/>
            </p:cNvCxnSpPr>
            <p:nvPr/>
          </p:nvCxnSpPr>
          <p:spPr>
            <a:xfrm>
              <a:off x="4314659" y="27104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0" name="Straight Arrow Connector 229"/>
            <p:cNvCxnSpPr>
              <a:endCxn id="228" idx="2"/>
            </p:cNvCxnSpPr>
            <p:nvPr/>
          </p:nvCxnSpPr>
          <p:spPr>
            <a:xfrm flipV="1">
              <a:off x="4314658" y="28894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1" name="Straight Arrow Connector 230"/>
            <p:cNvCxnSpPr>
              <a:endCxn id="228" idx="2"/>
            </p:cNvCxnSpPr>
            <p:nvPr/>
          </p:nvCxnSpPr>
          <p:spPr>
            <a:xfrm flipV="1">
              <a:off x="4316506" y="2889453"/>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2" name="Straight Arrow Connector 231"/>
            <p:cNvCxnSpPr>
              <a:endCxn id="228" idx="2"/>
            </p:cNvCxnSpPr>
            <p:nvPr/>
          </p:nvCxnSpPr>
          <p:spPr>
            <a:xfrm flipV="1">
              <a:off x="4314657" y="2889453"/>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3" name="Straight Arrow Connector 232"/>
            <p:cNvCxnSpPr>
              <a:stCxn id="193" idx="6"/>
              <a:endCxn id="228" idx="2"/>
            </p:cNvCxnSpPr>
            <p:nvPr/>
          </p:nvCxnSpPr>
          <p:spPr>
            <a:xfrm>
              <a:off x="4314660" y="2334551"/>
              <a:ext cx="787793" cy="5549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4" name="Oval 233"/>
            <p:cNvSpPr/>
            <p:nvPr/>
          </p:nvSpPr>
          <p:spPr>
            <a:xfrm>
              <a:off x="5102452" y="3088214"/>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35" name="Straight Arrow Connector 234"/>
            <p:cNvCxnSpPr>
              <a:endCxn id="234" idx="2"/>
            </p:cNvCxnSpPr>
            <p:nvPr/>
          </p:nvCxnSpPr>
          <p:spPr>
            <a:xfrm>
              <a:off x="4314658" y="3052998"/>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6" name="Straight Arrow Connector 235"/>
            <p:cNvCxnSpPr>
              <a:endCxn id="234" idx="2"/>
            </p:cNvCxnSpPr>
            <p:nvPr/>
          </p:nvCxnSpPr>
          <p:spPr>
            <a:xfrm flipV="1">
              <a:off x="4314657" y="3232015"/>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7" name="Straight Arrow Connector 236"/>
            <p:cNvCxnSpPr>
              <a:endCxn id="234" idx="2"/>
            </p:cNvCxnSpPr>
            <p:nvPr/>
          </p:nvCxnSpPr>
          <p:spPr>
            <a:xfrm flipV="1">
              <a:off x="4316505" y="3232015"/>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8" name="Straight Arrow Connector 237"/>
            <p:cNvCxnSpPr>
              <a:stCxn id="199" idx="6"/>
              <a:endCxn id="234" idx="2"/>
            </p:cNvCxnSpPr>
            <p:nvPr/>
          </p:nvCxnSpPr>
          <p:spPr>
            <a:xfrm>
              <a:off x="4314659" y="2712329"/>
              <a:ext cx="787793" cy="51968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9" name="Straight Arrow Connector 238"/>
            <p:cNvCxnSpPr>
              <a:stCxn id="193" idx="6"/>
              <a:endCxn id="234" idx="2"/>
            </p:cNvCxnSpPr>
            <p:nvPr/>
          </p:nvCxnSpPr>
          <p:spPr>
            <a:xfrm>
              <a:off x="4314660" y="2334551"/>
              <a:ext cx="787792" cy="8974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0" name="Oval 239"/>
            <p:cNvSpPr/>
            <p:nvPr/>
          </p:nvSpPr>
          <p:spPr>
            <a:xfrm>
              <a:off x="5102454" y="34505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41" name="Straight Arrow Connector 240"/>
            <p:cNvCxnSpPr>
              <a:endCxn id="240" idx="2"/>
            </p:cNvCxnSpPr>
            <p:nvPr/>
          </p:nvCxnSpPr>
          <p:spPr>
            <a:xfrm>
              <a:off x="4314660" y="34153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2" name="Straight Arrow Connector 241"/>
            <p:cNvCxnSpPr>
              <a:endCxn id="240" idx="2"/>
            </p:cNvCxnSpPr>
            <p:nvPr/>
          </p:nvCxnSpPr>
          <p:spPr>
            <a:xfrm flipV="1">
              <a:off x="4314659" y="35943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3" name="Straight Arrow Connector 242"/>
            <p:cNvCxnSpPr>
              <a:stCxn id="205" idx="6"/>
              <a:endCxn id="240" idx="2"/>
            </p:cNvCxnSpPr>
            <p:nvPr/>
          </p:nvCxnSpPr>
          <p:spPr>
            <a:xfrm>
              <a:off x="4316507" y="3059487"/>
              <a:ext cx="785947" cy="53486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4" name="Straight Arrow Connector 243"/>
            <p:cNvCxnSpPr>
              <a:stCxn id="199" idx="6"/>
              <a:endCxn id="240" idx="2"/>
            </p:cNvCxnSpPr>
            <p:nvPr/>
          </p:nvCxnSpPr>
          <p:spPr>
            <a:xfrm>
              <a:off x="4314659" y="2712329"/>
              <a:ext cx="787795" cy="88202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5" name="Straight Arrow Connector 244"/>
            <p:cNvCxnSpPr>
              <a:stCxn id="193" idx="6"/>
              <a:endCxn id="240" idx="2"/>
            </p:cNvCxnSpPr>
            <p:nvPr/>
          </p:nvCxnSpPr>
          <p:spPr>
            <a:xfrm>
              <a:off x="4314660" y="2334551"/>
              <a:ext cx="787794" cy="12598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438" name="Group 437"/>
          <p:cNvGrpSpPr/>
          <p:nvPr/>
        </p:nvGrpSpPr>
        <p:grpSpPr>
          <a:xfrm>
            <a:off x="5995285" y="1053178"/>
            <a:ext cx="2384321" cy="1068738"/>
            <a:chOff x="5779980" y="1200150"/>
            <a:chExt cx="2888610" cy="1294778"/>
          </a:xfrm>
        </p:grpSpPr>
        <p:sp>
          <p:nvSpPr>
            <p:cNvPr id="252" name="Oval 251"/>
            <p:cNvSpPr/>
            <p:nvPr/>
          </p:nvSpPr>
          <p:spPr>
            <a:xfrm>
              <a:off x="5779980" y="1937183"/>
              <a:ext cx="212675" cy="2135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53" name="Oval 252"/>
            <p:cNvSpPr/>
            <p:nvPr/>
          </p:nvSpPr>
          <p:spPr>
            <a:xfrm>
              <a:off x="5779980" y="1688499"/>
              <a:ext cx="212675" cy="2135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54" name="Oval 253"/>
            <p:cNvSpPr/>
            <p:nvPr/>
          </p:nvSpPr>
          <p:spPr>
            <a:xfrm>
              <a:off x="5779980" y="1439816"/>
              <a:ext cx="212675" cy="2135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55" name="Oval 254"/>
            <p:cNvSpPr/>
            <p:nvPr/>
          </p:nvSpPr>
          <p:spPr>
            <a:xfrm>
              <a:off x="6518522" y="1200151"/>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57" name="Straight Arrow Connector 256"/>
            <p:cNvCxnSpPr>
              <a:stCxn id="254" idx="6"/>
              <a:endCxn id="255" idx="2"/>
            </p:cNvCxnSpPr>
            <p:nvPr/>
          </p:nvCxnSpPr>
          <p:spPr>
            <a:xfrm flipV="1">
              <a:off x="5992655" y="1306911"/>
              <a:ext cx="525867" cy="23966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8" name="Straight Arrow Connector 257"/>
            <p:cNvCxnSpPr>
              <a:stCxn id="253" idx="6"/>
              <a:endCxn id="255" idx="2"/>
            </p:cNvCxnSpPr>
            <p:nvPr/>
          </p:nvCxnSpPr>
          <p:spPr>
            <a:xfrm flipV="1">
              <a:off x="5992655" y="1306911"/>
              <a:ext cx="525867" cy="4883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9" name="Straight Arrow Connector 258"/>
            <p:cNvCxnSpPr>
              <a:stCxn id="252" idx="6"/>
              <a:endCxn id="255" idx="2"/>
            </p:cNvCxnSpPr>
            <p:nvPr/>
          </p:nvCxnSpPr>
          <p:spPr>
            <a:xfrm flipV="1">
              <a:off x="5992655" y="1306911"/>
              <a:ext cx="525867" cy="73703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0" name="Oval 259"/>
            <p:cNvSpPr/>
            <p:nvPr/>
          </p:nvSpPr>
          <p:spPr>
            <a:xfrm>
              <a:off x="6518521" y="1477298"/>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61" name="Straight Arrow Connector 260"/>
            <p:cNvCxnSpPr>
              <a:stCxn id="254" idx="6"/>
              <a:endCxn id="260" idx="2"/>
            </p:cNvCxnSpPr>
            <p:nvPr/>
          </p:nvCxnSpPr>
          <p:spPr>
            <a:xfrm>
              <a:off x="5992655" y="1546576"/>
              <a:ext cx="525866" cy="3748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2" name="Straight Arrow Connector 261"/>
            <p:cNvCxnSpPr>
              <a:stCxn id="253" idx="6"/>
              <a:endCxn id="260" idx="2"/>
            </p:cNvCxnSpPr>
            <p:nvPr/>
          </p:nvCxnSpPr>
          <p:spPr>
            <a:xfrm flipV="1">
              <a:off x="5992655" y="1584059"/>
              <a:ext cx="525866" cy="21120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3" name="Straight Arrow Connector 262"/>
            <p:cNvCxnSpPr>
              <a:stCxn id="252" idx="6"/>
              <a:endCxn id="260" idx="2"/>
            </p:cNvCxnSpPr>
            <p:nvPr/>
          </p:nvCxnSpPr>
          <p:spPr>
            <a:xfrm flipV="1">
              <a:off x="5992655" y="1584059"/>
              <a:ext cx="525866" cy="45988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4" name="Oval 263"/>
            <p:cNvSpPr/>
            <p:nvPr/>
          </p:nvSpPr>
          <p:spPr>
            <a:xfrm>
              <a:off x="6518520" y="1743620"/>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65" name="Straight Arrow Connector 264"/>
            <p:cNvCxnSpPr>
              <a:stCxn id="254" idx="6"/>
              <a:endCxn id="264" idx="2"/>
            </p:cNvCxnSpPr>
            <p:nvPr/>
          </p:nvCxnSpPr>
          <p:spPr>
            <a:xfrm>
              <a:off x="5992655" y="1546576"/>
              <a:ext cx="525865" cy="30380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6" name="Straight Arrow Connector 265"/>
            <p:cNvCxnSpPr>
              <a:stCxn id="253" idx="6"/>
              <a:endCxn id="264" idx="2"/>
            </p:cNvCxnSpPr>
            <p:nvPr/>
          </p:nvCxnSpPr>
          <p:spPr>
            <a:xfrm>
              <a:off x="5992655" y="1795260"/>
              <a:ext cx="525865" cy="5512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7" name="Straight Arrow Connector 266"/>
            <p:cNvCxnSpPr>
              <a:stCxn id="252" idx="6"/>
              <a:endCxn id="264" idx="2"/>
            </p:cNvCxnSpPr>
            <p:nvPr/>
          </p:nvCxnSpPr>
          <p:spPr>
            <a:xfrm flipV="1">
              <a:off x="5992655" y="1850381"/>
              <a:ext cx="525865" cy="1935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8" name="Oval 267"/>
            <p:cNvSpPr/>
            <p:nvPr/>
          </p:nvSpPr>
          <p:spPr>
            <a:xfrm>
              <a:off x="6518520" y="2004161"/>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69" name="Straight Arrow Connector 268"/>
            <p:cNvCxnSpPr>
              <a:stCxn id="254" idx="6"/>
              <a:endCxn id="268" idx="2"/>
            </p:cNvCxnSpPr>
            <p:nvPr/>
          </p:nvCxnSpPr>
          <p:spPr>
            <a:xfrm>
              <a:off x="5992655" y="1546576"/>
              <a:ext cx="525864" cy="5643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0" name="Straight Arrow Connector 269"/>
            <p:cNvCxnSpPr>
              <a:stCxn id="253" idx="6"/>
              <a:endCxn id="268" idx="2"/>
            </p:cNvCxnSpPr>
            <p:nvPr/>
          </p:nvCxnSpPr>
          <p:spPr>
            <a:xfrm>
              <a:off x="5992655" y="1795260"/>
              <a:ext cx="525864" cy="31566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1" name="Straight Arrow Connector 270"/>
            <p:cNvCxnSpPr>
              <a:stCxn id="252" idx="6"/>
              <a:endCxn id="268" idx="2"/>
            </p:cNvCxnSpPr>
            <p:nvPr/>
          </p:nvCxnSpPr>
          <p:spPr>
            <a:xfrm>
              <a:off x="5992655" y="2043943"/>
              <a:ext cx="525864" cy="6697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2" name="Oval 271"/>
            <p:cNvSpPr/>
            <p:nvPr/>
          </p:nvSpPr>
          <p:spPr>
            <a:xfrm>
              <a:off x="6518522" y="2275023"/>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73" name="Straight Arrow Connector 272"/>
            <p:cNvCxnSpPr>
              <a:stCxn id="254" idx="6"/>
              <a:endCxn id="272" idx="2"/>
            </p:cNvCxnSpPr>
            <p:nvPr/>
          </p:nvCxnSpPr>
          <p:spPr>
            <a:xfrm>
              <a:off x="5992655" y="1546576"/>
              <a:ext cx="525867" cy="83520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a:stCxn id="253" idx="6"/>
              <a:endCxn id="272" idx="2"/>
            </p:cNvCxnSpPr>
            <p:nvPr/>
          </p:nvCxnSpPr>
          <p:spPr>
            <a:xfrm>
              <a:off x="5992655" y="1795260"/>
              <a:ext cx="525867" cy="58652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a:stCxn id="252" idx="6"/>
              <a:endCxn id="272" idx="2"/>
            </p:cNvCxnSpPr>
            <p:nvPr/>
          </p:nvCxnSpPr>
          <p:spPr>
            <a:xfrm>
              <a:off x="5992655" y="2043943"/>
              <a:ext cx="525867" cy="33784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6" name="Oval 275"/>
            <p:cNvSpPr/>
            <p:nvPr/>
          </p:nvSpPr>
          <p:spPr>
            <a:xfrm>
              <a:off x="7086602" y="1200150"/>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77" name="Straight Arrow Connector 276"/>
            <p:cNvCxnSpPr>
              <a:stCxn id="255" idx="6"/>
              <a:endCxn id="276" idx="2"/>
            </p:cNvCxnSpPr>
            <p:nvPr/>
          </p:nvCxnSpPr>
          <p:spPr>
            <a:xfrm flipV="1">
              <a:off x="6731197" y="1306910"/>
              <a:ext cx="35540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a:stCxn id="260" idx="6"/>
              <a:endCxn id="276" idx="2"/>
            </p:cNvCxnSpPr>
            <p:nvPr/>
          </p:nvCxnSpPr>
          <p:spPr>
            <a:xfrm flipV="1">
              <a:off x="6731196" y="1306910"/>
              <a:ext cx="355406" cy="27714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9" name="Straight Arrow Connector 278"/>
            <p:cNvCxnSpPr>
              <a:stCxn id="264" idx="6"/>
              <a:endCxn id="276" idx="2"/>
            </p:cNvCxnSpPr>
            <p:nvPr/>
          </p:nvCxnSpPr>
          <p:spPr>
            <a:xfrm flipV="1">
              <a:off x="6731195" y="1306910"/>
              <a:ext cx="355407" cy="5434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a:stCxn id="268" idx="6"/>
              <a:endCxn id="276" idx="2"/>
            </p:cNvCxnSpPr>
            <p:nvPr/>
          </p:nvCxnSpPr>
          <p:spPr>
            <a:xfrm flipV="1">
              <a:off x="6731195" y="1306910"/>
              <a:ext cx="355407" cy="80401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a:stCxn id="272" idx="6"/>
              <a:endCxn id="276" idx="2"/>
            </p:cNvCxnSpPr>
            <p:nvPr/>
          </p:nvCxnSpPr>
          <p:spPr>
            <a:xfrm flipV="1">
              <a:off x="6731197" y="1306910"/>
              <a:ext cx="355405" cy="107487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2" name="Oval 281"/>
            <p:cNvSpPr/>
            <p:nvPr/>
          </p:nvSpPr>
          <p:spPr>
            <a:xfrm>
              <a:off x="7086601" y="1480619"/>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83" name="Straight Arrow Connector 282"/>
            <p:cNvCxnSpPr>
              <a:stCxn id="260" idx="6"/>
              <a:endCxn id="282" idx="2"/>
            </p:cNvCxnSpPr>
            <p:nvPr/>
          </p:nvCxnSpPr>
          <p:spPr>
            <a:xfrm>
              <a:off x="6731196" y="1584058"/>
              <a:ext cx="355405" cy="332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4" name="Straight Arrow Connector 283"/>
            <p:cNvCxnSpPr>
              <a:stCxn id="264" idx="6"/>
              <a:endCxn id="282" idx="2"/>
            </p:cNvCxnSpPr>
            <p:nvPr/>
          </p:nvCxnSpPr>
          <p:spPr>
            <a:xfrm flipV="1">
              <a:off x="6731195" y="1587379"/>
              <a:ext cx="355406" cy="26300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a:stCxn id="268" idx="6"/>
              <a:endCxn id="282" idx="2"/>
            </p:cNvCxnSpPr>
            <p:nvPr/>
          </p:nvCxnSpPr>
          <p:spPr>
            <a:xfrm flipV="1">
              <a:off x="6731195" y="1587379"/>
              <a:ext cx="355406" cy="52354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a:stCxn id="272" idx="6"/>
              <a:endCxn id="288" idx="2"/>
            </p:cNvCxnSpPr>
            <p:nvPr/>
          </p:nvCxnSpPr>
          <p:spPr>
            <a:xfrm flipV="1">
              <a:off x="6731197" y="1845116"/>
              <a:ext cx="356776" cy="53666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7" name="Straight Arrow Connector 286"/>
            <p:cNvCxnSpPr>
              <a:stCxn id="255" idx="6"/>
              <a:endCxn id="282" idx="2"/>
            </p:cNvCxnSpPr>
            <p:nvPr/>
          </p:nvCxnSpPr>
          <p:spPr>
            <a:xfrm>
              <a:off x="6731197" y="1306911"/>
              <a:ext cx="355404" cy="28046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8" name="Oval 287"/>
            <p:cNvSpPr/>
            <p:nvPr/>
          </p:nvSpPr>
          <p:spPr>
            <a:xfrm>
              <a:off x="7087973" y="1738356"/>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89" name="Straight Arrow Connector 288"/>
            <p:cNvCxnSpPr>
              <a:stCxn id="264" idx="6"/>
              <a:endCxn id="288" idx="2"/>
            </p:cNvCxnSpPr>
            <p:nvPr/>
          </p:nvCxnSpPr>
          <p:spPr>
            <a:xfrm flipV="1">
              <a:off x="6731195" y="1845116"/>
              <a:ext cx="356778" cy="52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a:stCxn id="268" idx="6"/>
              <a:endCxn id="288" idx="2"/>
            </p:cNvCxnSpPr>
            <p:nvPr/>
          </p:nvCxnSpPr>
          <p:spPr>
            <a:xfrm flipV="1">
              <a:off x="6731195" y="1845116"/>
              <a:ext cx="356778" cy="2658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1" name="Straight Arrow Connector 290"/>
            <p:cNvCxnSpPr>
              <a:stCxn id="272" idx="6"/>
              <a:endCxn id="288" idx="2"/>
            </p:cNvCxnSpPr>
            <p:nvPr/>
          </p:nvCxnSpPr>
          <p:spPr>
            <a:xfrm flipV="1">
              <a:off x="6731197" y="1845116"/>
              <a:ext cx="356776" cy="53666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2" name="Straight Arrow Connector 291"/>
            <p:cNvCxnSpPr>
              <a:stCxn id="260" idx="6"/>
              <a:endCxn id="288" idx="2"/>
            </p:cNvCxnSpPr>
            <p:nvPr/>
          </p:nvCxnSpPr>
          <p:spPr>
            <a:xfrm>
              <a:off x="6731196" y="1584058"/>
              <a:ext cx="356777" cy="26105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a:stCxn id="255" idx="6"/>
              <a:endCxn id="288" idx="2"/>
            </p:cNvCxnSpPr>
            <p:nvPr/>
          </p:nvCxnSpPr>
          <p:spPr>
            <a:xfrm>
              <a:off x="6731197" y="1306911"/>
              <a:ext cx="356776" cy="5382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94" name="Oval 293"/>
            <p:cNvSpPr/>
            <p:nvPr/>
          </p:nvSpPr>
          <p:spPr>
            <a:xfrm>
              <a:off x="7086600" y="1996876"/>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95" name="Straight Arrow Connector 294"/>
            <p:cNvCxnSpPr>
              <a:stCxn id="268" idx="6"/>
              <a:endCxn id="294" idx="2"/>
            </p:cNvCxnSpPr>
            <p:nvPr/>
          </p:nvCxnSpPr>
          <p:spPr>
            <a:xfrm flipV="1">
              <a:off x="6731195" y="2103636"/>
              <a:ext cx="355405" cy="728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a:stCxn id="272" idx="6"/>
              <a:endCxn id="294" idx="2"/>
            </p:cNvCxnSpPr>
            <p:nvPr/>
          </p:nvCxnSpPr>
          <p:spPr>
            <a:xfrm flipV="1">
              <a:off x="6731197" y="2103636"/>
              <a:ext cx="355403" cy="27814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a:stCxn id="264" idx="6"/>
              <a:endCxn id="294" idx="2"/>
            </p:cNvCxnSpPr>
            <p:nvPr/>
          </p:nvCxnSpPr>
          <p:spPr>
            <a:xfrm>
              <a:off x="6731195" y="1850380"/>
              <a:ext cx="355405" cy="25325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a:stCxn id="260" idx="6"/>
              <a:endCxn id="294" idx="2"/>
            </p:cNvCxnSpPr>
            <p:nvPr/>
          </p:nvCxnSpPr>
          <p:spPr>
            <a:xfrm>
              <a:off x="6731196" y="1584058"/>
              <a:ext cx="355404" cy="51957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a:stCxn id="255" idx="6"/>
              <a:endCxn id="294" idx="2"/>
            </p:cNvCxnSpPr>
            <p:nvPr/>
          </p:nvCxnSpPr>
          <p:spPr>
            <a:xfrm>
              <a:off x="6731197" y="1306911"/>
              <a:ext cx="355403" cy="79672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0" name="Oval 299"/>
            <p:cNvSpPr/>
            <p:nvPr/>
          </p:nvSpPr>
          <p:spPr>
            <a:xfrm>
              <a:off x="7086600" y="2281408"/>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01" name="Straight Arrow Connector 300"/>
            <p:cNvCxnSpPr>
              <a:stCxn id="272" idx="6"/>
              <a:endCxn id="300" idx="2"/>
            </p:cNvCxnSpPr>
            <p:nvPr/>
          </p:nvCxnSpPr>
          <p:spPr>
            <a:xfrm>
              <a:off x="6731197" y="2381783"/>
              <a:ext cx="355403" cy="638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a:stCxn id="268" idx="6"/>
              <a:endCxn id="300" idx="2"/>
            </p:cNvCxnSpPr>
            <p:nvPr/>
          </p:nvCxnSpPr>
          <p:spPr>
            <a:xfrm>
              <a:off x="6731195" y="2110921"/>
              <a:ext cx="355405" cy="27724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3" name="Straight Arrow Connector 302"/>
            <p:cNvCxnSpPr>
              <a:stCxn id="264" idx="6"/>
              <a:endCxn id="300" idx="2"/>
            </p:cNvCxnSpPr>
            <p:nvPr/>
          </p:nvCxnSpPr>
          <p:spPr>
            <a:xfrm>
              <a:off x="6731195" y="1850380"/>
              <a:ext cx="355405" cy="53778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4" name="Straight Arrow Connector 303"/>
            <p:cNvCxnSpPr>
              <a:stCxn id="260" idx="6"/>
              <a:endCxn id="300" idx="2"/>
            </p:cNvCxnSpPr>
            <p:nvPr/>
          </p:nvCxnSpPr>
          <p:spPr>
            <a:xfrm>
              <a:off x="6731196" y="1584058"/>
              <a:ext cx="355404" cy="80411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5" name="Straight Arrow Connector 304"/>
            <p:cNvCxnSpPr>
              <a:stCxn id="255" idx="6"/>
              <a:endCxn id="300" idx="2"/>
            </p:cNvCxnSpPr>
            <p:nvPr/>
          </p:nvCxnSpPr>
          <p:spPr>
            <a:xfrm>
              <a:off x="6731197" y="1306911"/>
              <a:ext cx="355403" cy="108125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0" name="Oval 329"/>
            <p:cNvSpPr/>
            <p:nvPr/>
          </p:nvSpPr>
          <p:spPr>
            <a:xfrm>
              <a:off x="8455915" y="1333055"/>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31" name="Straight Arrow Connector 330"/>
            <p:cNvCxnSpPr>
              <a:endCxn id="330" idx="2"/>
            </p:cNvCxnSpPr>
            <p:nvPr/>
          </p:nvCxnSpPr>
          <p:spPr>
            <a:xfrm>
              <a:off x="7871042" y="1306910"/>
              <a:ext cx="584873" cy="1329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2" name="Straight Arrow Connector 331"/>
            <p:cNvCxnSpPr>
              <a:endCxn id="330" idx="2"/>
            </p:cNvCxnSpPr>
            <p:nvPr/>
          </p:nvCxnSpPr>
          <p:spPr>
            <a:xfrm flipV="1">
              <a:off x="7871041" y="1439816"/>
              <a:ext cx="584873" cy="1475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3" name="Straight Arrow Connector 332"/>
            <p:cNvCxnSpPr>
              <a:endCxn id="330" idx="2"/>
            </p:cNvCxnSpPr>
            <p:nvPr/>
          </p:nvCxnSpPr>
          <p:spPr>
            <a:xfrm flipV="1">
              <a:off x="7872413" y="1439816"/>
              <a:ext cx="583501" cy="4053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4" name="Straight Arrow Connector 333"/>
            <p:cNvCxnSpPr>
              <a:endCxn id="330" idx="2"/>
            </p:cNvCxnSpPr>
            <p:nvPr/>
          </p:nvCxnSpPr>
          <p:spPr>
            <a:xfrm flipV="1">
              <a:off x="7871041" y="1439816"/>
              <a:ext cx="584874" cy="66382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5" name="Straight Arrow Connector 334"/>
            <p:cNvCxnSpPr>
              <a:endCxn id="330" idx="2"/>
            </p:cNvCxnSpPr>
            <p:nvPr/>
          </p:nvCxnSpPr>
          <p:spPr>
            <a:xfrm flipV="1">
              <a:off x="7871040" y="1439816"/>
              <a:ext cx="584875" cy="94835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6" name="Oval 335"/>
            <p:cNvSpPr/>
            <p:nvPr/>
          </p:nvSpPr>
          <p:spPr>
            <a:xfrm>
              <a:off x="8455914" y="1612119"/>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37" name="Straight Arrow Connector 336"/>
            <p:cNvCxnSpPr>
              <a:endCxn id="336" idx="2"/>
            </p:cNvCxnSpPr>
            <p:nvPr/>
          </p:nvCxnSpPr>
          <p:spPr>
            <a:xfrm>
              <a:off x="7871041" y="1585974"/>
              <a:ext cx="584873" cy="1329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8" name="Straight Arrow Connector 337"/>
            <p:cNvCxnSpPr>
              <a:endCxn id="336" idx="2"/>
            </p:cNvCxnSpPr>
            <p:nvPr/>
          </p:nvCxnSpPr>
          <p:spPr>
            <a:xfrm flipV="1">
              <a:off x="7871041" y="1718880"/>
              <a:ext cx="584873" cy="1475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9" name="Straight Arrow Connector 338"/>
            <p:cNvCxnSpPr>
              <a:endCxn id="336" idx="2"/>
            </p:cNvCxnSpPr>
            <p:nvPr/>
          </p:nvCxnSpPr>
          <p:spPr>
            <a:xfrm flipV="1">
              <a:off x="7872413" y="1718880"/>
              <a:ext cx="583501" cy="4053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0" name="Straight Arrow Connector 339"/>
            <p:cNvCxnSpPr>
              <a:endCxn id="336" idx="2"/>
            </p:cNvCxnSpPr>
            <p:nvPr/>
          </p:nvCxnSpPr>
          <p:spPr>
            <a:xfrm flipV="1">
              <a:off x="7871040" y="1718880"/>
              <a:ext cx="584874" cy="66382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1" name="Straight Arrow Connector 340"/>
            <p:cNvCxnSpPr>
              <a:endCxn id="336" idx="2"/>
            </p:cNvCxnSpPr>
            <p:nvPr/>
          </p:nvCxnSpPr>
          <p:spPr>
            <a:xfrm>
              <a:off x="7871042" y="1306910"/>
              <a:ext cx="584872" cy="41196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2" name="Oval 341"/>
            <p:cNvSpPr/>
            <p:nvPr/>
          </p:nvSpPr>
          <p:spPr>
            <a:xfrm>
              <a:off x="8455913" y="1866444"/>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43" name="Straight Arrow Connector 342"/>
            <p:cNvCxnSpPr>
              <a:endCxn id="342" idx="2"/>
            </p:cNvCxnSpPr>
            <p:nvPr/>
          </p:nvCxnSpPr>
          <p:spPr>
            <a:xfrm>
              <a:off x="7871041" y="1840299"/>
              <a:ext cx="584873" cy="1329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4" name="Straight Arrow Connector 343"/>
            <p:cNvCxnSpPr>
              <a:endCxn id="342" idx="2"/>
            </p:cNvCxnSpPr>
            <p:nvPr/>
          </p:nvCxnSpPr>
          <p:spPr>
            <a:xfrm flipV="1">
              <a:off x="7871040" y="1973204"/>
              <a:ext cx="584873" cy="1475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5" name="Straight Arrow Connector 344"/>
            <p:cNvCxnSpPr>
              <a:endCxn id="342" idx="2"/>
            </p:cNvCxnSpPr>
            <p:nvPr/>
          </p:nvCxnSpPr>
          <p:spPr>
            <a:xfrm flipV="1">
              <a:off x="7872412" y="1973204"/>
              <a:ext cx="583501" cy="4053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6" name="Straight Arrow Connector 345"/>
            <p:cNvCxnSpPr>
              <a:endCxn id="342" idx="2"/>
            </p:cNvCxnSpPr>
            <p:nvPr/>
          </p:nvCxnSpPr>
          <p:spPr>
            <a:xfrm>
              <a:off x="7871041" y="1587380"/>
              <a:ext cx="584872" cy="38582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7" name="Straight Arrow Connector 346"/>
            <p:cNvCxnSpPr>
              <a:endCxn id="342" idx="2"/>
            </p:cNvCxnSpPr>
            <p:nvPr/>
          </p:nvCxnSpPr>
          <p:spPr>
            <a:xfrm>
              <a:off x="7871042" y="1306910"/>
              <a:ext cx="584871" cy="66629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8" name="Oval 347"/>
            <p:cNvSpPr/>
            <p:nvPr/>
          </p:nvSpPr>
          <p:spPr>
            <a:xfrm>
              <a:off x="8455915" y="2135450"/>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49" name="Straight Arrow Connector 348"/>
            <p:cNvCxnSpPr>
              <a:endCxn id="348" idx="2"/>
            </p:cNvCxnSpPr>
            <p:nvPr/>
          </p:nvCxnSpPr>
          <p:spPr>
            <a:xfrm>
              <a:off x="7871042" y="2109305"/>
              <a:ext cx="584873" cy="1329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0" name="Straight Arrow Connector 349"/>
            <p:cNvCxnSpPr>
              <a:endCxn id="348" idx="2"/>
            </p:cNvCxnSpPr>
            <p:nvPr/>
          </p:nvCxnSpPr>
          <p:spPr>
            <a:xfrm flipV="1">
              <a:off x="7871041" y="2242210"/>
              <a:ext cx="584873" cy="1475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1" name="Straight Arrow Connector 350"/>
            <p:cNvCxnSpPr>
              <a:endCxn id="348" idx="2"/>
            </p:cNvCxnSpPr>
            <p:nvPr/>
          </p:nvCxnSpPr>
          <p:spPr>
            <a:xfrm>
              <a:off x="7872413" y="1845116"/>
              <a:ext cx="583501" cy="39709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2" name="Straight Arrow Connector 351"/>
            <p:cNvCxnSpPr>
              <a:endCxn id="348" idx="2"/>
            </p:cNvCxnSpPr>
            <p:nvPr/>
          </p:nvCxnSpPr>
          <p:spPr>
            <a:xfrm>
              <a:off x="7871041" y="1587380"/>
              <a:ext cx="584873" cy="65483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3" name="Straight Arrow Connector 352"/>
            <p:cNvCxnSpPr>
              <a:endCxn id="348" idx="2"/>
            </p:cNvCxnSpPr>
            <p:nvPr/>
          </p:nvCxnSpPr>
          <p:spPr>
            <a:xfrm>
              <a:off x="7871042" y="1306910"/>
              <a:ext cx="584873" cy="9353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0" name="Oval 399"/>
            <p:cNvSpPr/>
            <p:nvPr/>
          </p:nvSpPr>
          <p:spPr>
            <a:xfrm>
              <a:off x="7086602" y="1200151"/>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401" name="Oval 400"/>
            <p:cNvSpPr/>
            <p:nvPr/>
          </p:nvSpPr>
          <p:spPr>
            <a:xfrm>
              <a:off x="7086601" y="1477298"/>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402" name="Oval 401"/>
            <p:cNvSpPr/>
            <p:nvPr/>
          </p:nvSpPr>
          <p:spPr>
            <a:xfrm>
              <a:off x="7086600" y="1743620"/>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403" name="Oval 402"/>
            <p:cNvSpPr/>
            <p:nvPr/>
          </p:nvSpPr>
          <p:spPr>
            <a:xfrm>
              <a:off x="7086600" y="2004161"/>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404" name="Oval 403"/>
            <p:cNvSpPr/>
            <p:nvPr/>
          </p:nvSpPr>
          <p:spPr>
            <a:xfrm>
              <a:off x="7086602" y="2275023"/>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405" name="Oval 404"/>
            <p:cNvSpPr/>
            <p:nvPr/>
          </p:nvSpPr>
          <p:spPr>
            <a:xfrm>
              <a:off x="7654682" y="1200150"/>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406" name="Straight Arrow Connector 405"/>
            <p:cNvCxnSpPr>
              <a:stCxn id="400" idx="6"/>
              <a:endCxn id="405" idx="2"/>
            </p:cNvCxnSpPr>
            <p:nvPr/>
          </p:nvCxnSpPr>
          <p:spPr>
            <a:xfrm flipV="1">
              <a:off x="7299277" y="1306910"/>
              <a:ext cx="35540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7" name="Straight Arrow Connector 406"/>
            <p:cNvCxnSpPr>
              <a:stCxn id="401" idx="6"/>
              <a:endCxn id="405" idx="2"/>
            </p:cNvCxnSpPr>
            <p:nvPr/>
          </p:nvCxnSpPr>
          <p:spPr>
            <a:xfrm flipV="1">
              <a:off x="7299276" y="1306910"/>
              <a:ext cx="355406" cy="27714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8" name="Straight Arrow Connector 407"/>
            <p:cNvCxnSpPr>
              <a:stCxn id="402" idx="6"/>
              <a:endCxn id="405" idx="2"/>
            </p:cNvCxnSpPr>
            <p:nvPr/>
          </p:nvCxnSpPr>
          <p:spPr>
            <a:xfrm flipV="1">
              <a:off x="7299275" y="1306910"/>
              <a:ext cx="355407" cy="54347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9" name="Straight Arrow Connector 408"/>
            <p:cNvCxnSpPr>
              <a:stCxn id="403" idx="6"/>
              <a:endCxn id="405" idx="2"/>
            </p:cNvCxnSpPr>
            <p:nvPr/>
          </p:nvCxnSpPr>
          <p:spPr>
            <a:xfrm flipV="1">
              <a:off x="7299275" y="1306910"/>
              <a:ext cx="355407" cy="80401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0" name="Straight Arrow Connector 409"/>
            <p:cNvCxnSpPr>
              <a:stCxn id="404" idx="6"/>
              <a:endCxn id="405" idx="2"/>
            </p:cNvCxnSpPr>
            <p:nvPr/>
          </p:nvCxnSpPr>
          <p:spPr>
            <a:xfrm flipV="1">
              <a:off x="7299277" y="1306910"/>
              <a:ext cx="355405" cy="107487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1" name="Oval 410"/>
            <p:cNvSpPr/>
            <p:nvPr/>
          </p:nvSpPr>
          <p:spPr>
            <a:xfrm>
              <a:off x="7654681" y="1480619"/>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412" name="Straight Arrow Connector 411"/>
            <p:cNvCxnSpPr>
              <a:stCxn id="401" idx="6"/>
              <a:endCxn id="411" idx="2"/>
            </p:cNvCxnSpPr>
            <p:nvPr/>
          </p:nvCxnSpPr>
          <p:spPr>
            <a:xfrm>
              <a:off x="7299276" y="1584058"/>
              <a:ext cx="355405" cy="332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3" name="Straight Arrow Connector 412"/>
            <p:cNvCxnSpPr>
              <a:stCxn id="402" idx="6"/>
              <a:endCxn id="411" idx="2"/>
            </p:cNvCxnSpPr>
            <p:nvPr/>
          </p:nvCxnSpPr>
          <p:spPr>
            <a:xfrm flipV="1">
              <a:off x="7299275" y="1587379"/>
              <a:ext cx="355406" cy="26300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4" name="Straight Arrow Connector 413"/>
            <p:cNvCxnSpPr>
              <a:stCxn id="403" idx="6"/>
              <a:endCxn id="411" idx="2"/>
            </p:cNvCxnSpPr>
            <p:nvPr/>
          </p:nvCxnSpPr>
          <p:spPr>
            <a:xfrm flipV="1">
              <a:off x="7299275" y="1587379"/>
              <a:ext cx="355406" cy="52354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5" name="Straight Arrow Connector 414"/>
            <p:cNvCxnSpPr>
              <a:stCxn id="404" idx="6"/>
              <a:endCxn id="417" idx="2"/>
            </p:cNvCxnSpPr>
            <p:nvPr/>
          </p:nvCxnSpPr>
          <p:spPr>
            <a:xfrm flipV="1">
              <a:off x="7299277" y="1845116"/>
              <a:ext cx="356776" cy="53666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6" name="Straight Arrow Connector 415"/>
            <p:cNvCxnSpPr>
              <a:stCxn id="400" idx="6"/>
              <a:endCxn id="411" idx="2"/>
            </p:cNvCxnSpPr>
            <p:nvPr/>
          </p:nvCxnSpPr>
          <p:spPr>
            <a:xfrm>
              <a:off x="7299277" y="1306911"/>
              <a:ext cx="355404" cy="28046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7" name="Oval 416"/>
            <p:cNvSpPr/>
            <p:nvPr/>
          </p:nvSpPr>
          <p:spPr>
            <a:xfrm>
              <a:off x="7656053" y="1738356"/>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418" name="Straight Arrow Connector 417"/>
            <p:cNvCxnSpPr>
              <a:stCxn id="402" idx="6"/>
              <a:endCxn id="417" idx="2"/>
            </p:cNvCxnSpPr>
            <p:nvPr/>
          </p:nvCxnSpPr>
          <p:spPr>
            <a:xfrm flipV="1">
              <a:off x="7299275" y="1845116"/>
              <a:ext cx="356778" cy="52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9" name="Straight Arrow Connector 418"/>
            <p:cNvCxnSpPr>
              <a:stCxn id="403" idx="6"/>
              <a:endCxn id="417" idx="2"/>
            </p:cNvCxnSpPr>
            <p:nvPr/>
          </p:nvCxnSpPr>
          <p:spPr>
            <a:xfrm flipV="1">
              <a:off x="7299275" y="1845116"/>
              <a:ext cx="356778" cy="2658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0" name="Straight Arrow Connector 419"/>
            <p:cNvCxnSpPr>
              <a:stCxn id="404" idx="6"/>
              <a:endCxn id="417" idx="2"/>
            </p:cNvCxnSpPr>
            <p:nvPr/>
          </p:nvCxnSpPr>
          <p:spPr>
            <a:xfrm flipV="1">
              <a:off x="7299277" y="1845116"/>
              <a:ext cx="356776" cy="53666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1" name="Straight Arrow Connector 420"/>
            <p:cNvCxnSpPr>
              <a:stCxn id="401" idx="6"/>
              <a:endCxn id="417" idx="2"/>
            </p:cNvCxnSpPr>
            <p:nvPr/>
          </p:nvCxnSpPr>
          <p:spPr>
            <a:xfrm>
              <a:off x="7299276" y="1584058"/>
              <a:ext cx="356777" cy="26105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2" name="Straight Arrow Connector 421"/>
            <p:cNvCxnSpPr>
              <a:stCxn id="400" idx="6"/>
              <a:endCxn id="417" idx="2"/>
            </p:cNvCxnSpPr>
            <p:nvPr/>
          </p:nvCxnSpPr>
          <p:spPr>
            <a:xfrm>
              <a:off x="7299277" y="1306911"/>
              <a:ext cx="356776" cy="5382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23" name="Oval 422"/>
            <p:cNvSpPr/>
            <p:nvPr/>
          </p:nvSpPr>
          <p:spPr>
            <a:xfrm>
              <a:off x="7654680" y="1996876"/>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424" name="Straight Arrow Connector 423"/>
            <p:cNvCxnSpPr>
              <a:stCxn id="403" idx="6"/>
              <a:endCxn id="423" idx="2"/>
            </p:cNvCxnSpPr>
            <p:nvPr/>
          </p:nvCxnSpPr>
          <p:spPr>
            <a:xfrm flipV="1">
              <a:off x="7299275" y="2103636"/>
              <a:ext cx="355405" cy="728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5" name="Straight Arrow Connector 424"/>
            <p:cNvCxnSpPr>
              <a:stCxn id="404" idx="6"/>
              <a:endCxn id="423" idx="2"/>
            </p:cNvCxnSpPr>
            <p:nvPr/>
          </p:nvCxnSpPr>
          <p:spPr>
            <a:xfrm flipV="1">
              <a:off x="7299277" y="2103636"/>
              <a:ext cx="355403" cy="27814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6" name="Straight Arrow Connector 425"/>
            <p:cNvCxnSpPr>
              <a:stCxn id="402" idx="6"/>
              <a:endCxn id="423" idx="2"/>
            </p:cNvCxnSpPr>
            <p:nvPr/>
          </p:nvCxnSpPr>
          <p:spPr>
            <a:xfrm>
              <a:off x="7299275" y="1850380"/>
              <a:ext cx="355405" cy="25325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7" name="Straight Arrow Connector 426"/>
            <p:cNvCxnSpPr>
              <a:stCxn id="401" idx="6"/>
              <a:endCxn id="423" idx="2"/>
            </p:cNvCxnSpPr>
            <p:nvPr/>
          </p:nvCxnSpPr>
          <p:spPr>
            <a:xfrm>
              <a:off x="7299276" y="1584058"/>
              <a:ext cx="355404" cy="51957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8" name="Straight Arrow Connector 427"/>
            <p:cNvCxnSpPr>
              <a:stCxn id="400" idx="6"/>
              <a:endCxn id="423" idx="2"/>
            </p:cNvCxnSpPr>
            <p:nvPr/>
          </p:nvCxnSpPr>
          <p:spPr>
            <a:xfrm>
              <a:off x="7299277" y="1306911"/>
              <a:ext cx="355403" cy="79672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29" name="Oval 428"/>
            <p:cNvSpPr/>
            <p:nvPr/>
          </p:nvSpPr>
          <p:spPr>
            <a:xfrm>
              <a:off x="7654680" y="2281408"/>
              <a:ext cx="212675" cy="213520"/>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430" name="Straight Arrow Connector 429"/>
            <p:cNvCxnSpPr>
              <a:stCxn id="404" idx="6"/>
              <a:endCxn id="429" idx="2"/>
            </p:cNvCxnSpPr>
            <p:nvPr/>
          </p:nvCxnSpPr>
          <p:spPr>
            <a:xfrm>
              <a:off x="7299277" y="2381783"/>
              <a:ext cx="355403" cy="638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1" name="Straight Arrow Connector 430"/>
            <p:cNvCxnSpPr>
              <a:stCxn id="403" idx="6"/>
              <a:endCxn id="429" idx="2"/>
            </p:cNvCxnSpPr>
            <p:nvPr/>
          </p:nvCxnSpPr>
          <p:spPr>
            <a:xfrm>
              <a:off x="7299275" y="2110921"/>
              <a:ext cx="355405" cy="27724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2" name="Straight Arrow Connector 431"/>
            <p:cNvCxnSpPr>
              <a:stCxn id="402" idx="6"/>
              <a:endCxn id="429" idx="2"/>
            </p:cNvCxnSpPr>
            <p:nvPr/>
          </p:nvCxnSpPr>
          <p:spPr>
            <a:xfrm>
              <a:off x="7299275" y="1850380"/>
              <a:ext cx="355405" cy="53778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3" name="Straight Arrow Connector 432"/>
            <p:cNvCxnSpPr>
              <a:stCxn id="401" idx="6"/>
              <a:endCxn id="429" idx="2"/>
            </p:cNvCxnSpPr>
            <p:nvPr/>
          </p:nvCxnSpPr>
          <p:spPr>
            <a:xfrm>
              <a:off x="7299276" y="1584058"/>
              <a:ext cx="355404" cy="80411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4" name="Straight Arrow Connector 433"/>
            <p:cNvCxnSpPr>
              <a:stCxn id="400" idx="6"/>
              <a:endCxn id="429" idx="2"/>
            </p:cNvCxnSpPr>
            <p:nvPr/>
          </p:nvCxnSpPr>
          <p:spPr>
            <a:xfrm>
              <a:off x="7299277" y="1306911"/>
              <a:ext cx="355403" cy="108125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436" name="TextBox 435"/>
          <p:cNvSpPr txBox="1"/>
          <p:nvPr/>
        </p:nvSpPr>
        <p:spPr>
          <a:xfrm>
            <a:off x="304800" y="2315111"/>
            <a:ext cx="8583378" cy="1322070"/>
          </a:xfrm>
          <a:prstGeom prst="rect">
            <a:avLst/>
          </a:prstGeom>
          <a:noFill/>
        </p:spPr>
        <p:txBody>
          <a:bodyPr wrap="square" rtlCol="0">
            <a:spAutoFit/>
          </a:bodyPr>
          <a:lstStyle/>
          <a:p>
            <a:r>
              <a:rPr lang="en-US" sz="2000" dirty="0">
                <a:solidFill>
                  <a:prstClr val="black"/>
                </a:solidFill>
                <a:latin typeface="Calibri"/>
              </a:rPr>
              <a:t>输入单元数：特征维度</a:t>
            </a:r>
            <a:endParaRPr lang="en-US" sz="2000" dirty="0">
              <a:solidFill>
                <a:prstClr val="black"/>
              </a:solidFill>
              <a:latin typeface="Calibri"/>
            </a:endParaRPr>
          </a:p>
          <a:p>
            <a:r>
              <a:rPr lang="en-US" sz="2000" dirty="0">
                <a:solidFill>
                  <a:prstClr val="black"/>
                </a:solidFill>
                <a:latin typeface="Calibri"/>
              </a:rPr>
              <a:t>输出单元数：类别数</a:t>
            </a:r>
            <a:endParaRPr lang="en-US" sz="2000" dirty="0">
              <a:solidFill>
                <a:prstClr val="black"/>
              </a:solidFill>
              <a:latin typeface="Calibri"/>
            </a:endParaRPr>
          </a:p>
          <a:p>
            <a:r>
              <a:rPr lang="en-US" sz="2000" dirty="0">
                <a:solidFill>
                  <a:prstClr val="black"/>
                </a:solidFill>
                <a:latin typeface="Calibri"/>
              </a:rPr>
              <a:t>合理默认值：1 个隐藏层，或者如果隐藏层数大于 1，则每层隐藏单元数相同（通常越多越好）</a:t>
            </a:r>
            <a:endParaRPr lang="en-US" sz="2000" dirty="0">
              <a:solidFill>
                <a:prstClr val="black"/>
              </a:solidFill>
              <a:latin typeface="Calibri"/>
            </a:endParaRPr>
          </a:p>
        </p:txBody>
      </p:sp>
      <p:pic>
        <p:nvPicPr>
          <p:cNvPr id="437" name="Picture 436"/>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3046730" y="2419206"/>
            <a:ext cx="350520" cy="23050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85750"/>
            <a:ext cx="7315200" cy="461665"/>
          </a:xfrm>
          <a:prstGeom prst="rect">
            <a:avLst/>
          </a:prstGeom>
          <a:noFill/>
        </p:spPr>
        <p:txBody>
          <a:bodyPr wrap="square" rtlCol="0">
            <a:spAutoFit/>
          </a:bodyPr>
          <a:lstStyle/>
          <a:p>
            <a:r>
              <a:rPr lang="en-US" sz="2400" b="1" dirty="0">
                <a:solidFill>
                  <a:prstClr val="black"/>
                </a:solidFill>
                <a:latin typeface="Calibri"/>
              </a:rPr>
              <a:t>Training a neural network</a:t>
            </a:r>
            <a:endParaRPr lang="en-US" sz="2400" b="1" dirty="0">
              <a:solidFill>
                <a:prstClr val="black"/>
              </a:solidFill>
              <a:latin typeface="Calibri"/>
            </a:endParaRPr>
          </a:p>
        </p:txBody>
      </p:sp>
      <p:sp>
        <p:nvSpPr>
          <p:cNvPr id="10" name="TextBox 9"/>
          <p:cNvSpPr txBox="1"/>
          <p:nvPr/>
        </p:nvSpPr>
        <p:spPr>
          <a:xfrm>
            <a:off x="304800" y="662285"/>
            <a:ext cx="8583378" cy="1568450"/>
          </a:xfrm>
          <a:prstGeom prst="rect">
            <a:avLst/>
          </a:prstGeom>
          <a:noFill/>
        </p:spPr>
        <p:txBody>
          <a:bodyPr wrap="square" rtlCol="0">
            <a:spAutoFit/>
          </a:bodyPr>
          <a:lstStyle/>
          <a:p>
            <a:pPr marL="457200" indent="-457200">
              <a:buFontTx/>
              <a:buAutoNum type="arabicPeriod"/>
            </a:pPr>
            <a:r>
              <a:rPr lang="en-US" sz="2400">
                <a:solidFill>
                  <a:prstClr val="black"/>
                </a:solidFill>
                <a:latin typeface="Calibri"/>
              </a:rPr>
              <a:t>随机初始化权重</a:t>
            </a:r>
            <a:endParaRPr lang="en-US" sz="2400">
              <a:solidFill>
                <a:prstClr val="black"/>
              </a:solidFill>
              <a:latin typeface="Calibri"/>
            </a:endParaRPr>
          </a:p>
          <a:p>
            <a:pPr marL="457200" indent="-457200">
              <a:buFontTx/>
              <a:buAutoNum type="arabicPeriod"/>
            </a:pPr>
            <a:r>
              <a:rPr lang="en-US" sz="2400">
                <a:solidFill>
                  <a:prstClr val="black"/>
                </a:solidFill>
                <a:latin typeface="Calibri"/>
              </a:rPr>
              <a:t>实现前向传播以获得任意</a:t>
            </a:r>
            <a:endParaRPr lang="en-US" sz="2400">
              <a:solidFill>
                <a:prstClr val="black"/>
              </a:solidFill>
              <a:latin typeface="Calibri"/>
            </a:endParaRPr>
          </a:p>
          <a:p>
            <a:pPr marL="457200" indent="-457200">
              <a:buFontTx/>
              <a:buAutoNum type="arabicPeriod"/>
            </a:pPr>
            <a:r>
              <a:rPr lang="en-US" sz="2400">
                <a:solidFill>
                  <a:prstClr val="black"/>
                </a:solidFill>
                <a:latin typeface="Calibri"/>
              </a:rPr>
              <a:t>实现代码以计算</a:t>
            </a:r>
            <a:r>
              <a:rPr lang="zh-CN" altLang="en-US" sz="2400">
                <a:solidFill>
                  <a:prstClr val="black"/>
                </a:solidFill>
                <a:latin typeface="Calibri"/>
              </a:rPr>
              <a:t>损失</a:t>
            </a:r>
            <a:r>
              <a:rPr lang="en-US" sz="2400">
                <a:solidFill>
                  <a:prstClr val="black"/>
                </a:solidFill>
                <a:latin typeface="Calibri"/>
              </a:rPr>
              <a:t>函数</a:t>
            </a:r>
            <a:endParaRPr lang="en-US" sz="2400">
              <a:solidFill>
                <a:prstClr val="black"/>
              </a:solidFill>
              <a:latin typeface="Calibri"/>
            </a:endParaRPr>
          </a:p>
          <a:p>
            <a:pPr marL="457200" indent="-457200">
              <a:buFontTx/>
              <a:buAutoNum type="arabicPeriod"/>
            </a:pPr>
            <a:r>
              <a:rPr lang="en-US" sz="2400">
                <a:solidFill>
                  <a:prstClr val="black"/>
                </a:solidFill>
                <a:latin typeface="Calibri"/>
              </a:rPr>
              <a:t>实现反向传播以计算偏导数</a:t>
            </a:r>
            <a:endParaRPr lang="en-US" sz="2400">
              <a:solidFill>
                <a:prstClr val="black"/>
              </a:solidFill>
              <a:latin typeface="Calibri"/>
            </a:endParaRPr>
          </a:p>
        </p:txBody>
      </p:sp>
      <p:pic>
        <p:nvPicPr>
          <p:cNvPr id="3" name="Picture 2"/>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5486405" y="1184780"/>
            <a:ext cx="350520" cy="230505"/>
          </a:xfrm>
          <a:prstGeom prst="rect">
            <a:avLst/>
          </a:prstGeom>
        </p:spPr>
      </p:pic>
      <p:pic>
        <p:nvPicPr>
          <p:cNvPr id="16" name="Picture 15"/>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4419600" y="1123950"/>
            <a:ext cx="861060" cy="291465"/>
          </a:xfrm>
          <a:prstGeom prst="rect">
            <a:avLst/>
          </a:prstGeom>
        </p:spPr>
      </p:pic>
      <p:pic>
        <p:nvPicPr>
          <p:cNvPr id="11" name="Picture 10"/>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4312920" y="1505265"/>
            <a:ext cx="518160" cy="255270"/>
          </a:xfrm>
          <a:prstGeom prst="rect">
            <a:avLst/>
          </a:prstGeom>
        </p:spPr>
      </p:pic>
      <p:pic>
        <p:nvPicPr>
          <p:cNvPr id="12" name="Picture 11"/>
          <p:cNvPicPr>
            <a:picLocks noChangeAspect="1"/>
          </p:cNvPicPr>
          <p:nvPr>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4787190" y="1813875"/>
            <a:ext cx="1049655" cy="453390"/>
          </a:xfrm>
          <a:prstGeom prst="rect">
            <a:avLst/>
          </a:prstGeom>
        </p:spPr>
      </p:pic>
      <p:sp>
        <p:nvSpPr>
          <p:cNvPr id="306" name="TextBox 305"/>
          <p:cNvSpPr txBox="1"/>
          <p:nvPr/>
        </p:nvSpPr>
        <p:spPr>
          <a:xfrm>
            <a:off x="396410" y="2266950"/>
            <a:ext cx="8747590" cy="1506855"/>
          </a:xfrm>
          <a:prstGeom prst="rect">
            <a:avLst/>
          </a:prstGeom>
          <a:noFill/>
        </p:spPr>
        <p:txBody>
          <a:bodyPr wrap="square" rtlCol="0">
            <a:spAutoFit/>
          </a:bodyPr>
          <a:lstStyle/>
          <a:p>
            <a:r>
              <a:rPr lang="en-US" sz="2000" b="1" dirty="0">
                <a:solidFill>
                  <a:srgbClr val="002060"/>
                </a:solidFill>
                <a:latin typeface="Courier New" panose="02070609020205020404" pitchFamily="49" charset="0"/>
                <a:cs typeface="Courier New" panose="02070609020205020404" pitchFamily="49" charset="0"/>
              </a:rPr>
              <a:t>for </a:t>
            </a:r>
            <a:r>
              <a:rPr lang="en-US" sz="2000" b="1" dirty="0" err="1">
                <a:solidFill>
                  <a:srgbClr val="002060"/>
                </a:solidFill>
                <a:latin typeface="Courier New" panose="02070609020205020404" pitchFamily="49" charset="0"/>
                <a:cs typeface="Courier New" panose="02070609020205020404" pitchFamily="49" charset="0"/>
              </a:rPr>
              <a:t>i</a:t>
            </a:r>
            <a:r>
              <a:rPr lang="en-US" sz="2000" b="1" dirty="0">
                <a:solidFill>
                  <a:srgbClr val="002060"/>
                </a:solidFill>
                <a:latin typeface="Courier New" panose="02070609020205020404" pitchFamily="49" charset="0"/>
                <a:cs typeface="Courier New" panose="02070609020205020404" pitchFamily="49" charset="0"/>
              </a:rPr>
              <a:t> = 1:m</a:t>
            </a:r>
            <a:endParaRPr lang="en-US" sz="2000" b="1" dirty="0">
              <a:solidFill>
                <a:srgbClr val="002060"/>
              </a:solidFill>
              <a:latin typeface="Courier New" panose="02070609020205020404" pitchFamily="49" charset="0"/>
              <a:cs typeface="Courier New" panose="02070609020205020404" pitchFamily="49" charset="0"/>
            </a:endParaRPr>
          </a:p>
          <a:p>
            <a:pPr lvl="1"/>
            <a:r>
              <a:rPr lang="en-US" sz="2400" dirty="0">
                <a:solidFill>
                  <a:prstClr val="black"/>
                </a:solidFill>
                <a:latin typeface="Calibri"/>
                <a:cs typeface="Courier New" panose="02070609020205020404" pitchFamily="49" charset="0"/>
                <a:sym typeface="Wingdings" panose="05000000000000000000" pitchFamily="2" charset="2"/>
              </a:rPr>
              <a:t>Perform forward propagation and backpropagation using example</a:t>
            </a:r>
            <a:endParaRPr lang="en-US" sz="2400" dirty="0">
              <a:solidFill>
                <a:prstClr val="black"/>
              </a:solidFill>
              <a:latin typeface="Calibri"/>
              <a:cs typeface="Courier New" panose="02070609020205020404" pitchFamily="49" charset="0"/>
              <a:sym typeface="Wingdings" panose="05000000000000000000" pitchFamily="2" charset="2"/>
            </a:endParaRPr>
          </a:p>
          <a:p>
            <a:pPr lvl="1"/>
            <a:r>
              <a:rPr lang="en-US" sz="2400" dirty="0">
                <a:solidFill>
                  <a:prstClr val="black"/>
                </a:solidFill>
                <a:latin typeface="Calibri"/>
                <a:cs typeface="Courier New" panose="02070609020205020404" pitchFamily="49" charset="0"/>
                <a:sym typeface="Wingdings" panose="05000000000000000000" pitchFamily="2" charset="2"/>
              </a:rPr>
              <a:t>(Get activations        and delta terms       for  	           ).</a:t>
            </a:r>
            <a:endParaRPr lang="en-US" sz="2400" dirty="0">
              <a:solidFill>
                <a:prstClr val="black"/>
              </a:solidFill>
              <a:latin typeface="Calibri"/>
              <a:cs typeface="Courier New" panose="02070609020205020404" pitchFamily="49" charset="0"/>
              <a:sym typeface="Wingdings" panose="05000000000000000000" pitchFamily="2" charset="2"/>
            </a:endParaRPr>
          </a:p>
        </p:txBody>
      </p:sp>
      <p:pic>
        <p:nvPicPr>
          <p:cNvPr id="7" name="Picture 6"/>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3276600" y="3414084"/>
            <a:ext cx="327660" cy="230505"/>
          </a:xfrm>
          <a:prstGeom prst="rect">
            <a:avLst/>
          </a:prstGeom>
        </p:spPr>
      </p:pic>
      <p:pic>
        <p:nvPicPr>
          <p:cNvPr id="8" name="Picture 7"/>
          <p:cNvPicPr>
            <a:picLocks noChangeAspect="1"/>
          </p:cNvPicPr>
          <p:nvPr>
            <p:custDataLst>
              <p:tags r:id="rId11"/>
            </p:custDataLst>
          </p:nvPr>
        </p:nvPicPr>
        <p:blipFill>
          <a:blip r:embed="rId12" cstate="print">
            <a:extLst>
              <a:ext uri="{28A0092B-C50C-407E-A947-70E740481C1C}">
                <a14:useLocalDpi xmlns:a14="http://schemas.microsoft.com/office/drawing/2010/main" val="0"/>
              </a:ext>
            </a:extLst>
          </a:blip>
          <a:stretch>
            <a:fillRect/>
          </a:stretch>
        </p:blipFill>
        <p:spPr>
          <a:xfrm>
            <a:off x="5943600" y="3486029"/>
            <a:ext cx="316230" cy="230505"/>
          </a:xfrm>
          <a:prstGeom prst="rect">
            <a:avLst/>
          </a:prstGeom>
        </p:spPr>
      </p:pic>
      <p:pic>
        <p:nvPicPr>
          <p:cNvPr id="9" name="Picture 8"/>
          <p:cNvPicPr>
            <a:picLocks noChangeAspect="1"/>
          </p:cNvPicPr>
          <p:nvPr>
            <p:custDataLst>
              <p:tags r:id="rId13"/>
            </p:custDataLst>
          </p:nvPr>
        </p:nvPicPr>
        <p:blipFill>
          <a:blip r:embed="rId14" cstate="print">
            <a:extLst>
              <a:ext uri="{28A0092B-C50C-407E-A947-70E740481C1C}">
                <a14:useLocalDpi xmlns:a14="http://schemas.microsoft.com/office/drawing/2010/main" val="0"/>
              </a:ext>
            </a:extLst>
          </a:blip>
          <a:stretch>
            <a:fillRect/>
          </a:stretch>
        </p:blipFill>
        <p:spPr>
          <a:xfrm>
            <a:off x="7086600" y="3446794"/>
            <a:ext cx="1261110" cy="226695"/>
          </a:xfrm>
          <a:prstGeom prst="rect">
            <a:avLst/>
          </a:prstGeom>
        </p:spPr>
      </p:pic>
      <p:grpSp>
        <p:nvGrpSpPr>
          <p:cNvPr id="308" name="Group 307"/>
          <p:cNvGrpSpPr/>
          <p:nvPr/>
        </p:nvGrpSpPr>
        <p:grpSpPr>
          <a:xfrm>
            <a:off x="5449297" y="3844714"/>
            <a:ext cx="1990676" cy="1004128"/>
            <a:chOff x="1905000" y="2190750"/>
            <a:chExt cx="3483917" cy="1744001"/>
          </a:xfrm>
        </p:grpSpPr>
        <p:sp>
          <p:nvSpPr>
            <p:cNvPr id="313" name="Oval 312"/>
            <p:cNvSpPr/>
            <p:nvPr/>
          </p:nvSpPr>
          <p:spPr>
            <a:xfrm>
              <a:off x="1905000" y="3183496"/>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314" name="Oval 313"/>
            <p:cNvSpPr/>
            <p:nvPr/>
          </p:nvSpPr>
          <p:spPr>
            <a:xfrm>
              <a:off x="1905000" y="2848532"/>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315" name="Oval 314"/>
            <p:cNvSpPr/>
            <p:nvPr/>
          </p:nvSpPr>
          <p:spPr>
            <a:xfrm>
              <a:off x="1905000" y="2513568"/>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316" name="Oval 315"/>
            <p:cNvSpPr/>
            <p:nvPr/>
          </p:nvSpPr>
          <p:spPr>
            <a:xfrm>
              <a:off x="2899779" y="2190751"/>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317" name="Oval 316"/>
            <p:cNvSpPr/>
            <p:nvPr/>
          </p:nvSpPr>
          <p:spPr>
            <a:xfrm>
              <a:off x="5102454" y="236976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18" name="Straight Arrow Connector 317"/>
            <p:cNvCxnSpPr>
              <a:stCxn id="315" idx="6"/>
              <a:endCxn id="316" idx="2"/>
            </p:cNvCxnSpPr>
            <p:nvPr/>
          </p:nvCxnSpPr>
          <p:spPr>
            <a:xfrm flipV="1">
              <a:off x="2191463" y="2334552"/>
              <a:ext cx="708316" cy="3228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9" name="Straight Arrow Connector 318"/>
            <p:cNvCxnSpPr>
              <a:stCxn id="314" idx="6"/>
              <a:endCxn id="316" idx="2"/>
            </p:cNvCxnSpPr>
            <p:nvPr/>
          </p:nvCxnSpPr>
          <p:spPr>
            <a:xfrm flipV="1">
              <a:off x="2191463" y="2334552"/>
              <a:ext cx="708316" cy="6577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0" name="Straight Arrow Connector 319"/>
            <p:cNvCxnSpPr>
              <a:stCxn id="313" idx="6"/>
              <a:endCxn id="316" idx="2"/>
            </p:cNvCxnSpPr>
            <p:nvPr/>
          </p:nvCxnSpPr>
          <p:spPr>
            <a:xfrm flipV="1">
              <a:off x="2191463" y="2334552"/>
              <a:ext cx="708316" cy="9927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1" name="Oval 320"/>
            <p:cNvSpPr/>
            <p:nvPr/>
          </p:nvSpPr>
          <p:spPr>
            <a:xfrm>
              <a:off x="2899778" y="2564055"/>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22" name="Straight Arrow Connector 321"/>
            <p:cNvCxnSpPr>
              <a:stCxn id="315" idx="6"/>
              <a:endCxn id="321" idx="2"/>
            </p:cNvCxnSpPr>
            <p:nvPr/>
          </p:nvCxnSpPr>
          <p:spPr>
            <a:xfrm>
              <a:off x="2191463" y="2657369"/>
              <a:ext cx="708315" cy="5048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3" name="Straight Arrow Connector 322"/>
            <p:cNvCxnSpPr>
              <a:stCxn id="314" idx="6"/>
              <a:endCxn id="321" idx="2"/>
            </p:cNvCxnSpPr>
            <p:nvPr/>
          </p:nvCxnSpPr>
          <p:spPr>
            <a:xfrm flipV="1">
              <a:off x="2191463" y="2707856"/>
              <a:ext cx="708315" cy="2844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4" name="Straight Arrow Connector 323"/>
            <p:cNvCxnSpPr>
              <a:stCxn id="313" idx="6"/>
              <a:endCxn id="321" idx="2"/>
            </p:cNvCxnSpPr>
            <p:nvPr/>
          </p:nvCxnSpPr>
          <p:spPr>
            <a:xfrm flipV="1">
              <a:off x="2191463" y="2707856"/>
              <a:ext cx="708315" cy="61944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5" name="Oval 324"/>
            <p:cNvSpPr/>
            <p:nvPr/>
          </p:nvSpPr>
          <p:spPr>
            <a:xfrm>
              <a:off x="2899777" y="292277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26" name="Straight Arrow Connector 325"/>
            <p:cNvCxnSpPr>
              <a:stCxn id="315" idx="6"/>
              <a:endCxn id="325" idx="2"/>
            </p:cNvCxnSpPr>
            <p:nvPr/>
          </p:nvCxnSpPr>
          <p:spPr>
            <a:xfrm>
              <a:off x="2191463" y="2657369"/>
              <a:ext cx="708314" cy="40920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7" name="Straight Arrow Connector 326"/>
            <p:cNvCxnSpPr>
              <a:stCxn id="314" idx="6"/>
              <a:endCxn id="325" idx="2"/>
            </p:cNvCxnSpPr>
            <p:nvPr/>
          </p:nvCxnSpPr>
          <p:spPr>
            <a:xfrm>
              <a:off x="2191463" y="2992333"/>
              <a:ext cx="708314" cy="742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8" name="Straight Arrow Connector 327"/>
            <p:cNvCxnSpPr>
              <a:stCxn id="313" idx="6"/>
              <a:endCxn id="325" idx="2"/>
            </p:cNvCxnSpPr>
            <p:nvPr/>
          </p:nvCxnSpPr>
          <p:spPr>
            <a:xfrm flipV="1">
              <a:off x="2191463" y="3066578"/>
              <a:ext cx="708314" cy="2607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5" name="Oval 354"/>
            <p:cNvSpPr/>
            <p:nvPr/>
          </p:nvSpPr>
          <p:spPr>
            <a:xfrm>
              <a:off x="2899776" y="3273713"/>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56" name="Straight Arrow Connector 355"/>
            <p:cNvCxnSpPr>
              <a:stCxn id="315" idx="6"/>
              <a:endCxn id="355" idx="2"/>
            </p:cNvCxnSpPr>
            <p:nvPr/>
          </p:nvCxnSpPr>
          <p:spPr>
            <a:xfrm>
              <a:off x="2191463" y="2657369"/>
              <a:ext cx="708313" cy="7601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7" name="Straight Arrow Connector 356"/>
            <p:cNvCxnSpPr>
              <a:stCxn id="314" idx="6"/>
              <a:endCxn id="355" idx="2"/>
            </p:cNvCxnSpPr>
            <p:nvPr/>
          </p:nvCxnSpPr>
          <p:spPr>
            <a:xfrm>
              <a:off x="2191463" y="2992333"/>
              <a:ext cx="708313" cy="4251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8" name="Straight Arrow Connector 357"/>
            <p:cNvCxnSpPr>
              <a:stCxn id="313" idx="6"/>
              <a:endCxn id="355" idx="2"/>
            </p:cNvCxnSpPr>
            <p:nvPr/>
          </p:nvCxnSpPr>
          <p:spPr>
            <a:xfrm>
              <a:off x="2191463" y="3327297"/>
              <a:ext cx="708313" cy="902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9" name="Oval 358"/>
            <p:cNvSpPr/>
            <p:nvPr/>
          </p:nvSpPr>
          <p:spPr>
            <a:xfrm>
              <a:off x="2899779" y="36385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60" name="Straight Arrow Connector 359"/>
            <p:cNvCxnSpPr>
              <a:stCxn id="315" idx="6"/>
              <a:endCxn id="359" idx="2"/>
            </p:cNvCxnSpPr>
            <p:nvPr/>
          </p:nvCxnSpPr>
          <p:spPr>
            <a:xfrm>
              <a:off x="2191463" y="2657369"/>
              <a:ext cx="708316" cy="112498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1" name="Straight Arrow Connector 360"/>
            <p:cNvCxnSpPr>
              <a:stCxn id="314" idx="6"/>
              <a:endCxn id="359" idx="2"/>
            </p:cNvCxnSpPr>
            <p:nvPr/>
          </p:nvCxnSpPr>
          <p:spPr>
            <a:xfrm>
              <a:off x="2191463" y="2992333"/>
              <a:ext cx="708316" cy="79001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2" name="Straight Arrow Connector 361"/>
            <p:cNvCxnSpPr>
              <a:stCxn id="313" idx="6"/>
              <a:endCxn id="359" idx="2"/>
            </p:cNvCxnSpPr>
            <p:nvPr/>
          </p:nvCxnSpPr>
          <p:spPr>
            <a:xfrm>
              <a:off x="2191463" y="3327297"/>
              <a:ext cx="708316" cy="45505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3" name="Oval 362"/>
            <p:cNvSpPr/>
            <p:nvPr/>
          </p:nvSpPr>
          <p:spPr>
            <a:xfrm>
              <a:off x="4028197" y="21907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64" name="Straight Arrow Connector 363"/>
            <p:cNvCxnSpPr>
              <a:stCxn id="316" idx="6"/>
              <a:endCxn id="363" idx="2"/>
            </p:cNvCxnSpPr>
            <p:nvPr/>
          </p:nvCxnSpPr>
          <p:spPr>
            <a:xfrm flipV="1">
              <a:off x="3186242" y="23345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5" name="Straight Arrow Connector 364"/>
            <p:cNvCxnSpPr>
              <a:stCxn id="321" idx="6"/>
              <a:endCxn id="363" idx="2"/>
            </p:cNvCxnSpPr>
            <p:nvPr/>
          </p:nvCxnSpPr>
          <p:spPr>
            <a:xfrm flipV="1">
              <a:off x="3186241" y="233455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6" name="Straight Arrow Connector 365"/>
            <p:cNvCxnSpPr>
              <a:stCxn id="325" idx="6"/>
              <a:endCxn id="363" idx="2"/>
            </p:cNvCxnSpPr>
            <p:nvPr/>
          </p:nvCxnSpPr>
          <p:spPr>
            <a:xfrm flipV="1">
              <a:off x="3186240" y="2334551"/>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7" name="Straight Arrow Connector 366"/>
            <p:cNvCxnSpPr>
              <a:stCxn id="355" idx="6"/>
              <a:endCxn id="363" idx="2"/>
            </p:cNvCxnSpPr>
            <p:nvPr/>
          </p:nvCxnSpPr>
          <p:spPr>
            <a:xfrm flipV="1">
              <a:off x="3186239" y="2334551"/>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8" name="Straight Arrow Connector 367"/>
            <p:cNvCxnSpPr>
              <a:stCxn id="359" idx="6"/>
              <a:endCxn id="363" idx="2"/>
            </p:cNvCxnSpPr>
            <p:nvPr/>
          </p:nvCxnSpPr>
          <p:spPr>
            <a:xfrm flipV="1">
              <a:off x="3186242" y="2334551"/>
              <a:ext cx="841955" cy="14478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9" name="Oval 368"/>
            <p:cNvSpPr/>
            <p:nvPr/>
          </p:nvSpPr>
          <p:spPr>
            <a:xfrm>
              <a:off x="4028196" y="2568528"/>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70" name="Straight Arrow Connector 369"/>
            <p:cNvCxnSpPr>
              <a:endCxn id="369" idx="2"/>
            </p:cNvCxnSpPr>
            <p:nvPr/>
          </p:nvCxnSpPr>
          <p:spPr>
            <a:xfrm flipV="1">
              <a:off x="3186241" y="2712329"/>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1" name="Straight Arrow Connector 370"/>
            <p:cNvCxnSpPr>
              <a:stCxn id="325" idx="6"/>
              <a:endCxn id="369" idx="2"/>
            </p:cNvCxnSpPr>
            <p:nvPr/>
          </p:nvCxnSpPr>
          <p:spPr>
            <a:xfrm flipV="1">
              <a:off x="3186240" y="2712329"/>
              <a:ext cx="841956" cy="3542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2" name="Straight Arrow Connector 371"/>
            <p:cNvCxnSpPr>
              <a:endCxn id="369" idx="2"/>
            </p:cNvCxnSpPr>
            <p:nvPr/>
          </p:nvCxnSpPr>
          <p:spPr>
            <a:xfrm flipV="1">
              <a:off x="3186239" y="2712329"/>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3" name="Straight Arrow Connector 372"/>
            <p:cNvCxnSpPr>
              <a:endCxn id="369" idx="2"/>
            </p:cNvCxnSpPr>
            <p:nvPr/>
          </p:nvCxnSpPr>
          <p:spPr>
            <a:xfrm flipV="1">
              <a:off x="3186238" y="2712329"/>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4" name="Straight Arrow Connector 373"/>
            <p:cNvCxnSpPr>
              <a:stCxn id="316" idx="6"/>
              <a:endCxn id="369" idx="2"/>
            </p:cNvCxnSpPr>
            <p:nvPr/>
          </p:nvCxnSpPr>
          <p:spPr>
            <a:xfrm>
              <a:off x="3186242" y="2334552"/>
              <a:ext cx="841954" cy="377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5" name="Oval 374"/>
            <p:cNvSpPr/>
            <p:nvPr/>
          </p:nvSpPr>
          <p:spPr>
            <a:xfrm>
              <a:off x="4030044" y="2915686"/>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76" name="Straight Arrow Connector 375"/>
            <p:cNvCxnSpPr>
              <a:endCxn id="375" idx="2"/>
            </p:cNvCxnSpPr>
            <p:nvPr/>
          </p:nvCxnSpPr>
          <p:spPr>
            <a:xfrm flipV="1">
              <a:off x="3188089" y="3059487"/>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7" name="Straight Arrow Connector 376"/>
            <p:cNvCxnSpPr>
              <a:endCxn id="375" idx="2"/>
            </p:cNvCxnSpPr>
            <p:nvPr/>
          </p:nvCxnSpPr>
          <p:spPr>
            <a:xfrm flipV="1">
              <a:off x="3188088" y="3059487"/>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8" name="Straight Arrow Connector 377"/>
            <p:cNvCxnSpPr>
              <a:endCxn id="375" idx="2"/>
            </p:cNvCxnSpPr>
            <p:nvPr/>
          </p:nvCxnSpPr>
          <p:spPr>
            <a:xfrm flipV="1">
              <a:off x="3188087" y="3059487"/>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9" name="Straight Arrow Connector 378"/>
            <p:cNvCxnSpPr>
              <a:stCxn id="321" idx="6"/>
              <a:endCxn id="375" idx="2"/>
            </p:cNvCxnSpPr>
            <p:nvPr/>
          </p:nvCxnSpPr>
          <p:spPr>
            <a:xfrm>
              <a:off x="3186241" y="2707856"/>
              <a:ext cx="843803" cy="35163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0" name="Straight Arrow Connector 379"/>
            <p:cNvCxnSpPr>
              <a:stCxn id="316" idx="6"/>
              <a:endCxn id="375" idx="2"/>
            </p:cNvCxnSpPr>
            <p:nvPr/>
          </p:nvCxnSpPr>
          <p:spPr>
            <a:xfrm>
              <a:off x="3186242" y="2334552"/>
              <a:ext cx="843802" cy="72493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1" name="Oval 380"/>
            <p:cNvSpPr/>
            <p:nvPr/>
          </p:nvSpPr>
          <p:spPr>
            <a:xfrm>
              <a:off x="4028195" y="326390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82" name="Straight Arrow Connector 381"/>
            <p:cNvCxnSpPr>
              <a:stCxn id="355" idx="6"/>
              <a:endCxn id="381" idx="2"/>
            </p:cNvCxnSpPr>
            <p:nvPr/>
          </p:nvCxnSpPr>
          <p:spPr>
            <a:xfrm flipV="1">
              <a:off x="3186239" y="3407701"/>
              <a:ext cx="841956" cy="981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3" name="Straight Arrow Connector 382"/>
            <p:cNvCxnSpPr>
              <a:endCxn id="381" idx="2"/>
            </p:cNvCxnSpPr>
            <p:nvPr/>
          </p:nvCxnSpPr>
          <p:spPr>
            <a:xfrm flipV="1">
              <a:off x="3186239" y="340770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4" name="Straight Arrow Connector 383"/>
            <p:cNvCxnSpPr>
              <a:stCxn id="325" idx="6"/>
              <a:endCxn id="381" idx="2"/>
            </p:cNvCxnSpPr>
            <p:nvPr/>
          </p:nvCxnSpPr>
          <p:spPr>
            <a:xfrm>
              <a:off x="3186240" y="3066578"/>
              <a:ext cx="841955" cy="34112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5" name="Straight Arrow Connector 384"/>
            <p:cNvCxnSpPr>
              <a:stCxn id="321" idx="6"/>
              <a:endCxn id="381" idx="2"/>
            </p:cNvCxnSpPr>
            <p:nvPr/>
          </p:nvCxnSpPr>
          <p:spPr>
            <a:xfrm>
              <a:off x="3186241" y="2707856"/>
              <a:ext cx="841954" cy="6998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6" name="Straight Arrow Connector 385"/>
            <p:cNvCxnSpPr>
              <a:stCxn id="316" idx="6"/>
              <a:endCxn id="381" idx="2"/>
            </p:cNvCxnSpPr>
            <p:nvPr/>
          </p:nvCxnSpPr>
          <p:spPr>
            <a:xfrm>
              <a:off x="3186242" y="2334552"/>
              <a:ext cx="841953" cy="10731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7" name="Oval 386"/>
            <p:cNvSpPr/>
            <p:nvPr/>
          </p:nvSpPr>
          <p:spPr>
            <a:xfrm>
              <a:off x="4028194" y="36471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88" name="Straight Arrow Connector 387"/>
            <p:cNvCxnSpPr>
              <a:endCxn id="387" idx="2"/>
            </p:cNvCxnSpPr>
            <p:nvPr/>
          </p:nvCxnSpPr>
          <p:spPr>
            <a:xfrm flipV="1">
              <a:off x="3186239" y="37909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9" name="Straight Arrow Connector 388"/>
            <p:cNvCxnSpPr>
              <a:stCxn id="355" idx="6"/>
              <a:endCxn id="387" idx="2"/>
            </p:cNvCxnSpPr>
            <p:nvPr/>
          </p:nvCxnSpPr>
          <p:spPr>
            <a:xfrm>
              <a:off x="3186239" y="3417514"/>
              <a:ext cx="841955" cy="37343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0" name="Straight Arrow Connector 389"/>
            <p:cNvCxnSpPr>
              <a:stCxn id="325" idx="6"/>
              <a:endCxn id="387" idx="2"/>
            </p:cNvCxnSpPr>
            <p:nvPr/>
          </p:nvCxnSpPr>
          <p:spPr>
            <a:xfrm>
              <a:off x="3186240" y="3066578"/>
              <a:ext cx="841954" cy="72437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1" name="Straight Arrow Connector 390"/>
            <p:cNvCxnSpPr>
              <a:stCxn id="321" idx="6"/>
              <a:endCxn id="387" idx="2"/>
            </p:cNvCxnSpPr>
            <p:nvPr/>
          </p:nvCxnSpPr>
          <p:spPr>
            <a:xfrm>
              <a:off x="3186241" y="2707856"/>
              <a:ext cx="841953" cy="108309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2" name="Straight Arrow Connector 391"/>
            <p:cNvCxnSpPr>
              <a:stCxn id="316" idx="6"/>
              <a:endCxn id="387" idx="2"/>
            </p:cNvCxnSpPr>
            <p:nvPr/>
          </p:nvCxnSpPr>
          <p:spPr>
            <a:xfrm>
              <a:off x="3186242" y="2334552"/>
              <a:ext cx="841952" cy="145639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3" name="Straight Arrow Connector 392"/>
            <p:cNvCxnSpPr>
              <a:stCxn id="363" idx="6"/>
              <a:endCxn id="317" idx="2"/>
            </p:cNvCxnSpPr>
            <p:nvPr/>
          </p:nvCxnSpPr>
          <p:spPr>
            <a:xfrm>
              <a:off x="4314660" y="2334551"/>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4" name="Straight Arrow Connector 393"/>
            <p:cNvCxnSpPr>
              <a:stCxn id="369" idx="6"/>
              <a:endCxn id="317" idx="2"/>
            </p:cNvCxnSpPr>
            <p:nvPr/>
          </p:nvCxnSpPr>
          <p:spPr>
            <a:xfrm flipV="1">
              <a:off x="4314659" y="2513568"/>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5" name="Straight Arrow Connector 394"/>
            <p:cNvCxnSpPr>
              <a:stCxn id="375" idx="6"/>
              <a:endCxn id="317" idx="2"/>
            </p:cNvCxnSpPr>
            <p:nvPr/>
          </p:nvCxnSpPr>
          <p:spPr>
            <a:xfrm flipV="1">
              <a:off x="4316507" y="2513568"/>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6" name="Straight Arrow Connector 395"/>
            <p:cNvCxnSpPr>
              <a:stCxn id="381" idx="6"/>
              <a:endCxn id="317" idx="2"/>
            </p:cNvCxnSpPr>
            <p:nvPr/>
          </p:nvCxnSpPr>
          <p:spPr>
            <a:xfrm flipV="1">
              <a:off x="4314658" y="2513568"/>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7" name="Straight Arrow Connector 396"/>
            <p:cNvCxnSpPr>
              <a:stCxn id="387" idx="6"/>
              <a:endCxn id="317" idx="2"/>
            </p:cNvCxnSpPr>
            <p:nvPr/>
          </p:nvCxnSpPr>
          <p:spPr>
            <a:xfrm flipV="1">
              <a:off x="4314657" y="2513568"/>
              <a:ext cx="787797" cy="127738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8" name="Oval 397"/>
            <p:cNvSpPr/>
            <p:nvPr/>
          </p:nvSpPr>
          <p:spPr>
            <a:xfrm>
              <a:off x="5102453" y="27456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399" name="Straight Arrow Connector 398"/>
            <p:cNvCxnSpPr>
              <a:endCxn id="398" idx="2"/>
            </p:cNvCxnSpPr>
            <p:nvPr/>
          </p:nvCxnSpPr>
          <p:spPr>
            <a:xfrm>
              <a:off x="4314659" y="27104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9" name="Straight Arrow Connector 438"/>
            <p:cNvCxnSpPr>
              <a:endCxn id="398" idx="2"/>
            </p:cNvCxnSpPr>
            <p:nvPr/>
          </p:nvCxnSpPr>
          <p:spPr>
            <a:xfrm flipV="1">
              <a:off x="4314658" y="28894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0" name="Straight Arrow Connector 439"/>
            <p:cNvCxnSpPr>
              <a:endCxn id="398" idx="2"/>
            </p:cNvCxnSpPr>
            <p:nvPr/>
          </p:nvCxnSpPr>
          <p:spPr>
            <a:xfrm flipV="1">
              <a:off x="4316506" y="2889453"/>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1" name="Straight Arrow Connector 440"/>
            <p:cNvCxnSpPr>
              <a:endCxn id="398" idx="2"/>
            </p:cNvCxnSpPr>
            <p:nvPr/>
          </p:nvCxnSpPr>
          <p:spPr>
            <a:xfrm flipV="1">
              <a:off x="4314657" y="2889453"/>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2" name="Straight Arrow Connector 441"/>
            <p:cNvCxnSpPr>
              <a:stCxn id="363" idx="6"/>
              <a:endCxn id="398" idx="2"/>
            </p:cNvCxnSpPr>
            <p:nvPr/>
          </p:nvCxnSpPr>
          <p:spPr>
            <a:xfrm>
              <a:off x="4314660" y="2334551"/>
              <a:ext cx="787793" cy="5549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3" name="Oval 442"/>
            <p:cNvSpPr/>
            <p:nvPr/>
          </p:nvSpPr>
          <p:spPr>
            <a:xfrm>
              <a:off x="5102452" y="3088214"/>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444" name="Straight Arrow Connector 443"/>
            <p:cNvCxnSpPr>
              <a:endCxn id="443" idx="2"/>
            </p:cNvCxnSpPr>
            <p:nvPr/>
          </p:nvCxnSpPr>
          <p:spPr>
            <a:xfrm>
              <a:off x="4314658" y="3052998"/>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5" name="Straight Arrow Connector 444"/>
            <p:cNvCxnSpPr>
              <a:endCxn id="443" idx="2"/>
            </p:cNvCxnSpPr>
            <p:nvPr/>
          </p:nvCxnSpPr>
          <p:spPr>
            <a:xfrm flipV="1">
              <a:off x="4314657" y="3232015"/>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6" name="Straight Arrow Connector 445"/>
            <p:cNvCxnSpPr>
              <a:endCxn id="443" idx="2"/>
            </p:cNvCxnSpPr>
            <p:nvPr/>
          </p:nvCxnSpPr>
          <p:spPr>
            <a:xfrm flipV="1">
              <a:off x="4316505" y="3232015"/>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7" name="Straight Arrow Connector 446"/>
            <p:cNvCxnSpPr>
              <a:stCxn id="369" idx="6"/>
              <a:endCxn id="443" idx="2"/>
            </p:cNvCxnSpPr>
            <p:nvPr/>
          </p:nvCxnSpPr>
          <p:spPr>
            <a:xfrm>
              <a:off x="4314659" y="2712329"/>
              <a:ext cx="787793" cy="51968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8" name="Straight Arrow Connector 447"/>
            <p:cNvCxnSpPr>
              <a:stCxn id="363" idx="6"/>
              <a:endCxn id="443" idx="2"/>
            </p:cNvCxnSpPr>
            <p:nvPr/>
          </p:nvCxnSpPr>
          <p:spPr>
            <a:xfrm>
              <a:off x="4314660" y="2334551"/>
              <a:ext cx="787792" cy="8974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9" name="Oval 448"/>
            <p:cNvSpPr/>
            <p:nvPr/>
          </p:nvSpPr>
          <p:spPr>
            <a:xfrm>
              <a:off x="5102454" y="34505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450" name="Straight Arrow Connector 449"/>
            <p:cNvCxnSpPr>
              <a:endCxn id="449" idx="2"/>
            </p:cNvCxnSpPr>
            <p:nvPr/>
          </p:nvCxnSpPr>
          <p:spPr>
            <a:xfrm>
              <a:off x="4314660" y="34153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1" name="Straight Arrow Connector 450"/>
            <p:cNvCxnSpPr>
              <a:endCxn id="449" idx="2"/>
            </p:cNvCxnSpPr>
            <p:nvPr/>
          </p:nvCxnSpPr>
          <p:spPr>
            <a:xfrm flipV="1">
              <a:off x="4314659" y="35943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2" name="Straight Arrow Connector 451"/>
            <p:cNvCxnSpPr>
              <a:stCxn id="375" idx="6"/>
              <a:endCxn id="449" idx="2"/>
            </p:cNvCxnSpPr>
            <p:nvPr/>
          </p:nvCxnSpPr>
          <p:spPr>
            <a:xfrm>
              <a:off x="4316507" y="3059487"/>
              <a:ext cx="785947" cy="53486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3" name="Straight Arrow Connector 452"/>
            <p:cNvCxnSpPr>
              <a:stCxn id="369" idx="6"/>
              <a:endCxn id="449" idx="2"/>
            </p:cNvCxnSpPr>
            <p:nvPr/>
          </p:nvCxnSpPr>
          <p:spPr>
            <a:xfrm>
              <a:off x="4314659" y="2712329"/>
              <a:ext cx="787795" cy="88202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4" name="Straight Arrow Connector 453"/>
            <p:cNvCxnSpPr>
              <a:stCxn id="363" idx="6"/>
              <a:endCxn id="449" idx="2"/>
            </p:cNvCxnSpPr>
            <p:nvPr/>
          </p:nvCxnSpPr>
          <p:spPr>
            <a:xfrm>
              <a:off x="4314660" y="2334551"/>
              <a:ext cx="787794" cy="12598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pic>
        <p:nvPicPr>
          <p:cNvPr id="4" name="Picture 3"/>
          <p:cNvPicPr>
            <a:picLocks noChangeAspect="1"/>
          </p:cNvPicPr>
          <p:nvPr>
            <p:custDataLst>
              <p:tags r:id="rId15"/>
            </p:custDataLst>
          </p:nvPr>
        </p:nvPicPr>
        <p:blipFill>
          <a:blip r:embed="rId16" cstate="print">
            <a:extLst>
              <a:ext uri="{28A0092B-C50C-407E-A947-70E740481C1C}">
                <a14:useLocalDpi xmlns:a14="http://schemas.microsoft.com/office/drawing/2010/main" val="0"/>
              </a:ext>
            </a:extLst>
          </a:blip>
          <a:stretch>
            <a:fillRect/>
          </a:stretch>
        </p:blipFill>
        <p:spPr>
          <a:xfrm>
            <a:off x="2133600" y="3030410"/>
            <a:ext cx="1022985" cy="291465"/>
          </a:xfrm>
          <a:prstGeom prst="rect">
            <a:avLst/>
          </a:prstGeom>
        </p:spPr>
      </p:pic>
    </p:spTree>
  </p:cSld>
  <p:clrMapOvr>
    <a:masterClrMapping/>
  </p:clrMapOvr>
</p:sld>
</file>

<file path=ppt/tags/tag1.xml><?xml version="1.0" encoding="utf-8"?>
<p:tagLst xmlns:p="http://schemas.openxmlformats.org/presentationml/2006/main">
  <p:tag name="LATEXADDIN" val="\documentclass{article}&#10;\usepackage{amsmath}&#10;\usepackage{color}&#10;\pagestyle{empty}&#10;\begin{document}&#10;&#10;$&#10;g(\theta_0 + \theta_1 x_1 + \theta_2 x_2$&#10;&#10;$+ \theta_3 x_1 x_2 + \theta_4 x_1^2 x_2 $&#10;&#10;$+ \theta_5 x_1^3 x_2 + \theta_6 x_1 x_2^2 + \dots)&#10;$&#10;&#10;\end{document}"/>
  <p:tag name="IGUANATEXSIZE" val="24"/>
</p:tagLst>
</file>

<file path=ppt/tags/tag2.xml><?xml version="1.0" encoding="utf-8"?>
<p:tagLst xmlns:p="http://schemas.openxmlformats.org/presentationml/2006/main">
  <p:tag name="LATEXADDIN" val="\documentclass{article}&#10;\usepackage{amsmath}&#10;\usepackage{color}&#10;\pagestyle{empty}&#10;\begin{document}&#10;&#10;$&#10;x_1 =&#10;$&#10;&#10;\end{document}"/>
  <p:tag name="IGUANATEXSIZE" val="24"/>
</p:tagLst>
</file>

<file path=ppt/tags/tag3.xml><?xml version="1.0" encoding="utf-8"?>
<p:tagLst xmlns:p="http://schemas.openxmlformats.org/presentationml/2006/main">
  <p:tag name="LATEXADDIN" val="\documentclass{article}&#10;\usepackage{amsmath}&#10;\usepackage{color}&#10;\pagestyle{empty}&#10;\begin{document}&#10;&#10;$&#10;x_2 =&#10;$&#10;&#10;\end{document}"/>
  <p:tag name="IGUANATEXSIZE" val="24"/>
</p:tagLst>
</file>

<file path=ppt/tags/tag4.xml><?xml version="1.0" encoding="utf-8"?>
<p:tagLst xmlns:p="http://schemas.openxmlformats.org/presentationml/2006/main">
  <p:tag name="LATEXADDIN" val="\documentclass{article}&#10;\usepackage{amsmath}&#10;\usepackage{color}&#10;\pagestyle{empty}&#10;\begin{document}&#10;&#10;$&#10;x_3 =&#10;$&#10;&#10;\end{document}"/>
  <p:tag name="IGUANATEXSIZE" val="24"/>
</p:tagLst>
</file>

<file path=ppt/tags/tag5.xml><?xml version="1.0" encoding="utf-8"?>
<p:tagLst xmlns:p="http://schemas.openxmlformats.org/presentationml/2006/main">
  <p:tag name="LATEXADDIN" val="\documentclass{article}&#10;\usepackage{amsmath}&#10;\usepackage{color}&#10;\pagestyle{empty}&#10;\begin{document}&#10;&#10;$&#10;x_4 =&#10;$&#10;&#10;\end{document}"/>
  <p:tag name="IGUANATEXSIZE" val="24"/>
</p:tagLst>
</file>

<file path=ppt/tags/tag6.xml><?xml version="1.0" encoding="utf-8"?>
<p:tagLst xmlns:p="http://schemas.openxmlformats.org/presentationml/2006/main">
  <p:tag name="LATEXADDIN" val="\documentclass{article}&#10;\usepackage{amsmath}&#10;\usepackage{color}&#10;\pagestyle{empty}&#10;\begin{document}&#10;&#10;$&#10;x_{100}&#10;$&#10;&#10;\end{document}"/>
  <p:tag name="IGUANATEXSIZE" val="24"/>
</p:tagLst>
</file>

<file path=ppt/tags/tag7.xml><?xml version="1.0" encoding="utf-8"?>
<p:tagLst xmlns:p="http://schemas.openxmlformats.org/presentationml/2006/main">
  <p:tag name="LATEXADDIN" val="\documentclass{article}&#10;\usepackage{amsmath}&#10;\usepackage{color}&#10;\pagestyle{empty}&#10;\begin{document}&#10;&#10;$&#10;\dots&#10;$&#10;&#10;\end{document}"/>
  <p:tag name="IGUANATEXSIZE" val="24"/>
</p:tagLst>
</file>

<file path=ppt/tags/tag8.xml><?xml version="1.0" encoding="utf-8"?>
<p:tagLst xmlns:p="http://schemas.openxmlformats.org/presentationml/2006/main">
  <p:tag name="LATEXADDIN" val="\documentclass{article}&#10;\usepackage{amsmath}&#10;\usepackage{color}&#10;\pagestyle{empty}&#10;\begin{document}&#10;&#10;$&#10;a_i^{(j)} =&#10;$&#10;&#10;\end{document}"/>
  <p:tag name="IGUANATEXSIZE" val="20"/>
</p:tagLst>
</file>

<file path=ppt/tags/tag9.xml><?xml version="1.0" encoding="utf-8"?>
<p:tagLst xmlns:p="http://schemas.openxmlformats.org/presentationml/2006/main">
  <p:tag name="LATEXADDIN" val="\documentclass{article}&#10;\usepackage{amsmath}&#10;\usepackage{color}&#10;\pagestyle{empty}&#10;\begin{document}&#10;&#10;$&#10;\Theta^{(j)} =&#10;$&#10;&#10;\end{document}"/>
  <p:tag name="IGUANATEXSIZE" val="20"/>
</p:tagLst>
</file>

<file path=ppt/tags/tag10.xml><?xml version="1.0" encoding="utf-8"?>
<p:tagLst xmlns:p="http://schemas.openxmlformats.org/presentationml/2006/main">
  <p:tag name="LATEXADDIN" val="\documentclass{article}&#10;\usepackage{amsmath}&#10;\usepackage{color}&#10;\pagestyle{empty}&#10;\begin{document}&#10;&#10;$&#10;i&#10;$&#10;&#10;\end{document}"/>
  <p:tag name="IGUANATEXSIZE" val="20"/>
</p:tagLst>
</file>

<file path=ppt/tags/tag11.xml><?xml version="1.0" encoding="utf-8"?>
<p:tagLst xmlns:p="http://schemas.openxmlformats.org/presentationml/2006/main">
  <p:tag name="LATEXADDIN" val="\documentclass{article}&#10;\usepackage{amsmath}&#10;\usepackage{color}&#10;\pagestyle{empty}&#10;\begin{document}&#10;&#10;$&#10;j&#10;$&#10;&#10;\end{document}"/>
  <p:tag name="IGUANATEXSIZE" val="20"/>
</p:tagLst>
</file>

<file path=ppt/tags/tag12.xml><?xml version="1.0" encoding="utf-8"?>
<p:tagLst xmlns:p="http://schemas.openxmlformats.org/presentationml/2006/main">
  <p:tag name="LATEXADDIN" val="\documentclass{article}&#10;\usepackage{amsmath}&#10;\usepackage{color}&#10;\pagestyle{empty}&#10;\begin{document}&#10;&#10;$&#10;j&#10;$&#10;&#10;\end{document}"/>
  <p:tag name="IGUANATEXSIZE" val="20"/>
</p:tagLst>
</file>

<file path=ppt/tags/tag13.xml><?xml version="1.0" encoding="utf-8"?>
<p:tagLst xmlns:p="http://schemas.openxmlformats.org/presentationml/2006/main">
  <p:tag name="LATEXADDIN" val="\documentclass{article}&#10;\usepackage{amsmath}&#10;\usepackage{color}&#10;\pagestyle{empty}&#10;\begin{document}&#10;&#10;$&#10;j+1&#10;$&#10;&#10;\end{document}"/>
  <p:tag name="IGUANATEXSIZE" val="20"/>
</p:tagLst>
</file>

<file path=ppt/tags/tag14.xml><?xml version="1.0" encoding="utf-8"?>
<p:tagLst xmlns:p="http://schemas.openxmlformats.org/presentationml/2006/main">
  <p:tag name="LATEXADDIN" val="\documentclass{article}&#10;\usepackage{amsmath}&#10;\usepackage{color}&#10;\pagestyle{empty}&#10;\begin{document}&#10;&#10;$&#10;a_1^{(2)} = g(\Theta_{10}^{(1)} x_0 + \Theta_{11}^{(1)} x_1 + \Theta_{12}^{(1)} x_2 + \Theta_{13}^{(1)} x_3)&#10;$&#10;&#10;\end{document}"/>
  <p:tag name="IGUANATEXSIZE" val="20"/>
</p:tagLst>
</file>

<file path=ppt/tags/tag15.xml><?xml version="1.0" encoding="utf-8"?>
<p:tagLst xmlns:p="http://schemas.openxmlformats.org/presentationml/2006/main">
  <p:tag name="LATEXADDIN" val="\documentclass{article}&#10;\usepackage{amsmath}&#10;\usepackage{color}&#10;\pagestyle{empty}&#10;\begin{document}&#10;&#10;$&#10;a_2^{(2)} = g(\Theta_{20}^{(1)} x_0 + \Theta_{21}^{(1)} x_1 + \Theta_{22}^{(1)} x_2 + \Theta_{23}^{(1)} x_3)&#10;$&#10;&#10;\end{document}"/>
  <p:tag name="IGUANATEXSIZE" val="20"/>
</p:tagLst>
</file>

<file path=ppt/tags/tag16.xml><?xml version="1.0" encoding="utf-8"?>
<p:tagLst xmlns:p="http://schemas.openxmlformats.org/presentationml/2006/main">
  <p:tag name="LATEXADDIN" val="\documentclass{article}&#10;\usepackage{amsmath}&#10;\usepackage{color}&#10;\pagestyle{empty}&#10;\begin{document}&#10;&#10;$&#10;a_3^{(2)} = g(\Theta_{30}^{(1)} x_0 + \Theta_{31}^{(1)} x_1 + \Theta_{32}^{(1)} x_2 + \Theta_{33}^{(1)} x_3)&#10;$&#10;&#10;\end{document}"/>
  <p:tag name="IGUANATEXSIZE" val="20"/>
</p:tagLst>
</file>

<file path=ppt/tags/tag17.xml><?xml version="1.0" encoding="utf-8"?>
<p:tagLst xmlns:p="http://schemas.openxmlformats.org/presentationml/2006/main">
  <p:tag name="LATEXADDIN" val="\documentclass{article}&#10;\usepackage{amsmath}&#10;\usepackage{color}&#10;\pagestyle{empty}&#10;\begin{document}&#10;&#10;$&#10;h_\Theta(x) = a_1^{(3)} = g(\Theta_{10}^{(2)} a_0^{(2)} + \Theta_{11}^{(2)} a_1^{(2)} + \Theta_{12}^{(2)} a_2^{(2)}+ \Theta_{13}^{(2)} a_3^{(2)})&#10;$&#10;&#10;\end{document}"/>
  <p:tag name="IGUANATEXSIZE" val="20"/>
</p:tagLst>
</file>

<file path=ppt/tags/tag18.xml><?xml version="1.0" encoding="utf-8"?>
<p:tagLst xmlns:p="http://schemas.openxmlformats.org/presentationml/2006/main">
  <p:tag name="LATEXADDIN" val="\documentclass{article}&#10;\usepackage{amsmath}&#10;\usepackage{color}&#10;\pagestyle{empty}&#10;\begin{document}&#10;&#10;$&#10;s_j&#10;$&#10;&#10;\end{document}"/>
  <p:tag name="IGUANATEXSIZE" val="20"/>
</p:tagLst>
</file>

<file path=ppt/tags/tag19.xml><?xml version="1.0" encoding="utf-8"?>
<p:tagLst xmlns:p="http://schemas.openxmlformats.org/presentationml/2006/main">
  <p:tag name="LATEXADDIN" val="\documentclass{article}&#10;\usepackage{amsmath}&#10;\usepackage{color}&#10;\pagestyle{empty}&#10;\begin{document}&#10;&#10;$&#10;j&#10;$&#10;&#10;\end{document}"/>
  <p:tag name="IGUANATEXSIZE" val="20"/>
</p:tagLst>
</file>

<file path=ppt/tags/tag20.xml><?xml version="1.0" encoding="utf-8"?>
<p:tagLst xmlns:p="http://schemas.openxmlformats.org/presentationml/2006/main">
  <p:tag name="LATEXADDIN" val="\documentclass{article}&#10;\usepackage{amsmath}&#10;\usepackage{color}&#10;\pagestyle{empty}&#10;\begin{document}&#10;&#10;$&#10;s_{j+1}&#10;$&#10;&#10;\end{document}"/>
  <p:tag name="IGUANATEXSIZE" val="20"/>
</p:tagLst>
</file>

<file path=ppt/tags/tag21.xml><?xml version="1.0" encoding="utf-8"?>
<p:tagLst xmlns:p="http://schemas.openxmlformats.org/presentationml/2006/main">
  <p:tag name="LATEXADDIN" val="\documentclass{article}&#10;\usepackage{amsmath}&#10;\usepackage{color}&#10;\pagestyle{empty}&#10;\begin{document}&#10;&#10;$&#10;j+1&#10;$&#10;&#10;\end{document}"/>
  <p:tag name="IGUANATEXSIZE" val="20"/>
</p:tagLst>
</file>

<file path=ppt/tags/tag22.xml><?xml version="1.0" encoding="utf-8"?>
<p:tagLst xmlns:p="http://schemas.openxmlformats.org/presentationml/2006/main">
  <p:tag name="LATEXADDIN" val="\documentclass{article}&#10;\usepackage{amsmath}&#10;\usepackage{color}&#10;\pagestyle{empty}&#10;\begin{document}&#10;&#10;$&#10;\Theta^{(j)}&#10;$&#10;&#10;\end{document}"/>
  <p:tag name="IGUANATEXSIZE" val="20"/>
</p:tagLst>
</file>

<file path=ppt/tags/tag23.xml><?xml version="1.0" encoding="utf-8"?>
<p:tagLst xmlns:p="http://schemas.openxmlformats.org/presentationml/2006/main">
  <p:tag name="LATEXADDIN" val="\documentclass{article}&#10;\usepackage{amsmath}&#10;\usepackage{color}&#10;\pagestyle{empty}&#10;\begin{document}&#10;&#10;$&#10;s_{j+1} \times (s_j + 1)&#10;$&#10;&#10;\end{document}"/>
  <p:tag name="IGUANATEXSIZE" val="20"/>
</p:tagLst>
</file>

<file path=ppt/tags/tag24.xml><?xml version="1.0" encoding="utf-8"?>
<p:tagLst xmlns:p="http://schemas.openxmlformats.org/presentationml/2006/main">
  <p:tag name="LATEXADDIN" val="\documentclass{article}&#10;\usepackage{amsmath}&#10;\usepackage{color}&#10;\pagestyle{empty}&#10;\begin{document}&#10;&#10;$&#10;h_\Theta(x)&#10;$&#10;&#10;\end{document}"/>
  <p:tag name="IGUANATEXSIZE" val="20"/>
</p:tagLst>
</file>

<file path=ppt/tags/tag25.xml><?xml version="1.0" encoding="utf-8"?>
<p:tagLst xmlns:p="http://schemas.openxmlformats.org/presentationml/2006/main">
  <p:tag name="LATEXADDIN" val="\documentclass{article}&#10;\usepackage{amsmath}&#10;\usepackage{color}&#10;\pagestyle{empty}&#10;\begin{document}&#10;&#10;$&#10;x_1&#10;$&#10;&#10;\end{document}"/>
  <p:tag name="IGUANATEXSIZE" val="20"/>
</p:tagLst>
</file>

<file path=ppt/tags/tag26.xml><?xml version="1.0" encoding="utf-8"?>
<p:tagLst xmlns:p="http://schemas.openxmlformats.org/presentationml/2006/main">
  <p:tag name="LATEXADDIN" val="\documentclass{article}&#10;\usepackage{amsmath}&#10;\usepackage{color}&#10;\pagestyle{empty}&#10;\begin{document}&#10;&#10;$&#10;x_2&#10;$&#10;&#10;\end{document}"/>
  <p:tag name="IGUANATEXSIZE" val="20"/>
</p:tagLst>
</file>

<file path=ppt/tags/tag27.xml><?xml version="1.0" encoding="utf-8"?>
<p:tagLst xmlns:p="http://schemas.openxmlformats.org/presentationml/2006/main">
  <p:tag name="LATEXADDIN" val="\documentclass{article}&#10;\usepackage{amsmath}&#10;\usepackage{color}&#10;\pagestyle{empty}&#10;\begin{document}&#10;&#10;$&#10;x_3&#10;$&#10;&#10;\end{document}"/>
  <p:tag name="IGUANATEXSIZE" val="20"/>
</p:tagLst>
</file>

<file path=ppt/tags/tag28.xml><?xml version="1.0" encoding="utf-8"?>
<p:tagLst xmlns:p="http://schemas.openxmlformats.org/presentationml/2006/main">
  <p:tag name="LATEXADDIN" val="\documentclass{article}&#10;\usepackage{amsmath}&#10;\usepackage{color}&#10;\pagestyle{empty}&#10;\begin{document}&#10;&#10;$&#10;a_1^{(2)}&#10;$&#10;&#10;\end{document}"/>
  <p:tag name="IGUANATEXSIZE" val="20"/>
</p:tagLst>
</file>

<file path=ppt/tags/tag29.xml><?xml version="1.0" encoding="utf-8"?>
<p:tagLst xmlns:p="http://schemas.openxmlformats.org/presentationml/2006/main">
  <p:tag name="LATEXADDIN" val="\documentclass{article}&#10;\usepackage{amsmath}&#10;\usepackage{color}&#10;\pagestyle{empty}&#10;\begin{document}&#10;&#10;$&#10;a_2^{(2)}&#10;$&#10;&#10;\end{document}"/>
  <p:tag name="IGUANATEXSIZE" val="20"/>
</p:tagLst>
</file>

<file path=ppt/tags/tag30.xml><?xml version="1.0" encoding="utf-8"?>
<p:tagLst xmlns:p="http://schemas.openxmlformats.org/presentationml/2006/main">
  <p:tag name="LATEXADDIN" val="\documentclass{article}&#10;\usepackage{amsmath}&#10;\usepackage{color}&#10;\pagestyle{empty}&#10;\begin{document}&#10;&#10;$&#10;a_3^{(2)}&#10;$&#10;&#10;\end{document}"/>
  <p:tag name="IGUANATEXSIZE" val="20"/>
</p:tagLst>
</file>

<file path=ppt/tags/tag31.xml><?xml version="1.0" encoding="utf-8"?>
<p:tagLst xmlns:p="http://schemas.openxmlformats.org/presentationml/2006/main">
  <p:tag name="LATEXADDIN" val="\documentclass{article}&#10;\usepackage{amsmath}&#10;\usepackage{color}&#10;\pagestyle{empty}&#10;\begin{document}&#10;&#10;$&#10;h_\Theta(x) = g(\Theta_{10}^{(2)} a_0^{(2)} + \Theta_{11}^{(2)} a_1^{(2)}&#10;+ \Theta_{12}^{(2)} a_2^{(2)}+ \Theta_{13}^{(2)} a_3^{(2)})&#10;$&#10;&#10;\end{document}"/>
  <p:tag name="IGUANATEXSIZE" val="20"/>
</p:tagLst>
</file>

<file path=ppt/tags/tag32.xml><?xml version="1.0" encoding="utf-8"?>
<p:tagLst xmlns:p="http://schemas.openxmlformats.org/presentationml/2006/main">
  <p:tag name="LATEXADDIN" val="\documentclass{article}&#10;\usepackage{amsmath}&#10;\usepackage{color}&#10;\pagestyle{empty}&#10;\begin{document}&#10;&#10;$&#10;x = \begin{bmatrix}&#10;x_0\\x_1\\x_2\\x_3&#10;\end{bmatrix}&#10;$&#10;&#10;\end{document}"/>
  <p:tag name="IGUANATEXSIZE" val="20"/>
</p:tagLst>
</file>

<file path=ppt/tags/tag33.xml><?xml version="1.0" encoding="utf-8"?>
<p:tagLst xmlns:p="http://schemas.openxmlformats.org/presentationml/2006/main">
  <p:tag name="LATEXADDIN" val="\documentclass{article}&#10;\usepackage{amsmath}&#10;\usepackage{color}&#10;\pagestyle{empty}&#10;\begin{document}&#10;&#10;$&#10;z^{(2)} = \begin{bmatrix}&#10;z^{(2)}_1\\z^{(2)}_2\\z^{(2)}_3&#10;\end{bmatrix}&#10;$&#10;&#10;\end{document}"/>
  <p:tag name="IGUANATEXSIZE" val="20"/>
</p:tagLst>
</file>

<file path=ppt/tags/tag34.xml><?xml version="1.0" encoding="utf-8"?>
<p:tagLst xmlns:p="http://schemas.openxmlformats.org/presentationml/2006/main">
  <p:tag name="LATEXADDIN" val="\documentclass{article}&#10;\usepackage{amsmath}&#10;\usepackage{color}&#10;\pagestyle{empty}&#10;\begin{document}&#10;&#10;$&#10;a_1^{(2)} = g(\Theta_{10}^{(1)} x_0 + \Theta_{11}^{(1)} x_1 + \Theta_{12}^{(1)} x_2 + \Theta_{13}^{(1)} x_3)&#10;$&#10;&#10;\end{document}"/>
  <p:tag name="IGUANATEXSIZE" val="20"/>
</p:tagLst>
</file>

<file path=ppt/tags/tag35.xml><?xml version="1.0" encoding="utf-8"?>
<p:tagLst xmlns:p="http://schemas.openxmlformats.org/presentationml/2006/main">
  <p:tag name="LATEXADDIN" val="\documentclass{article}&#10;\usepackage{amsmath}&#10;\usepackage{color}&#10;\pagestyle{empty}&#10;\begin{document}&#10;&#10;$&#10;a_2^{(2)} = g(\Theta_{20}^{(1)} x_0 + \Theta_{21}^{(1)} x_1 + \Theta_{22}^{(1)} x_2 + \Theta_{23}^{(1)} x_3)&#10;$&#10;&#10;\end{document}"/>
  <p:tag name="IGUANATEXSIZE" val="20"/>
</p:tagLst>
</file>

<file path=ppt/tags/tag36.xml><?xml version="1.0" encoding="utf-8"?>
<p:tagLst xmlns:p="http://schemas.openxmlformats.org/presentationml/2006/main">
  <p:tag name="LATEXADDIN" val="\documentclass{article}&#10;\usepackage{amsmath}&#10;\usepackage{color}&#10;\pagestyle{empty}&#10;\begin{document}&#10;&#10;$&#10;a_3^{(2)} = g(\Theta_{30}^{(1)} x_0 + \Theta_{31}^{(1)} x_1 + \Theta_{32}^{(1)} x_2 + \Theta_{33}^{(1)} x_3)&#10;$&#10;&#10;\end{document}"/>
  <p:tag name="IGUANATEXSIZE" val="20"/>
</p:tagLst>
</file>

<file path=ppt/tags/tag37.xml><?xml version="1.0" encoding="utf-8"?>
<p:tagLst xmlns:p="http://schemas.openxmlformats.org/presentationml/2006/main">
  <p:tag name="LATEXADDIN" val="\documentclass{article}&#10;\usepackage{amsmath}&#10;\usepackage{color}&#10;\pagestyle{empty}&#10;\begin{document}&#10;&#10;$&#10;z^{(2)} = \Theta^{(1)} x&#10;$&#10;&#10;\end{document}"/>
  <p:tag name="IGUANATEXSIZE" val="20"/>
</p:tagLst>
</file>

<file path=ppt/tags/tag38.xml><?xml version="1.0" encoding="utf-8"?>
<p:tagLst xmlns:p="http://schemas.openxmlformats.org/presentationml/2006/main">
  <p:tag name="LATEXADDIN" val="\documentclass{article}&#10;\usepackage{amsmath}&#10;\usepackage{color}&#10;\pagestyle{empty}&#10;\begin{document}&#10;&#10;$&#10;a^{(2)} = g(z^{(2)})&#10;$&#10;&#10;\end{document}"/>
  <p:tag name="IGUANATEXSIZE" val="20"/>
</p:tagLst>
</file>

<file path=ppt/tags/tag39.xml><?xml version="1.0" encoding="utf-8"?>
<p:tagLst xmlns:p="http://schemas.openxmlformats.org/presentationml/2006/main">
  <p:tag name="LATEXADDIN" val="\documentclass{article}&#10;\usepackage{amsmath}&#10;\usepackage{color}&#10;\pagestyle{empty}&#10;\begin{document}&#10;&#10;$&#10;z^{(3)} = \Theta^{(2)} a^{(2)}&#10;$&#10;&#10;\end{document}"/>
  <p:tag name="IGUANATEXSIZE" val="20"/>
</p:tagLst>
</file>

<file path=ppt/tags/tag40.xml><?xml version="1.0" encoding="utf-8"?>
<p:tagLst xmlns:p="http://schemas.openxmlformats.org/presentationml/2006/main">
  <p:tag name="LATEXADDIN" val="\documentclass{article}&#10;\usepackage{amsmath}&#10;\usepackage{color}&#10;\pagestyle{empty}&#10;\begin{document}&#10;&#10;$&#10;h_\Theta(x) = a^{(3)} = g(z^{(3)})&#10;$&#10;&#10;\end{document}"/>
  <p:tag name="IGUANATEXSIZE" val="20"/>
</p:tagLst>
</file>

<file path=ppt/tags/tag41.xml><?xml version="1.0" encoding="utf-8"?>
<p:tagLst xmlns:p="http://schemas.openxmlformats.org/presentationml/2006/main">
  <p:tag name="LATEXADDIN" val="\documentclass{article}&#10;\usepackage{amsmath}&#10;\usepackage{color}&#10;\pagestyle{empty}&#10;\begin{document}&#10;&#10;$&#10;a_0^{(2)} =1&#10;$&#10;&#10;\end{document}"/>
  <p:tag name="IGUANATEXSIZE" val="20"/>
</p:tagLst>
</file>

<file path=ppt/tags/tag42.xml><?xml version="1.0" encoding="utf-8"?>
<p:tagLst xmlns:p="http://schemas.openxmlformats.org/presentationml/2006/main">
  <p:tag name="LATEXADDIN" val="\documentclass{article}&#10;\usepackage{amsmath}&#10;\usepackage{color}&#10;\pagestyle{empty}&#10;\begin{document}&#10;&#10;$&#10;h_\Theta(x)&#10;$&#10;&#10;\end{document}"/>
  <p:tag name="IGUANATEXSIZE" val="20"/>
</p:tagLst>
</file>

<file path=ppt/tags/tag43.xml><?xml version="1.0" encoding="utf-8"?>
<p:tagLst xmlns:p="http://schemas.openxmlformats.org/presentationml/2006/main">
  <p:tag name="LATEXADDIN" val="\documentclass{article}&#10;\usepackage{amsmath}&#10;\usepackage{color}&#10;\pagestyle{empty}&#10;\begin{document}&#10;&#10;$&#10;x_1&#10;$&#10;&#10;\end{document}"/>
  <p:tag name="IGUANATEXSIZE" val="20"/>
</p:tagLst>
</file>

<file path=ppt/tags/tag44.xml><?xml version="1.0" encoding="utf-8"?>
<p:tagLst xmlns:p="http://schemas.openxmlformats.org/presentationml/2006/main">
  <p:tag name="LATEXADDIN" val="\documentclass{article}&#10;\usepackage{amsmath}&#10;\usepackage{color}&#10;\pagestyle{empty}&#10;\begin{document}&#10;&#10;$&#10;x_2&#10;$&#10;&#10;\end{document}"/>
  <p:tag name="IGUANATEXSIZE" val="20"/>
</p:tagLst>
</file>

<file path=ppt/tags/tag45.xml><?xml version="1.0" encoding="utf-8"?>
<p:tagLst xmlns:p="http://schemas.openxmlformats.org/presentationml/2006/main">
  <p:tag name="LATEXADDIN" val="\documentclass{article}&#10;\usepackage{amsmath}&#10;\usepackage{color}&#10;\pagestyle{empty}&#10;\begin{document}&#10;&#10;$&#10;x_3&#10;$&#10;&#10;\end{document}"/>
  <p:tag name="IGUANATEXSIZE" val="20"/>
</p:tagLst>
</file>

<file path=ppt/tags/tag46.xml><?xml version="1.0" encoding="utf-8"?>
<p:tagLst xmlns:p="http://schemas.openxmlformats.org/presentationml/2006/main">
  <p:tag name="LATEXADDIN" val="\documentclass{article}&#10;\usepackage{amsmath}&#10;\usepackage{color}&#10;\pagestyle{empty}&#10;\begin{document}&#10;&#10;$&#10;x_1, x_2 \in \{ 0, 1\}&#10;$&#10;&#10;\end{document}"/>
  <p:tag name="IGUANATEXSIZE" val="20"/>
</p:tagLst>
</file>

<file path=ppt/tags/tag47.xml><?xml version="1.0" encoding="utf-8"?>
<p:tagLst xmlns:p="http://schemas.openxmlformats.org/presentationml/2006/main">
  <p:tag name="LATEXADDIN" val="\documentclass{article}&#10;\usepackage{amsmath}&#10;\usepackage{color}&#10;\pagestyle{empty}&#10;\begin{document}&#10;&#10;$y = x_1 $ AND $ x_2$&#10;&#10;\end{document}"/>
  <p:tag name="IGUANATEXSIZE" val="20"/>
</p:tagLst>
</file>

<file path=ppt/tags/tag48.xml><?xml version="1.0" encoding="utf-8"?>
<p:tagLst xmlns:p="http://schemas.openxmlformats.org/presentationml/2006/main">
  <p:tag name="LATEXADDIN" val="\documentclass{article}&#10;\usepackage{amsmath}&#10;\usepackage{color}&#10;\pagestyle{empty}&#10;\begin{document}&#10;&#10;$&#10;x_1&#10;$&#10;&#10;\end{document}"/>
  <p:tag name="IGUANATEXSIZE" val="20"/>
</p:tagLst>
</file>

<file path=ppt/tags/tag49.xml><?xml version="1.0" encoding="utf-8"?>
<p:tagLst xmlns:p="http://schemas.openxmlformats.org/presentationml/2006/main">
  <p:tag name="LATEXADDIN" val="\documentclass{article}&#10;\usepackage{amsmath}&#10;\usepackage{color}&#10;\pagestyle{empty}&#10;\begin{document}&#10;&#10;$&#10;x_2&#10;$&#10;&#10;\end{document}"/>
  <p:tag name="IGUANATEXSIZE" val="20"/>
</p:tagLst>
</file>

<file path=ppt/tags/tag50.xml><?xml version="1.0" encoding="utf-8"?>
<p:tagLst xmlns:p="http://schemas.openxmlformats.org/presentationml/2006/main">
  <p:tag name="LATEXADDIN" val="\documentclass{article}&#10;\usepackage{amsmath}&#10;\usepackage{color}&#10;\pagestyle{empty}&#10;\begin{document}&#10;&#10;$&#10;+1&#10;$&#10;&#10;\end{document}"/>
  <p:tag name="IGUANATEXSIZE" val="20"/>
</p:tagLst>
</file>

<file path=ppt/tags/tag51.xml><?xml version="1.0" encoding="utf-8"?>
<p:tagLst xmlns:p="http://schemas.openxmlformats.org/presentationml/2006/main">
  <p:tag name="LATEXADDIN" val="\documentclass{article}&#10;\usepackage{amsmath}&#10;\pagestyle{empty}&#10;\begin{document}&#10;&#10;&#10;$x_1&#10;$&#10;&#10;\end{document}"/>
  <p:tag name="IGUANATEXSIZE" val="24"/>
</p:tagLst>
</file>

<file path=ppt/tags/tag52.xml><?xml version="1.0" encoding="utf-8"?>
<p:tagLst xmlns:p="http://schemas.openxmlformats.org/presentationml/2006/main">
  <p:tag name="LATEXADDIN" val="\documentclass{article}&#10;\usepackage{amsmath}&#10;\pagestyle{empty}&#10;\begin{document}&#10;&#10;&#10;$&#10;x_2&#10;$&#10;&#10;\end{document}"/>
  <p:tag name="IGUANATEXSIZE" val="24"/>
</p:tagLst>
</file>

<file path=ppt/tags/tag53.xml><?xml version="1.0" encoding="utf-8"?>
<p:tagLst xmlns:p="http://schemas.openxmlformats.org/presentationml/2006/main">
  <p:tag name="LATEXADDIN" val="\documentclass{article}&#10;\usepackage{amsmath}&#10;\pagestyle{empty}&#10;\begin{document}&#10;&#10;&#10;$&#10;g(z)&#10;$&#10;&#10;\end{document}"/>
  <p:tag name="IGUANATEXSIZE" val="24"/>
</p:tagLst>
</file>

<file path=ppt/tags/tag54.xml><?xml version="1.0" encoding="utf-8"?>
<p:tagLst xmlns:p="http://schemas.openxmlformats.org/presentationml/2006/main">
  <p:tag name="LATEXADDIN" val="\documentclass{article}&#10;\usepackage{amsmath}&#10;\usepackage{color}&#10;\pagestyle{empty}&#10;\begin{document}&#10;&#10;$&#10;h_\Theta(x)&#10;$&#10;&#10;\end{document}"/>
  <p:tag name="IGUANATEXSIZE" val="20"/>
</p:tagLst>
</file>

<file path=ppt/tags/tag55.xml><?xml version="1.0" encoding="utf-8"?>
<p:tagLst xmlns:p="http://schemas.openxmlformats.org/presentationml/2006/main">
  <p:tag name="LATEXADDIN" val="\documentclass{article}&#10;\usepackage{amsmath}&#10;\usepackage{color}&#10;\pagestyle{empty}&#10;\begin{document}&#10;&#10;$&#10;h_\Theta(x)&#10;$&#10;&#10;\end{document}"/>
  <p:tag name="IGUANATEXSIZE" val="20"/>
</p:tagLst>
</file>

<file path=ppt/tags/tag56.xml><?xml version="1.0" encoding="utf-8"?>
<p:tagLst xmlns:p="http://schemas.openxmlformats.org/presentationml/2006/main">
  <p:tag name="LATEXADDIN" val="\documentclass{article}&#10;\usepackage{amsmath}&#10;\usepackage{color}&#10;\pagestyle{empty}&#10;\begin{document}&#10;&#10;$&#10;h_\Theta(x)&#10;$&#10;&#10;\end{document}"/>
  <p:tag name="IGUANATEXSIZE" val="20"/>
</p:tagLst>
</file>

<file path=ppt/tags/tag57.xml><?xml version="1.0" encoding="utf-8"?>
<p:tagLst xmlns:p="http://schemas.openxmlformats.org/presentationml/2006/main">
  <p:tag name="LATEXADDIN" val="\documentclass{article}&#10;\usepackage{amsmath}&#10;\usepackage{color}&#10;\pagestyle{empty}&#10;\begin{document}&#10;&#10;$&#10;x_1&#10;$&#10;&#10;\end{document}"/>
  <p:tag name="IGUANATEXSIZE" val="20"/>
</p:tagLst>
</file>

<file path=ppt/tags/tag58.xml><?xml version="1.0" encoding="utf-8"?>
<p:tagLst xmlns:p="http://schemas.openxmlformats.org/presentationml/2006/main">
  <p:tag name="LATEXADDIN" val="\documentclass{article}&#10;\usepackage{amsmath}&#10;\usepackage{color}&#10;\pagestyle{empty}&#10;\begin{document}&#10;&#10;$&#10;x_2&#10;$&#10;&#10;\end{document}"/>
  <p:tag name="IGUANATEXSIZE" val="20"/>
</p:tagLst>
</file>

<file path=ppt/tags/tag59.xml><?xml version="1.0" encoding="utf-8"?>
<p:tagLst xmlns:p="http://schemas.openxmlformats.org/presentationml/2006/main">
  <p:tag name="LATEXADDIN" val="\documentclass{article}&#10;\usepackage{amsmath}&#10;\usepackage{color}&#10;\pagestyle{empty}&#10;\begin{document}&#10;&#10;$&#10;+1&#10;$&#10;&#10;\end{document}"/>
  <p:tag name="IGUANATEXSIZE" val="20"/>
</p:tagLst>
</file>

<file path=ppt/tags/tag60.xml><?xml version="1.0" encoding="utf-8"?>
<p:tagLst xmlns:p="http://schemas.openxmlformats.org/presentationml/2006/main">
  <p:tag name="LATEXADDIN" val="\documentclass{article}&#10;\usepackage{amsmath}&#10;\pagestyle{empty}&#10;\begin{document}&#10;&#10;&#10;$x_1&#10;$&#10;&#10;\end{document}"/>
  <p:tag name="IGUANATEXSIZE" val="24"/>
</p:tagLst>
</file>

<file path=ppt/tags/tag61.xml><?xml version="1.0" encoding="utf-8"?>
<p:tagLst xmlns:p="http://schemas.openxmlformats.org/presentationml/2006/main">
  <p:tag name="LATEXADDIN" val="\documentclass{article}&#10;\usepackage{amsmath}&#10;\pagestyle{empty}&#10;\begin{document}&#10;&#10;&#10;$&#10;x_2&#10;$&#10;&#10;\end{document}"/>
  <p:tag name="IGUANATEXSIZE" val="24"/>
</p:tagLst>
</file>

<file path=ppt/tags/tag62.xml><?xml version="1.0" encoding="utf-8"?>
<p:tagLst xmlns:p="http://schemas.openxmlformats.org/presentationml/2006/main">
  <p:tag name="LATEXADDIN" val="\documentclass{article}&#10;\usepackage{amsmath}&#10;\usepackage{color}&#10;\pagestyle{empty}&#10;\begin{document}&#10;&#10;$&#10;h_\Theta(x)&#10;$&#10;&#10;\end{document}"/>
  <p:tag name="IGUANATEXSIZE" val="20"/>
</p:tagLst>
</file>

<file path=ppt/tags/tag63.xml><?xml version="1.0" encoding="utf-8"?>
<p:tagLst xmlns:p="http://schemas.openxmlformats.org/presentationml/2006/main">
  <p:tag name="LATEXADDIN" val="\documentclass{article}&#10;\usepackage{amsmath}&#10;\usepackage{color}&#10;\pagestyle{empty}&#10;\begin{document}&#10;&#10;$&#10;x_1&#10;$&#10;&#10;\end{document}"/>
  <p:tag name="IGUANATEXSIZE" val="20"/>
</p:tagLst>
</file>

<file path=ppt/tags/tag64.xml><?xml version="1.0" encoding="utf-8"?>
<p:tagLst xmlns:p="http://schemas.openxmlformats.org/presentationml/2006/main">
  <p:tag name="LATEXADDIN" val="\documentclass{article}&#10;\usepackage{amsmath}&#10;\usepackage{color}&#10;\pagestyle{empty}&#10;\begin{document}&#10;&#10;$&#10;x_2&#10;$&#10;&#10;\end{document}"/>
  <p:tag name="IGUANATEXSIZE" val="20"/>
</p:tagLst>
</file>

<file path=ppt/tags/tag65.xml><?xml version="1.0" encoding="utf-8"?>
<p:tagLst xmlns:p="http://schemas.openxmlformats.org/presentationml/2006/main">
  <p:tag name="LATEXADDIN" val="\documentclass{article}&#10;\usepackage{amsmath}&#10;\usepackage{color}&#10;\pagestyle{empty}&#10;\begin{document}&#10;&#10;$&#10;y = x_1 $ XOR $ x_2$&#10;&#10;\end{document}"/>
  <p:tag name="IGUANATEXSIZE" val="20"/>
</p:tagLst>
</file>

<file path=ppt/tags/tag66.xml><?xml version="1.0" encoding="utf-8"?>
<p:tagLst xmlns:p="http://schemas.openxmlformats.org/presentationml/2006/main">
  <p:tag name="LATEXADDIN" val="\documentclass{article}&#10;\usepackage{amsmath}&#10;\usepackage{color}&#10;\pagestyle{empty}&#10;\begin{document}&#10;&#10;$&#10;x_1 $ XNOR $ x_2$&#10;&#10;\end{document}"/>
  <p:tag name="IGUANATEXSIZE" val="20"/>
</p:tagLst>
</file>

<file path=ppt/tags/tag67.xml><?xml version="1.0" encoding="utf-8"?>
<p:tagLst xmlns:p="http://schemas.openxmlformats.org/presentationml/2006/main">
  <p:tag name="LATEXADDIN" val="\documentclass{article}&#10;\usepackage{amsmath}&#10;\usepackage{color}&#10;\pagestyle{empty}&#10;\begin{document}&#10;&#10;NOT ($x_1 $ XOR $ x_2$)&#10;&#10;\end{document}"/>
  <p:tag name="IGUANATEXSIZE" val="20"/>
</p:tagLst>
</file>

<file path=ppt/tags/tag68.xml><?xml version="1.0" encoding="utf-8"?>
<p:tagLst xmlns:p="http://schemas.openxmlformats.org/presentationml/2006/main">
  <p:tag name="LATEXADDIN" val="\documentclass{article}&#10;\usepackage{amsmath}&#10;\usepackage{color}&#10;\pagestyle{empty}&#10;\begin{document}&#10;&#10;$x_1 $ XNOR $ x_2$&#10;&#10;\end{document}"/>
  <p:tag name="IGUANATEXSIZE" val="24"/>
</p:tagLst>
</file>

<file path=ppt/tags/tag69.xml><?xml version="1.0" encoding="utf-8"?>
<p:tagLst xmlns:p="http://schemas.openxmlformats.org/presentationml/2006/main">
  <p:tag name="LATEXADDIN" val="\documentclass{article}&#10;\usepackage{amsmath}&#10;\usepackage{color}&#10;\pagestyle{empty}&#10;\begin{document}&#10;&#10;$&#10;x_1&#10;$&#10;&#10;\end{document}"/>
  <p:tag name="IGUANATEXSIZE" val="20"/>
</p:tagLst>
</file>

<file path=ppt/tags/tag70.xml><?xml version="1.0" encoding="utf-8"?>
<p:tagLst xmlns:p="http://schemas.openxmlformats.org/presentationml/2006/main">
  <p:tag name="LATEXADDIN" val="\documentclass{article}&#10;\usepackage{amsmath}&#10;\usepackage{color}&#10;\pagestyle{empty}&#10;\begin{document}&#10;&#10;$&#10;x_2&#10;$&#10;&#10;\end{document}"/>
  <p:tag name="IGUANATEXSIZE" val="20"/>
</p:tagLst>
</file>

<file path=ppt/tags/tag71.xml><?xml version="1.0" encoding="utf-8"?>
<p:tagLst xmlns:p="http://schemas.openxmlformats.org/presentationml/2006/main">
  <p:tag name="LATEXADDIN" val="\documentclass{article}&#10;\usepackage{amsmath}&#10;\usepackage{color}&#10;\pagestyle{empty}&#10;\begin{document}&#10;&#10;$&#10;+1&#10;$&#10;&#10;\end{document}"/>
  <p:tag name="IGUANATEXSIZE" val="20"/>
</p:tagLst>
</file>

<file path=ppt/tags/tag72.xml><?xml version="1.0" encoding="utf-8"?>
<p:tagLst xmlns:p="http://schemas.openxmlformats.org/presentationml/2006/main">
  <p:tag name="LATEXADDIN" val="\documentclass{article}&#10;\usepackage{amsmath}&#10;\usepackage{color}&#10;\pagestyle{empty}&#10;\begin{document}&#10;&#10;$&#10;h_\Theta(x)&#10;$&#10;&#10;\end{document}"/>
  <p:tag name="IGUANATEXSIZE" val="20"/>
</p:tagLst>
</file>

<file path=ppt/tags/tag73.xml><?xml version="1.0" encoding="utf-8"?>
<p:tagLst xmlns:p="http://schemas.openxmlformats.org/presentationml/2006/main">
  <p:tag name="LATEXADDIN" val="\documentclass{article}&#10;\usepackage{amsmath}&#10;\usepackage{color}&#10;\pagestyle{empty}&#10;\begin{document}&#10;&#10;$&#10;x_1&#10;$&#10;&#10;\end{document}"/>
  <p:tag name="IGUANATEXSIZE" val="20"/>
</p:tagLst>
</file>

<file path=ppt/tags/tag74.xml><?xml version="1.0" encoding="utf-8"?>
<p:tagLst xmlns:p="http://schemas.openxmlformats.org/presentationml/2006/main">
  <p:tag name="LATEXADDIN" val="\documentclass{article}&#10;\usepackage{amsmath}&#10;\usepackage{color}&#10;\pagestyle{empty}&#10;\begin{document}&#10;&#10;$&#10;x_2&#10;$&#10;&#10;\end{document}"/>
  <p:tag name="IGUANATEXSIZE" val="20"/>
</p:tagLst>
</file>

<file path=ppt/tags/tag75.xml><?xml version="1.0" encoding="utf-8"?>
<p:tagLst xmlns:p="http://schemas.openxmlformats.org/presentationml/2006/main">
  <p:tag name="LATEXADDIN" val="\documentclass{article}&#10;\usepackage{amsmath}&#10;\usepackage{color}&#10;\pagestyle{empty}&#10;\begin{document}&#10;&#10;$&#10;+1&#10;$&#10;&#10;\end{document}"/>
  <p:tag name="IGUANATEXSIZE" val="20"/>
</p:tagLst>
</file>

<file path=ppt/tags/tag76.xml><?xml version="1.0" encoding="utf-8"?>
<p:tagLst xmlns:p="http://schemas.openxmlformats.org/presentationml/2006/main">
  <p:tag name="LATEXADDIN" val="\documentclass{article}&#10;\usepackage{amsmath}&#10;\usepackage{color}&#10;\pagestyle{empty}&#10;\begin{document}&#10;&#10;$&#10;h_\Theta(x)&#10;$&#10;&#10;\end{document}"/>
  <p:tag name="IGUANATEXSIZE" val="20"/>
</p:tagLst>
</file>

<file path=ppt/tags/tag77.xml><?xml version="1.0" encoding="utf-8"?>
<p:tagLst xmlns:p="http://schemas.openxmlformats.org/presentationml/2006/main">
  <p:tag name="LATEXADDIN" val="\documentclass{article}&#10;\usepackage{amsmath}&#10;\usepackage{color}&#10;\pagestyle{empty}&#10;\begin{document}&#10;&#10;$&#10;x_1&#10;$&#10;&#10;\end{document}"/>
  <p:tag name="IGUANATEXSIZE" val="20"/>
</p:tagLst>
</file>

<file path=ppt/tags/tag78.xml><?xml version="1.0" encoding="utf-8"?>
<p:tagLst xmlns:p="http://schemas.openxmlformats.org/presentationml/2006/main">
  <p:tag name="LATEXADDIN" val="\documentclass{article}&#10;\usepackage{amsmath}&#10;\usepackage{color}&#10;\pagestyle{empty}&#10;\begin{document}&#10;&#10;$&#10;x_2&#10;$&#10;&#10;\end{document}"/>
  <p:tag name="IGUANATEXSIZE" val="20"/>
</p:tagLst>
</file>

<file path=ppt/tags/tag79.xml><?xml version="1.0" encoding="utf-8"?>
<p:tagLst xmlns:p="http://schemas.openxmlformats.org/presentationml/2006/main">
  <p:tag name="LATEXADDIN" val="\documentclass{article}&#10;\usepackage{amsmath}&#10;\usepackage{color}&#10;\pagestyle{empty}&#10;\begin{document}&#10;&#10;$&#10;+1&#10;$&#10;&#10;\end{document}"/>
  <p:tag name="IGUANATEXSIZE" val="20"/>
</p:tagLst>
</file>

<file path=ppt/tags/tag80.xml><?xml version="1.0" encoding="utf-8"?>
<p:tagLst xmlns:p="http://schemas.openxmlformats.org/presentationml/2006/main">
  <p:tag name="LATEXADDIN" val="\documentclass{article}&#10;\usepackage{amsmath}&#10;\usepackage{color}&#10;\pagestyle{empty}&#10;\begin{document}&#10;&#10;$&#10;h_\Theta(x)&#10;$&#10;&#10;\end{document}"/>
  <p:tag name="IGUANATEXSIZE" val="20"/>
</p:tagLst>
</file>

<file path=ppt/tags/tag81.xml><?xml version="1.0" encoding="utf-8"?>
<p:tagLst xmlns:p="http://schemas.openxmlformats.org/presentationml/2006/main">
  <p:tag name="LATEXADDIN" val="\documentclass{article}&#10;\usepackage{amsmath}&#10;\usepackage{color}&#10;\pagestyle{empty}&#10;\begin{document}&#10;&#10;$x_1 $ AND $ x_2$&#10;&#10;\end{document}"/>
  <p:tag name="IGUANATEXSIZE" val="16"/>
</p:tagLst>
</file>

<file path=ppt/tags/tag82.xml><?xml version="1.0" encoding="utf-8"?>
<p:tagLst xmlns:p="http://schemas.openxmlformats.org/presentationml/2006/main">
  <p:tag name="LATEXADDIN" val="\documentclass{article}&#10;\usepackage{amsmath}&#10;\usepackage{color}&#10;\pagestyle{empty}&#10;\begin{document}&#10;&#10;(NOT $x_1$) AND (NOT $x_2$)&#10;&#10;\end{document}"/>
  <p:tag name="IGUANATEXSIZE" val="16"/>
</p:tagLst>
</file>

<file path=ppt/tags/tag83.xml><?xml version="1.0" encoding="utf-8"?>
<p:tagLst xmlns:p="http://schemas.openxmlformats.org/presentationml/2006/main">
  <p:tag name="LATEXADDIN" val="\documentclass{article}&#10;\usepackage{amsmath}&#10;\usepackage{color}&#10;\pagestyle{empty}&#10;\begin{document}&#10;&#10;$x_1 $ OR $ x_2$&#10;&#10;\end{document}"/>
  <p:tag name="IGUANATEXSIZE" val="16"/>
</p:tagLst>
</file>

<file path=ppt/tags/tag84.xml><?xml version="1.0" encoding="utf-8"?>
<p:tagLst xmlns:p="http://schemas.openxmlformats.org/presentationml/2006/main">
  <p:tag name="LATEXADDIN" val="\documentclass{article}&#10;\usepackage{amsmath}&#10;\pagestyle{empty}&#10;\begin{document}&#10;&#10;&#10;$&#10;x_1&#10;$&#10;&#10;\end{document}"/>
  <p:tag name="IGUANATEXSIZE" val="24"/>
</p:tagLst>
</file>

<file path=ppt/tags/tag85.xml><?xml version="1.0" encoding="utf-8"?>
<p:tagLst xmlns:p="http://schemas.openxmlformats.org/presentationml/2006/main">
  <p:tag name="LATEXADDIN" val="\documentclass{article}&#10;\usepackage{amsmath}&#10;\usepackage{color}&#10;\pagestyle{empty}&#10;\begin{document}&#10;&#10;$&#10;h_\Theta(x)&#10;$&#10;&#10;\end{document}"/>
  <p:tag name="IGUANATEXSIZE" val="24"/>
</p:tagLst>
</file>

<file path=ppt/tags/tag86.xml><?xml version="1.0" encoding="utf-8"?>
<p:tagLst xmlns:p="http://schemas.openxmlformats.org/presentationml/2006/main">
  <p:tag name="LATEXADDIN" val="\documentclass{article}&#10;\usepackage{amsmath}&#10;\pagestyle{empty}&#10;\begin{document}&#10;&#10;&#10;$x_2&#10;$&#10;&#10;\end{document}"/>
  <p:tag name="IGUANATEXSIZE" val="24"/>
</p:tagLst>
</file>

<file path=ppt/tags/tag87.xml><?xml version="1.0" encoding="utf-8"?>
<p:tagLst xmlns:p="http://schemas.openxmlformats.org/presentationml/2006/main">
  <p:tag name="LATEXADDIN" val="\documentclass{article}&#10;\usepackage{amsmath}&#10;\pagestyle{empty}&#10;\begin{document}&#10;&#10;&#10;$&#10;a_1^{(2)}&#10;$&#10;&#10;\end{document}"/>
  <p:tag name="IGUANATEXSIZE" val="24"/>
</p:tagLst>
</file>

<file path=ppt/tags/tag88.xml><?xml version="1.0" encoding="utf-8"?>
<p:tagLst xmlns:p="http://schemas.openxmlformats.org/presentationml/2006/main">
  <p:tag name="LATEXADDIN" val="\documentclass{article}&#10;\usepackage{amsmath}&#10;\pagestyle{empty}&#10;\begin{document}&#10;&#10;&#10;$&#10;a_2^{(2)}&#10;$&#10;&#10;\end{document}"/>
  <p:tag name="IGUANATEXSIZE" val="24"/>
</p:tagLst>
</file>

<file path=ppt/tags/tag89.xml><?xml version="1.0" encoding="utf-8"?>
<p:tagLst xmlns:p="http://schemas.openxmlformats.org/presentationml/2006/main">
  <p:tag name="LATEXADDIN" val="\documentclass{article}&#10;\usepackage{amsmath}&#10;\usepackage{amssymb}&#10;\usepackage{color}&#10;\pagestyle{empty}&#10;\begin{document}&#10;&#10;$&#10;h_\Theta(x) \in \mathbb{R}^4&#10;$&#10;&#10;\end{document}"/>
  <p:tag name="IGUANATEXSIZE" val="24"/>
</p:tagLst>
</file>

<file path=ppt/tags/tag90.xml><?xml version="1.0" encoding="utf-8"?>
<p:tagLst xmlns:p="http://schemas.openxmlformats.org/presentationml/2006/main">
  <p:tag name="LATEXADDIN" val="\documentclass{article}&#10;\usepackage{amsmath}&#10;\usepackage{amssymb}&#10;\usepackage{color}&#10;\pagestyle{empty}&#10;\begin{document}&#10;&#10;$&#10;h_\Theta(x) \approx \left[ \begin{smallmatrix}&#10;1\\0\\0\\0&#10;\end{smallmatrix} \right]&#10;$&#10;&#10;\end{document}"/>
  <p:tag name="IGUANATEXSIZE" val="20"/>
</p:tagLst>
</file>

<file path=ppt/tags/tag91.xml><?xml version="1.0" encoding="utf-8"?>
<p:tagLst xmlns:p="http://schemas.openxmlformats.org/presentationml/2006/main">
  <p:tag name="LATEXADDIN" val="\documentclass{article}&#10;\usepackage{amsmath}&#10;\usepackage{amssymb}&#10;\usepackage{color}&#10;\pagestyle{empty}&#10;\begin{document}&#10;&#10;$&#10;h_\Theta(x) \approx \left[ \begin{smallmatrix}&#10;0\\1\\0\\0&#10;\end{smallmatrix} \right]&#10;$&#10;&#10;\end{document}"/>
  <p:tag name="IGUANATEXSIZE" val="20"/>
</p:tagLst>
</file>

<file path=ppt/tags/tag92.xml><?xml version="1.0" encoding="utf-8"?>
<p:tagLst xmlns:p="http://schemas.openxmlformats.org/presentationml/2006/main">
  <p:tag name="LATEXADDIN" val="\documentclass{article}&#10;\usepackage{amsmath}&#10;\usepackage{amssymb}&#10;\usepackage{color}&#10;\pagestyle{empty}&#10;\begin{document}&#10;&#10;$&#10;h_\Theta(x) \approx \left[ \begin{smallmatrix}&#10;0\\0\\1\\0&#10;\end{smallmatrix} \right]&#10;$&#10;&#10;\end{document}"/>
  <p:tag name="IGUANATEXSIZE" val="20"/>
</p:tagLst>
</file>

<file path=ppt/tags/tag93.xml><?xml version="1.0" encoding="utf-8"?>
<p:tagLst xmlns:p="http://schemas.openxmlformats.org/presentationml/2006/main">
  <p:tag name="LATEXADDIN" val="\documentclass{article}&#10;\usepackage{amsmath}&#10;\usepackage{amssymb}&#10;\usepackage{color}&#10;\pagestyle{empty}&#10;\begin{document}&#10;&#10;$&#10;h_\Theta(x) \in \mathbb{R}^4&#10;$&#10;&#10;\end{document}"/>
  <p:tag name="IGUANATEXSIZE" val="24"/>
</p:tagLst>
</file>

<file path=ppt/tags/tag94.xml><?xml version="1.0" encoding="utf-8"?>
<p:tagLst xmlns:p="http://schemas.openxmlformats.org/presentationml/2006/main">
  <p:tag name="LATEXADDIN" val="\documentclass{article}&#10;\usepackage{amsmath}&#10;\usepackage{amssymb}&#10;\usepackage{color}&#10;\pagestyle{empty}&#10;\begin{document}&#10;&#10;$&#10;h_\Theta(x) \approx \left[ \begin{smallmatrix}&#10;1\\0\\0\\0&#10;\end{smallmatrix} \right]&#10;$&#10;&#10;\end{document}"/>
  <p:tag name="IGUANATEXSIZE" val="20"/>
</p:tagLst>
</file>

<file path=ppt/tags/tag95.xml><?xml version="1.0" encoding="utf-8"?>
<p:tagLst xmlns:p="http://schemas.openxmlformats.org/presentationml/2006/main">
  <p:tag name="LATEXADDIN" val="\documentclass{article}&#10;\usepackage{amsmath}&#10;\usepackage{amssymb}&#10;\usepackage{color}&#10;\pagestyle{empty}&#10;\begin{document}&#10;&#10;$&#10;h_\Theta(x) \approx \left[ \begin{smallmatrix}&#10;0\\1\\0\\0&#10;\end{smallmatrix} \right]&#10;$&#10;&#10;\end{document}"/>
  <p:tag name="IGUANATEXSIZE" val="20"/>
</p:tagLst>
</file>

<file path=ppt/tags/tag96.xml><?xml version="1.0" encoding="utf-8"?>
<p:tagLst xmlns:p="http://schemas.openxmlformats.org/presentationml/2006/main">
  <p:tag name="LATEXADDIN" val="\documentclass{article}&#10;\usepackage{amsmath}&#10;\usepackage{amssymb}&#10;\usepackage{color}&#10;\pagestyle{empty}&#10;\begin{document}&#10;&#10;$&#10;h_\Theta(x) \approx \left[ \begin{smallmatrix}&#10;0\\0\\1\\0&#10;\end{smallmatrix} \right]&#10;$&#10;&#10;\end{document}"/>
  <p:tag name="IGUANATEXSIZE" val="20"/>
</p:tagLst>
</file>

<file path=ppt/tags/tag97.xml><?xml version="1.0" encoding="utf-8"?>
<p:tagLst xmlns:p="http://schemas.openxmlformats.org/presentationml/2006/main">
  <p:tag name="LATEXADDIN" val="\documentclass{article}&#10;\usepackage{amsmath}&#10;\usepackage{amssymb}&#10;\usepackage{color}&#10;\pagestyle{empty}&#10;\begin{document}&#10;&#10;$&#10;(x^{(1)}, y^{(1)}), (x^{(2)}, y^{(2)}), \dots, (x^{(m)}, y^{(m)}) &#10;$&#10;&#10;\end{document}"/>
  <p:tag name="IGUANATEXSIZE" val="20"/>
</p:tagLst>
</file>

<file path=ppt/tags/tag98.xml><?xml version="1.0" encoding="utf-8"?>
<p:tagLst xmlns:p="http://schemas.openxmlformats.org/presentationml/2006/main">
  <p:tag name="LATEXADDIN" val="\documentclass{article}&#10;\usepackage{amsmath}&#10;\usepackage{amssymb}&#10;\usepackage{color}&#10;\pagestyle{empty}&#10;\begin{document}&#10;&#10;$&#10;y^{(i)}&#10;$&#10;&#10;\end{document}"/>
  <p:tag name="IGUANATEXSIZE" val="20"/>
</p:tagLst>
</file>

<file path=ppt/tags/tag99.xml><?xml version="1.0" encoding="utf-8"?>
<p:tagLst xmlns:p="http://schemas.openxmlformats.org/presentationml/2006/main">
  <p:tag name="LATEXADDIN" val="\documentclass{article}&#10;\usepackage{amsmath}&#10;\usepackage{amssymb}&#10;\usepackage{color}&#10;\pagestyle{empty}&#10;\begin{document}&#10;&#10;$&#10;\left[ \begin{smallmatrix}&#10;1\\0\\0\\0&#10;\end{smallmatrix} \right]&#10;$&#10;&#10;\end{document}"/>
  <p:tag name="IGUANATEXSIZE" val="24"/>
</p:tagLst>
</file>

<file path=ppt/tags/tag100.xml><?xml version="1.0" encoding="utf-8"?>
<p:tagLst xmlns:p="http://schemas.openxmlformats.org/presentationml/2006/main">
  <p:tag name="LATEXADDIN" val="\documentclass{article}&#10;\usepackage{amsmath}&#10;\usepackage{amssymb}&#10;\usepackage{color}&#10;\pagestyle{empty}&#10;\begin{document}&#10;&#10;$&#10;\left[ \begin{smallmatrix}&#10;0\\1\\0\\0&#10;\end{smallmatrix} \right]&#10;$&#10;&#10;\end{document}"/>
  <p:tag name="IGUANATEXSIZE" val="24"/>
</p:tagLst>
</file>

<file path=ppt/tags/tag101.xml><?xml version="1.0" encoding="utf-8"?>
<p:tagLst xmlns:p="http://schemas.openxmlformats.org/presentationml/2006/main">
  <p:tag name="LATEXADDIN" val="\documentclass{article}&#10;\usepackage{amsmath}&#10;\usepackage{amssymb}&#10;\usepackage{color}&#10;\pagestyle{empty}&#10;\begin{document}&#10;&#10;$&#10;\left[ \begin{smallmatrix}&#10;0\\0\\1\\0&#10;\end{smallmatrix} \right]&#10;$&#10;&#10;\end{document}"/>
  <p:tag name="IGUANATEXSIZE" val="24"/>
</p:tagLst>
</file>

<file path=ppt/tags/tag102.xml><?xml version="1.0" encoding="utf-8"?>
<p:tagLst xmlns:p="http://schemas.openxmlformats.org/presentationml/2006/main">
  <p:tag name="LATEXADDIN" val="\documentclass{article}&#10;\usepackage{amsmath}&#10;\usepackage{amssymb}&#10;\usepackage{color}&#10;\pagestyle{empty}&#10;\begin{document}&#10;&#10;$&#10;\left[ \begin{smallmatrix}&#10;0\\0\\0\\1&#10;\end{smallmatrix} \right]&#10;$&#10;&#10;\end{document}"/>
  <p:tag name="IGUANATEXSIZE" val="24"/>
</p:tagLst>
</file>

<file path=ppt/tags/tag103.xml><?xml version="1.0" encoding="utf-8"?>
<p:tagLst xmlns:p="http://schemas.openxmlformats.org/presentationml/2006/main">
  <p:tag name="LATEXADDIN" val="\documentclass{article}&#10;\usepackage{amsmath}&#10;\pagestyle{empty}&#10;\begin{document}&#10;&#10;&#10;$&#10;y = 0 $ or $1$&#10;&#10;\end{document}"/>
  <p:tag name="IGUANATEXSIZE" val="20"/>
</p:tagLst>
</file>

<file path=ppt/tags/tag104.xml><?xml version="1.0" encoding="utf-8"?>
<p:tagLst xmlns:p="http://schemas.openxmlformats.org/presentationml/2006/main">
  <p:tag name="LATEXADDIN" val="\documentclass{article}&#10;\usepackage{amsmath}&#10;\usepackage{amssymb}&#10;\usepackage{color}&#10;\pagestyle{empty}&#10;\begin{document}&#10;&#10;$&#10;y \in \mathbb{R}^K&#10;$&#10;&#10;\end{document}"/>
  <p:tag name="IGUANATEXSIZE" val="24"/>
</p:tagLst>
</file>

<file path=ppt/tags/tag105.xml><?xml version="1.0" encoding="utf-8"?>
<p:tagLst xmlns:p="http://schemas.openxmlformats.org/presentationml/2006/main">
  <p:tag name="LATEXADDIN" val="\documentclass{article}&#10;\usepackage{amsmath}&#10;\usepackage{amssymb}&#10;\usepackage{color}&#10;\pagestyle{empty}&#10;\begin{document}&#10;&#10;$&#10;\{ (x^{(1)}, y^{(1)}), (x^{(2)}, y^{(2)}), \dots, (x^{(m)}, y^{(m)}) \}&#10;$&#10;&#10;\end{document}"/>
  <p:tag name="IGUANATEXSIZE" val="20"/>
</p:tagLst>
</file>

<file path=ppt/tags/tag106.xml><?xml version="1.0" encoding="utf-8"?>
<p:tagLst xmlns:p="http://schemas.openxmlformats.org/presentationml/2006/main">
  <p:tag name="LATEXADDIN" val="\documentclass{article}&#10;\usepackage{amsmath}&#10;\usepackage{amssymb}&#10;\usepackage{color}&#10;\pagestyle{empty}&#10;\begin{document}&#10;&#10;$&#10;L =&#10;$&#10;&#10;\end{document}"/>
  <p:tag name="IGUANATEXSIZE" val="20"/>
</p:tagLst>
</file>

<file path=ppt/tags/tag107.xml><?xml version="1.0" encoding="utf-8"?>
<p:tagLst xmlns:p="http://schemas.openxmlformats.org/presentationml/2006/main">
  <p:tag name="LATEXADDIN" val="\documentclass{article}&#10;\usepackage{amsmath}&#10;\usepackage{amssymb}&#10;\usepackage{color}&#10;\pagestyle{empty}&#10;\begin{document}&#10;&#10;$&#10;s_l =&#10;$&#10;&#10;\end{document}"/>
  <p:tag name="IGUANATEXSIZE" val="20"/>
</p:tagLst>
</file>

<file path=ppt/tags/tag108.xml><?xml version="1.0" encoding="utf-8"?>
<p:tagLst xmlns:p="http://schemas.openxmlformats.org/presentationml/2006/main">
  <p:tag name="LATEXADDIN" val="\documentclass{article}&#10;\usepackage{amsmath}&#10;\usepackage{amssymb}&#10;\usepackage{color}&#10;\pagestyle{empty}&#10;\begin{document}&#10;&#10;$&#10;\left[ \begin{smallmatrix}&#10;1\\0\\0\\0&#10;\end{smallmatrix} \right]&#10;$&#10;&#10;\end{document}"/>
  <p:tag name="IGUANATEXSIZE" val="24"/>
</p:tagLst>
</file>

<file path=ppt/tags/tag109.xml><?xml version="1.0" encoding="utf-8"?>
<p:tagLst xmlns:p="http://schemas.openxmlformats.org/presentationml/2006/main">
  <p:tag name="LATEXADDIN" val="\documentclass{article}&#10;\usepackage{amsmath}&#10;\usepackage{amssymb}&#10;\usepackage{color}&#10;\pagestyle{empty}&#10;\begin{document}&#10;&#10;$&#10;\left[ \begin{smallmatrix}&#10;0\\1\\0\\0&#10;\end{smallmatrix} \right]&#10;$&#10;&#10;\end{document}"/>
  <p:tag name="IGUANATEXSIZE" val="24"/>
</p:tagLst>
</file>

<file path=ppt/tags/tag110.xml><?xml version="1.0" encoding="utf-8"?>
<p:tagLst xmlns:p="http://schemas.openxmlformats.org/presentationml/2006/main">
  <p:tag name="LATEXADDIN" val="\documentclass{article}&#10;\usepackage{amsmath}&#10;\usepackage{amssymb}&#10;\usepackage{color}&#10;\pagestyle{empty}&#10;\begin{document}&#10;&#10;$&#10;\left[ \begin{smallmatrix}&#10;0\\0\\1\\0&#10;\end{smallmatrix} \right]&#10;$&#10;&#10;\end{document}"/>
  <p:tag name="IGUANATEXSIZE" val="24"/>
</p:tagLst>
</file>

<file path=ppt/tags/tag111.xml><?xml version="1.0" encoding="utf-8"?>
<p:tagLst xmlns:p="http://schemas.openxmlformats.org/presentationml/2006/main">
  <p:tag name="LATEXADDIN" val="\documentclass{article}&#10;\usepackage{amsmath}&#10;\usepackage{amssymb}&#10;\usepackage{color}&#10;\pagestyle{empty}&#10;\begin{document}&#10;&#10;$&#10;\left[ \begin{smallmatrix}&#10;0\\0\\0\\1&#10;\end{smallmatrix} \right]&#10;$&#10;&#10;\end{document}"/>
  <p:tag name="IGUANATEXSIZE" val="24"/>
</p:tagLst>
</file>

<file path=ppt/tags/tag112.xml><?xml version="1.0" encoding="utf-8"?>
<p:tagLst xmlns:p="http://schemas.openxmlformats.org/presentationml/2006/main">
  <p:tag name="LATEXADDIN" val="\documentclass{article}&#10;\usepackage{amsmath}&#10;\usepackage{amssymb}&#10;\usepackage{color}&#10;\pagestyle{empty}&#10;\begin{document}&#10;&#10;$&#10;l&#10;$&#10;&#10;\end{document}"/>
  <p:tag name="IGUANATEXSIZE" val="20"/>
</p:tagLst>
</file>

<file path=ppt/tags/tag113.xml><?xml version="1.0" encoding="utf-8"?>
<p:tagLst xmlns:p="http://schemas.openxmlformats.org/presentationml/2006/main">
  <p:tag name="LATEXADDIN" val="\documentclass{article}&#10;\usepackage{amsmath}&#10;\usepackage{amssymb}&#10;\usepackage{color}&#10;\pagestyle{empty}&#10;\begin{document}&#10;&#10;$\displaystyle&#10;J(\theta) = -\frac{1}{m} \left[ \sum^m_{i=1} y^{(i)} \log h_\theta (x^{(i)}) + (1 - y^{(i)}) \log(1-h_\theta(x^{(i)})) \right] + \frac{\lambda}{2m} \sum^n_{j=1} \theta_j^2&#10;$&#10;&#10;\end{document}"/>
  <p:tag name="IGUANATEXSIZE" val="18"/>
</p:tagLst>
</file>

<file path=ppt/tags/tag114.xml><?xml version="1.0" encoding="utf-8"?>
<p:tagLst xmlns:p="http://schemas.openxmlformats.org/presentationml/2006/main">
  <p:tag name="LATEXADDIN" val="\documentclass{article}&#10;\usepackage{amsmath}&#10;\usepackage{amssymb}&#10;\usepackage{color}&#10;\pagestyle{empty}&#10;\begin{document}&#10;&#10;$\displaystyle&#10;J(\Theta) = -\frac{1}{m} \left[ \sum^m_{i=1} \sum^K_{k=1} y^{(i)}_k \log (h_\Theta (x^{(i)}))_k + (1 - y^{(i)}_k) \log(1-(h_\Theta(x^{(i)}))_k) \right] &#10;$&#10;&#10;\end{document}"/>
  <p:tag name="IGUANATEXSIZE" val="18"/>
</p:tagLst>
</file>

<file path=ppt/tags/tag115.xml><?xml version="1.0" encoding="utf-8"?>
<p:tagLst xmlns:p="http://schemas.openxmlformats.org/presentationml/2006/main">
  <p:tag name="LATEXADDIN" val="\documentclass{article}&#10;\usepackage{amsmath}&#10;\usepackage{amssymb}&#10;\usepackage{color}&#10;\pagestyle{empty}&#10;\begin{document}&#10;&#10;$\displaystyle&#10;+ \frac{\lambda}{2m} \sum^{L-1}_{l=1} \sum^{s_l}_{i=1} \sum^{s_{l+1}}_{j=1} (\Theta_{ji}^{(l)})^2&#10;$&#10;&#10;\end{document}"/>
  <p:tag name="IGUANATEXSIZE" val="18"/>
</p:tagLst>
</file>

<file path=ppt/tags/tag116.xml><?xml version="1.0" encoding="utf-8"?>
<p:tagLst xmlns:p="http://schemas.openxmlformats.org/presentationml/2006/main">
  <p:tag name="LATEXADDIN" val="\documentclass{article}&#10;\usepackage{amsmath}&#10;\usepackage{amssymb}&#10;\usepackage{color}&#10;\pagestyle{empty}&#10;\begin{document}&#10;&#10;$&#10;h_\Theta(x) \in \mathbb{R}^K&#10;$&#10;&#10;\end{document}"/>
  <p:tag name="IGUANATEXSIZE" val="24"/>
</p:tagLst>
</file>

<file path=ppt/tags/tag117.xml><?xml version="1.0" encoding="utf-8"?>
<p:tagLst xmlns:p="http://schemas.openxmlformats.org/presentationml/2006/main">
  <p:tag name="LATEXADDIN" val="\documentclass{article}&#10;\usepackage{amsmath}&#10;\usepackage{amssymb}&#10;\usepackage{color}&#10;\pagestyle{empty}&#10;\begin{document}&#10;&#10;$&#10;(h_\Theta(x))_i = i^{th}$ output&#10;&#10;\end{document}"/>
  <p:tag name="IGUANATEXSIZE" val="24"/>
</p:tagLst>
</file>

<file path=ppt/tags/tag118.xml><?xml version="1.0" encoding="utf-8"?>
<p:tagLst xmlns:p="http://schemas.openxmlformats.org/presentationml/2006/main">
  <p:tag name="LATEXADDIN" val="\documentclass{article}&#10;\usepackage{amsmath}&#10;\usepackage{amssymb}&#10;\usepackage{color}&#10;\pagestyle{empty}&#10;\begin{document}&#10;&#10;$\displaystyle&#10;J(\Theta) = -\frac{1}{m} \left[ \sum^m_{i=1} \sum^K_{k=1} y^{(i)}_k \log h_\theta (x^{(i)})_k + (1 - y^{(i)}_k) \log(1-h_\theta(x^{(i)})_k) \right] &#10;$&#10;&#10;\end{document}"/>
  <p:tag name="IGUANATEXSIZE" val="18"/>
</p:tagLst>
</file>

<file path=ppt/tags/tag119.xml><?xml version="1.0" encoding="utf-8"?>
<p:tagLst xmlns:p="http://schemas.openxmlformats.org/presentationml/2006/main">
  <p:tag name="LATEXADDIN" val="\documentclass{article}&#10;\usepackage{amsmath}&#10;\usepackage{amssymb}&#10;\usepackage{color}&#10;\pagestyle{empty}&#10;\begin{document}&#10;&#10;$\displaystyle&#10;+ \frac{\lambda}{2m} \sum^{L-1}_{l=1} \sum^{s_l}_{i=1} \sum^{s_{l+1}}_{j=1} (\Theta_j^{(l)})^2&#10;$&#10;&#10;\end{document}"/>
  <p:tag name="IGUANATEXSIZE" val="18"/>
</p:tagLst>
</file>

<file path=ppt/tags/tag120.xml><?xml version="1.0" encoding="utf-8"?>
<p:tagLst xmlns:p="http://schemas.openxmlformats.org/presentationml/2006/main">
  <p:tag name="LATEXADDIN" val="\documentclass{article}&#10;\usepackage{amsmath}&#10;\usepackage{amssymb}&#10;\usepackage{color}&#10;\pagestyle{empty}&#10;\begin{document}&#10;&#10;$\displaystyle&#10;\min_\Theta J(\Theta)$&#10;&#10;\end{document}"/>
  <p:tag name="IGUANATEXSIZE" val="24"/>
</p:tagLst>
</file>

<file path=ppt/tags/tag121.xml><?xml version="1.0" encoding="utf-8"?>
<p:tagLst xmlns:p="http://schemas.openxmlformats.org/presentationml/2006/main">
  <p:tag name="LATEXADDIN" val="\documentclass{article}&#10;\usepackage{amsmath}&#10;\usepackage{amssymb}&#10;\usepackage{color}&#10;\pagestyle{empty}&#10;\begin{document}&#10;&#10;$\displaystyle&#10;J(\Theta)$&#10;&#10;\end{document}"/>
  <p:tag name="IGUANATEXSIZE" val="24"/>
</p:tagLst>
</file>

<file path=ppt/tags/tag122.xml><?xml version="1.0" encoding="utf-8"?>
<p:tagLst xmlns:p="http://schemas.openxmlformats.org/presentationml/2006/main">
  <p:tag name="LATEXADDIN" val="\documentclass{article}&#10;\usepackage{amsmath}&#10;\usepackage{amssymb}&#10;\usepackage{color}&#10;\pagestyle{empty}&#10;\begin{document}&#10;&#10;$&#10;\frac{\partial}{\partial \Theta_{ij}^{(l)}} J(\Theta)&#10;$&#10;&#10;\end{document}"/>
  <p:tag name="IGUANATEXSIZE" val="24"/>
</p:tagLst>
</file>

<file path=ppt/tags/tag123.xml><?xml version="1.0" encoding="utf-8"?>
<p:tagLst xmlns:p="http://schemas.openxmlformats.org/presentationml/2006/main">
  <p:tag name="LATEXADDIN" val="\documentclass{article}&#10;\usepackage{amsmath}&#10;\usepackage{amssymb}&#10;\usepackage{color}&#10;\pagestyle{empty}&#10;\begin{document}&#10;&#10;$&#10;a^{(1)} = x&#10;$&#10;&#10;\end{document}"/>
  <p:tag name="IGUANATEXSIZE" val="24"/>
</p:tagLst>
</file>

<file path=ppt/tags/tag124.xml><?xml version="1.0" encoding="utf-8"?>
<p:tagLst xmlns:p="http://schemas.openxmlformats.org/presentationml/2006/main">
  <p:tag name="LATEXADDIN" val="\documentclass{article}&#10;\usepackage{amsmath}&#10;\usepackage{amssymb}&#10;\usepackage{color}&#10;\pagestyle{empty}&#10;\begin{document}&#10;&#10;$&#10;x&#10;$&#10;&#10;\end{document}"/>
  <p:tag name="IGUANATEXSIZE" val="24"/>
</p:tagLst>
</file>

<file path=ppt/tags/tag125.xml><?xml version="1.0" encoding="utf-8"?>
<p:tagLst xmlns:p="http://schemas.openxmlformats.org/presentationml/2006/main">
  <p:tag name="LATEXADDIN" val="\documentclass{article}&#10;\usepackage{amsmath}&#10;\usepackage{amssymb}&#10;\usepackage{color}&#10;\pagestyle{empty}&#10;\begin{document}&#10;&#10;$&#10;y&#10;$&#10;&#10;\end{document}"/>
  <p:tag name="IGUANATEXSIZE" val="24"/>
</p:tagLst>
</file>

<file path=ppt/tags/tag126.xml><?xml version="1.0" encoding="utf-8"?>
<p:tagLst xmlns:p="http://schemas.openxmlformats.org/presentationml/2006/main">
  <p:tag name="LATEXADDIN" val="\documentclass{article}&#10;\usepackage{amsmath}&#10;\usepackage{amssymb}&#10;\usepackage{color}&#10;\pagestyle{empty}&#10;\begin{document}&#10;&#10;$&#10;z^{(2)} = \Theta^{(1)} a^{(1)}&#10;$&#10;&#10;\end{document}"/>
  <p:tag name="IGUANATEXSIZE" val="24"/>
</p:tagLst>
</file>

<file path=ppt/tags/tag127.xml><?xml version="1.0" encoding="utf-8"?>
<p:tagLst xmlns:p="http://schemas.openxmlformats.org/presentationml/2006/main">
  <p:tag name="LATEXADDIN" val="\documentclass{article}&#10;\usepackage{amsmath}&#10;\usepackage{amssymb}&#10;\usepackage{color}&#10;\pagestyle{empty}&#10;\begin{document}&#10;&#10;$&#10;a^{(2)} = g(z^{(2)})&#10;$&#10;&#10;\end{document}"/>
  <p:tag name="IGUANATEXSIZE" val="24"/>
</p:tagLst>
</file>

<file path=ppt/tags/tag128.xml><?xml version="1.0" encoding="utf-8"?>
<p:tagLst xmlns:p="http://schemas.openxmlformats.org/presentationml/2006/main">
  <p:tag name="LATEXADDIN" val="\documentclass{article}&#10;\usepackage{amsmath}&#10;\usepackage{amssymb}&#10;\usepackage{color}&#10;\pagestyle{empty}&#10;\begin{document}&#10;&#10;$&#10;z^{(3)} = \Theta^{(2)} a^{(2)}&#10;$&#10;&#10;\end{document}"/>
  <p:tag name="IGUANATEXSIZE" val="24"/>
</p:tagLst>
</file>

<file path=ppt/tags/tag129.xml><?xml version="1.0" encoding="utf-8"?>
<p:tagLst xmlns:p="http://schemas.openxmlformats.org/presentationml/2006/main">
  <p:tag name="LATEXADDIN" val="\documentclass{article}&#10;\usepackage{amsmath}&#10;\usepackage{amssymb}&#10;\usepackage{color}&#10;\pagestyle{empty}&#10;\begin{document}&#10;&#10;$&#10;a^{(3)} = g(z^{(3)})&#10;$&#10;&#10;\end{document}"/>
  <p:tag name="IGUANATEXSIZE" val="24"/>
</p:tagLst>
</file>

<file path=ppt/tags/tag130.xml><?xml version="1.0" encoding="utf-8"?>
<p:tagLst xmlns:p="http://schemas.openxmlformats.org/presentationml/2006/main">
  <p:tag name="LATEXADDIN" val="\documentclass{article}&#10;\usepackage{amsmath}&#10;\usepackage{amssymb}&#10;\usepackage{color}&#10;\pagestyle{empty}&#10;\begin{document}&#10;&#10;$&#10;z^{(4)} = \Theta^{(3)} a^{(3)}&#10;$&#10;&#10;\end{document}"/>
  <p:tag name="IGUANATEXSIZE" val="24"/>
</p:tagLst>
</file>

<file path=ppt/tags/tag131.xml><?xml version="1.0" encoding="utf-8"?>
<p:tagLst xmlns:p="http://schemas.openxmlformats.org/presentationml/2006/main">
  <p:tag name="LATEXADDIN" val="\documentclass{article}&#10;\usepackage{amsmath}&#10;\usepackage{amssymb}&#10;\usepackage{color}&#10;\pagestyle{empty}&#10;\begin{document}&#10;&#10;$&#10;a^{(4)} = h_\Theta(x) = g(z^{(4)})&#10;$&#10;&#10;\end{document}"/>
  <p:tag name="IGUANATEXSIZE" val="24"/>
</p:tagLst>
</file>

<file path=ppt/tags/tag132.xml><?xml version="1.0" encoding="utf-8"?>
<p:tagLst xmlns:p="http://schemas.openxmlformats.org/presentationml/2006/main">
  <p:tag name="LATEXADDIN" val="\documentclass{article}&#10;\usepackage{amsmath}&#10;\usepackage{amssymb}&#10;\usepackage{color}&#10;\pagestyle{empty}&#10;\begin{document}&#10;&#10;(add $&#10;a_0^{(2)}&#10;$)&#10;&#10;\end{document}"/>
  <p:tag name="IGUANATEXSIZE" val="24"/>
</p:tagLst>
</file>

<file path=ppt/tags/tag133.xml><?xml version="1.0" encoding="utf-8"?>
<p:tagLst xmlns:p="http://schemas.openxmlformats.org/presentationml/2006/main">
  <p:tag name="LATEXADDIN" val="\documentclass{article}&#10;\usepackage{amsmath}&#10;\usepackage{amssymb}&#10;\usepackage{color}&#10;\pagestyle{empty}&#10;\begin{document}&#10;&#10;(add $&#10;a_0^{(3)}&#10;$)&#10;&#10;\end{document}"/>
  <p:tag name="IGUANATEXSIZE" val="24"/>
</p:tagLst>
</file>

<file path=ppt/tags/tag134.xml><?xml version="1.0" encoding="utf-8"?>
<p:tagLst xmlns:p="http://schemas.openxmlformats.org/presentationml/2006/main">
  <p:tag name="LATEXADDIN" val="\documentclass{article}&#10;\usepackage{amsmath}&#10;\pagestyle{empty}&#10;\begin{document}&#10;&#10;&#10;$&#10;x^{(i)}&#10;$&#10;&#10;\end{document}"/>
  <p:tag name="IGUANATEXSIZE" val="20"/>
</p:tagLst>
</file>

<file path=ppt/tags/tag135.xml><?xml version="1.0" encoding="utf-8"?>
<p:tagLst xmlns:p="http://schemas.openxmlformats.org/presentationml/2006/main">
  <p:tag name="LATEXADDIN" val="\documentclass{article}&#10;\usepackage{amsmath}&#10;\pagestyle{empty}&#10;\begin{document}&#10;&#10;&#10;$&#10;x^{(i)}&#10;$&#10;&#10;\end{document}"/>
  <p:tag name="IGUANATEXSIZE" val="20"/>
</p:tagLst>
</file>

<file path=ppt/tags/tag136.xml><?xml version="1.0" encoding="utf-8"?>
<p:tagLst xmlns:p="http://schemas.openxmlformats.org/presentationml/2006/main">
  <p:tag name="LATEXADDIN" val="\documentclass{article}&#10;\usepackage{amsmath}&#10;\pagestyle{empty}&#10;\begin{document}&#10;&#10;&#10;$&#10;h_\Theta(x^{(i)})&#10;$&#10;&#10;\end{document}"/>
  <p:tag name="IGUANATEXSIZE" val="20"/>
</p:tagLst>
</file>

<file path=ppt/tags/tag137.xml><?xml version="1.0" encoding="utf-8"?>
<p:tagLst xmlns:p="http://schemas.openxmlformats.org/presentationml/2006/main">
  <p:tag name="LATEXADDIN" val="\documentclass{article}&#10;\usepackage{amsmath}&#10;\pagestyle{empty}&#10;\begin{document}&#10;&#10;&#10;$&#10;J(\Theta)&#10;$&#10;&#10;\end{document}"/>
  <p:tag name="IGUANATEXSIZE" val="20"/>
</p:tagLst>
</file>

<file path=ppt/tags/tag138.xml><?xml version="1.0" encoding="utf-8"?>
<p:tagLst xmlns:p="http://schemas.openxmlformats.org/presentationml/2006/main">
  <p:tag name="LATEXADDIN" val="\documentclass{article}&#10;\usepackage{amsmath}&#10;\pagestyle{empty}&#10;\begin{document}&#10;&#10;&#10;$&#10;\frac{\partial}{\partial \Theta_{jk}^{(l)}} J(\Theta)&#10;$&#10;&#10;\end{document}"/>
  <p:tag name="IGUANATEXSIZE" val="20"/>
</p:tagLst>
</file>

<file path=ppt/tags/tag139.xml><?xml version="1.0" encoding="utf-8"?>
<p:tagLst xmlns:p="http://schemas.openxmlformats.org/presentationml/2006/main">
  <p:tag name="LATEXADDIN" val="\documentclass{article}&#10;\usepackage{amsmath}&#10;\pagestyle{empty}&#10;\begin{document}&#10;&#10;&#10;$&#10;a^{(l)}&#10;$&#10;&#10;\end{document}"/>
  <p:tag name="IGUANATEXSIZE" val="20"/>
</p:tagLst>
</file>

<file path=ppt/tags/tag140.xml><?xml version="1.0" encoding="utf-8"?>
<p:tagLst xmlns:p="http://schemas.openxmlformats.org/presentationml/2006/main">
  <p:tag name="LATEXADDIN" val="\documentclass{article}&#10;\usepackage{amsmath}&#10;\pagestyle{empty}&#10;\begin{document}&#10;&#10;&#10;$&#10;\delta^{(l)}&#10;$&#10;&#10;\end{document}"/>
  <p:tag name="IGUANATEXSIZE" val="20"/>
</p:tagLst>
</file>

<file path=ppt/tags/tag141.xml><?xml version="1.0" encoding="utf-8"?>
<p:tagLst xmlns:p="http://schemas.openxmlformats.org/presentationml/2006/main">
  <p:tag name="LATEXADDIN" val="\documentclass{article}&#10;\usepackage{amsmath}&#10;\pagestyle{empty}&#10;\begin{document}&#10;&#10;&#10;$&#10;l = 2, \dots, L&#10;$&#10;&#10;\end{document}"/>
  <p:tag name="IGUANATEXSIZE" val="20"/>
</p:tagLst>
</file>

<file path=ppt/tags/tag142.xml><?xml version="1.0" encoding="utf-8"?>
<p:tagLst xmlns:p="http://schemas.openxmlformats.org/presentationml/2006/main">
  <p:tag name="LATEXADDIN" val="\documentclass{article}&#10;\usepackage{amsmath}&#10;\pagestyle{empty}&#10;\begin{document}&#10;&#10;&#10;$&#10;(x^{(i)}, y^{(i)})$&#10;&#10;\end{document}"/>
  <p:tag name="IGUANATEXSIZE" val="20"/>
</p:tagLst>
</file>

<file path=ppt/tags/tag143.xml><?xml version="1.0" encoding="utf-8"?>
<p:tagLst xmlns:p="http://schemas.openxmlformats.org/presentationml/2006/main">
  <p:tag name="PREVIOUS_ACTIVE_SLIDE" val="500"/>
</p:tagLst>
</file>

<file path=ppt/theme/theme1.xml><?xml version="1.0" encoding="utf-8"?>
<a:theme xmlns:a="http://schemas.openxmlformats.org/drawingml/2006/main" name="1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Template>
  <TotalTime>0</TotalTime>
  <Words>3770</Words>
  <Application>WPS 演示</Application>
  <PresentationFormat>全屏显示(16:9)</PresentationFormat>
  <Paragraphs>310</Paragraphs>
  <Slides>28</Slides>
  <Notes>1</Notes>
  <HiddenSlides>0</HiddenSlides>
  <MMClips>0</MMClips>
  <ScaleCrop>false</ScaleCrop>
  <HeadingPairs>
    <vt:vector size="6" baseType="variant">
      <vt:variant>
        <vt:lpstr>已用的字体</vt:lpstr>
      </vt:variant>
      <vt:variant>
        <vt:i4>17</vt:i4>
      </vt:variant>
      <vt:variant>
        <vt:lpstr>主题</vt:lpstr>
      </vt:variant>
      <vt:variant>
        <vt:i4>3</vt:i4>
      </vt:variant>
      <vt:variant>
        <vt:lpstr>幻灯片标题</vt:lpstr>
      </vt:variant>
      <vt:variant>
        <vt:i4>28</vt:i4>
      </vt:variant>
    </vt:vector>
  </HeadingPairs>
  <TitlesOfParts>
    <vt:vector size="48" baseType="lpstr">
      <vt:lpstr>Arial</vt:lpstr>
      <vt:lpstr>宋体</vt:lpstr>
      <vt:lpstr>Wingdings</vt:lpstr>
      <vt:lpstr>Calibri</vt:lpstr>
      <vt:lpstr>Helvetica Neue</vt:lpstr>
      <vt:lpstr>Times New Roman</vt:lpstr>
      <vt:lpstr>Cambria Math</vt:lpstr>
      <vt:lpstr>Arial</vt:lpstr>
      <vt:lpstr>汉仪书宋二KW</vt:lpstr>
      <vt:lpstr>微软雅黑</vt:lpstr>
      <vt:lpstr>汉仪旗黑</vt:lpstr>
      <vt:lpstr>宋体</vt:lpstr>
      <vt:lpstr>Arial Unicode MS</vt:lpstr>
      <vt:lpstr>Calibri</vt:lpstr>
      <vt:lpstr>Kingsoft Math</vt:lpstr>
      <vt:lpstr>Courier New</vt:lpstr>
      <vt:lpstr>DejaVu Math TeX Gyre</vt:lpstr>
      <vt:lpstr>1_Lecture</vt:lpstr>
      <vt:lpstr>2_Office Theme</vt:lpstr>
      <vt:lpstr>3_Office Theme</vt:lpstr>
      <vt:lpstr>非线性假设 Non-linear hypotheses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Programming</dc:title>
  <dc:creator>OpenClassroom</dc:creator>
  <cp:lastModifiedBy>huogy</cp:lastModifiedBy>
  <cp:revision>449</cp:revision>
  <dcterms:created xsi:type="dcterms:W3CDTF">2024-10-24T07:15:20Z</dcterms:created>
  <dcterms:modified xsi:type="dcterms:W3CDTF">2024-10-24T07:15:20Z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0084F75BA6233EE8F2B31867651E9D32_42</vt:lpwstr>
  </property>
  <property fmtid="{D5CDD505-2E9C-101B-9397-08002B2CF9AE}" pid="3" name="KSOProductBuildVer">
    <vt:lpwstr>2052-6.7.1.8828</vt:lpwstr>
  </property>
</Properties>
</file>