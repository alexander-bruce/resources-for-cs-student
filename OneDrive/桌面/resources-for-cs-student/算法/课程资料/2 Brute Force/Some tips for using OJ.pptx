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4" r:id="rId4"/>
    <p:sldId id="263" r:id="rId5"/>
    <p:sldId id="267" r:id="rId6"/>
    <p:sldId id="266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51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14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643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526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68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75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94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28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6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18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AB476-6316-4505-AD9E-C6624E3F8042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93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2D9B99D-5793-4A9D-9189-FDEB728C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Input-1</a:t>
            </a:r>
            <a:endParaRPr lang="zh-CN" altLang="en-US" dirty="0"/>
          </a:p>
        </p:txBody>
      </p:sp>
      <p:sp>
        <p:nvSpPr>
          <p:cNvPr id="27650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90D3197A-AC66-4DF3-AC23-D731EC85539E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2024/3/1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ABEB30-DE10-4758-B9C4-342F1BC2137F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935163"/>
            <a:ext cx="7127875" cy="41767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C</a:t>
            </a:r>
            <a:r>
              <a:rPr lang="en-US" altLang="zh-CN" dirty="0"/>
              <a:t>: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while(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("%d %</a:t>
            </a:r>
            <a:r>
              <a:rPr lang="en-US" altLang="zh-CN" sz="2800" dirty="0" err="1"/>
              <a:t>d",&amp;a</a:t>
            </a:r>
            <a:r>
              <a:rPr lang="en-US" altLang="zh-CN" sz="2800" dirty="0"/>
              <a:t>, &amp;b) != EOF)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// while(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("%d %</a:t>
            </a:r>
            <a:r>
              <a:rPr lang="en-US" altLang="zh-CN" sz="2800" dirty="0" err="1"/>
              <a:t>d",&amp;a</a:t>
            </a:r>
            <a:r>
              <a:rPr lang="en-US" altLang="zh-CN" sz="2800" dirty="0"/>
              <a:t>, &amp;b) ==2)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{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Arial" charset="0"/>
              </a:rPr>
              <a:t> </a:t>
            </a:r>
            <a:r>
              <a:rPr lang="en-US" altLang="zh-CN" sz="2800" dirty="0"/>
              <a:t> .... </a:t>
            </a:r>
            <a:br>
              <a:rPr lang="en-US" altLang="zh-CN" sz="2800" dirty="0"/>
            </a:br>
            <a:r>
              <a:rPr lang="en-US" altLang="zh-CN" sz="2800" dirty="0"/>
              <a:t>}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C++</a:t>
            </a:r>
            <a:r>
              <a:rPr lang="en-US" altLang="zh-CN" dirty="0"/>
              <a:t>: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while( </a:t>
            </a:r>
            <a:r>
              <a:rPr lang="en-US" altLang="zh-CN" sz="2800" dirty="0" err="1"/>
              <a:t>cin</a:t>
            </a:r>
            <a:r>
              <a:rPr lang="en-US" altLang="zh-CN" sz="2800" dirty="0"/>
              <a:t> &gt;&gt; a &gt;&gt; b ) </a:t>
            </a:r>
            <a:br>
              <a:rPr lang="en-US" altLang="zh-CN" sz="2800" dirty="0"/>
            </a:br>
            <a:r>
              <a:rPr lang="en-US" altLang="zh-CN" sz="2800" dirty="0"/>
              <a:t>{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Arial" charset="0"/>
              </a:rPr>
              <a:t> </a:t>
            </a:r>
            <a:r>
              <a:rPr lang="en-US" altLang="zh-CN" sz="2800" dirty="0"/>
              <a:t> .... </a:t>
            </a:r>
            <a:br>
              <a:rPr lang="en-US" altLang="zh-CN" sz="2800" dirty="0"/>
            </a:br>
            <a:r>
              <a:rPr lang="en-US" altLang="zh-CN" sz="28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05119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2424113" y="1989140"/>
            <a:ext cx="7308850" cy="3515016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{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4000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a,b</a:t>
            </a:r>
            <a:r>
              <a:rPr lang="en-US" altLang="zh-CN" dirty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	  </a:t>
            </a:r>
            <a:r>
              <a:rPr lang="en-US" altLang="zh-CN" sz="2800" dirty="0"/>
              <a:t>while(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("%d %</a:t>
            </a:r>
            <a:r>
              <a:rPr lang="en-US" altLang="zh-CN" sz="2800" dirty="0" err="1"/>
              <a:t>d",&amp;a</a:t>
            </a:r>
            <a:r>
              <a:rPr lang="en-US" altLang="zh-CN" sz="2800" dirty="0"/>
              <a:t>, &amp;b) != EOF)</a:t>
            </a:r>
            <a:r>
              <a:rPr lang="en-US" altLang="zh-CN" dirty="0"/>
              <a:t>  	</a:t>
            </a:r>
            <a:r>
              <a:rPr lang="en-US" altLang="zh-CN"/>
              <a:t>           	printf</a:t>
            </a:r>
            <a:r>
              <a:rPr lang="en-US" altLang="zh-CN" dirty="0"/>
              <a:t>("%d\n",</a:t>
            </a:r>
            <a:r>
              <a:rPr lang="en-US" altLang="zh-CN" dirty="0" err="1"/>
              <a:t>a+b</a:t>
            </a:r>
            <a:r>
              <a:rPr lang="en-US" altLang="zh-CN" dirty="0"/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}</a:t>
            </a:r>
            <a:r>
              <a:rPr lang="en-US" altLang="zh-CN" sz="2800" dirty="0"/>
              <a:t> </a:t>
            </a:r>
          </a:p>
        </p:txBody>
      </p:sp>
      <p:sp>
        <p:nvSpPr>
          <p:cNvPr id="26626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236A0E5E-481C-4683-8904-4BC0F2D8CF3B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2024/3/1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6F08574-AF71-4DCF-A9ED-0C61F59131ED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008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75959C9-EF20-4323-A197-2CED36A4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Input-2</a:t>
            </a:r>
            <a:endParaRPr lang="zh-CN" altLang="en-US" dirty="0"/>
          </a:p>
        </p:txBody>
      </p:sp>
      <p:sp>
        <p:nvSpPr>
          <p:cNvPr id="31746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9D6E76B-ACD1-41BE-A61F-ECCA43DE260C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2024/3/1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6CE915-06DA-48E5-89CD-25B86C0C7296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3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884362"/>
            <a:ext cx="7519988" cy="46085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800"/>
              <a:t>C</a:t>
            </a:r>
            <a:r>
              <a:rPr lang="en-US" altLang="zh-CN"/>
              <a:t>:</a:t>
            </a:r>
            <a:endParaRPr lang="zh-CN" altLang="en-US" sz="28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scanf("%d",&amp;n) 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/>
              <a:t>	for( i=0 ; i&lt;n ; i++ ) </a:t>
            </a:r>
            <a:br>
              <a:rPr lang="en-US" altLang="zh-CN" sz="2800"/>
            </a:br>
            <a:r>
              <a:rPr lang="en-US" altLang="zh-CN" sz="2800"/>
              <a:t>{ </a:t>
            </a:r>
            <a:br>
              <a:rPr lang="en-US" altLang="zh-CN" sz="2800"/>
            </a:b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</a:t>
            </a: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.... </a:t>
            </a:r>
            <a:br>
              <a:rPr lang="en-US" altLang="zh-CN" sz="2800"/>
            </a:br>
            <a:r>
              <a:rPr lang="en-US" altLang="zh-CN" sz="2800"/>
              <a:t>}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/>
              <a:t>C++</a:t>
            </a:r>
            <a:r>
              <a:rPr lang="en-US" altLang="zh-CN"/>
              <a:t>:</a:t>
            </a:r>
            <a:endParaRPr lang="zh-CN" altLang="en-US" sz="28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cin &gt;&gt; n; </a:t>
            </a:r>
            <a:br>
              <a:rPr lang="en-US" altLang="zh-CN" sz="2800"/>
            </a:br>
            <a:r>
              <a:rPr lang="en-US" altLang="zh-CN" sz="2800"/>
              <a:t>for( i=0 ; i&lt;n ; i++ ) </a:t>
            </a:r>
            <a:br>
              <a:rPr lang="en-US" altLang="zh-CN" sz="2800"/>
            </a:br>
            <a:r>
              <a:rPr lang="en-US" altLang="zh-CN" sz="2800"/>
              <a:t>{ </a:t>
            </a:r>
            <a:br>
              <a:rPr lang="en-US" altLang="zh-CN" sz="2800"/>
            </a:b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</a:t>
            </a: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.... </a:t>
            </a:r>
            <a:br>
              <a:rPr lang="en-US" altLang="zh-CN" sz="2800"/>
            </a:br>
            <a:r>
              <a:rPr lang="en-US" altLang="zh-CN" sz="280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87598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>
          <a:xfrm>
            <a:off x="2619422" y="852796"/>
            <a:ext cx="6372225" cy="4500562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/>
              <a:t>#include &lt;stdio.h&gt;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/>
              <a:t> int main()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/>
              <a:t> { 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/>
              <a:t>    int n,i,a,b;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/>
              <a:t>	 scanf(</a:t>
            </a:r>
            <a:r>
              <a:rPr lang="en-US" altLang="zh-CN"/>
              <a:t>"</a:t>
            </a:r>
            <a:r>
              <a:rPr lang="en-US" altLang="zh-CN" sz="2800"/>
              <a:t>%d</a:t>
            </a:r>
            <a:r>
              <a:rPr lang="en-US" altLang="zh-CN"/>
              <a:t>"</a:t>
            </a:r>
            <a:r>
              <a:rPr lang="en-US" altLang="zh-CN" sz="2800"/>
              <a:t>,&amp;n);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/>
              <a:t>for(i=0;i&lt;n;i++)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/>
              <a:t>{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/>
              <a:t> 	 scanf("%d %d",&amp;a, &amp;b);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/>
              <a:t>   	 printf("%d\n",a+b);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/>
              <a:t> }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/>
              <a:t> } </a:t>
            </a:r>
          </a:p>
        </p:txBody>
      </p:sp>
      <p:sp>
        <p:nvSpPr>
          <p:cNvPr id="30722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C52E49D4-8C61-4CD5-9331-AA57008B2032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2024/3/1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631D04-5AB4-434E-912A-A686F0900ED0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4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23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268703D-BB5D-47B9-B094-DCB9E1A5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Input-3</a:t>
            </a:r>
            <a:endParaRPr lang="zh-CN" altLang="en-US" dirty="0"/>
          </a:p>
        </p:txBody>
      </p:sp>
      <p:sp>
        <p:nvSpPr>
          <p:cNvPr id="34818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1067A437-43A6-47A9-A987-7EC96A390A23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2024/3/1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42966E-4F76-41DA-AD51-556C6210B9EE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5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19175" y="1845469"/>
            <a:ext cx="7591425" cy="43561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800"/>
              <a:t>C</a:t>
            </a:r>
            <a:r>
              <a:rPr lang="en-US" altLang="zh-CN"/>
              <a:t>:</a:t>
            </a:r>
            <a:endParaRPr lang="zh-CN" altLang="en-US" sz="28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while(scanf("%d",&amp;n)  &amp;&amp; n!=0 )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/>
              <a:t>	{ </a:t>
            </a:r>
            <a:br>
              <a:rPr lang="en-US" altLang="zh-CN" sz="2800"/>
            </a:b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</a:t>
            </a: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.... </a:t>
            </a:r>
            <a:br>
              <a:rPr lang="en-US" altLang="zh-CN" sz="2800"/>
            </a:br>
            <a:r>
              <a:rPr lang="en-US" altLang="zh-CN" sz="2800"/>
              <a:t>}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800"/>
          </a:p>
          <a:p>
            <a:pPr eaLnBrk="1" hangingPunct="1">
              <a:lnSpc>
                <a:spcPct val="80000"/>
              </a:lnSpc>
            </a:pPr>
            <a:r>
              <a:rPr lang="en-US" altLang="zh-CN" sz="2800"/>
              <a:t>C++</a:t>
            </a:r>
            <a:r>
              <a:rPr lang="en-US" altLang="zh-CN"/>
              <a:t>:</a:t>
            </a:r>
            <a:endParaRPr lang="zh-CN" altLang="en-US" sz="28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while( cin &gt;&gt; n &amp;&amp; n != 0 ) </a:t>
            </a:r>
            <a:br>
              <a:rPr lang="en-US" altLang="zh-CN" sz="2800"/>
            </a:br>
            <a:r>
              <a:rPr lang="en-US" altLang="zh-CN" sz="2800"/>
              <a:t>{ </a:t>
            </a:r>
            <a:br>
              <a:rPr lang="en-US" altLang="zh-CN" sz="2800"/>
            </a:b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</a:t>
            </a: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.... </a:t>
            </a:r>
            <a:br>
              <a:rPr lang="en-US" altLang="zh-CN" sz="2800"/>
            </a:br>
            <a:r>
              <a:rPr lang="en-US" altLang="zh-CN" sz="280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23999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2369344" y="1654206"/>
            <a:ext cx="7453312" cy="3024188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{ 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3600" dirty="0"/>
              <a:t>	</a:t>
            </a:r>
            <a:r>
              <a:rPr lang="en-US" altLang="zh-CN" sz="2400" dirty="0"/>
              <a:t>while(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 %</a:t>
            </a:r>
            <a:r>
              <a:rPr lang="en-US" altLang="zh-CN" sz="2400" dirty="0" err="1"/>
              <a:t>d",&amp;a</a:t>
            </a:r>
            <a:r>
              <a:rPr lang="en-US" altLang="zh-CN" sz="2400" dirty="0"/>
              <a:t>, &amp;b) &amp;&amp;(a!=0|| b!=0)){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dirty="0"/>
              <a:t>//while(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(("%d %</a:t>
            </a:r>
            <a:r>
              <a:rPr lang="en-US" altLang="zh-CN" sz="2400" dirty="0" err="1"/>
              <a:t>d",&amp;a</a:t>
            </a:r>
            <a:r>
              <a:rPr lang="en-US" altLang="zh-CN" sz="2400" dirty="0"/>
              <a:t>, &amp;b) ==2)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dirty="0"/>
              <a:t>//	{       if(a==0 &amp;&amp; b==0) break;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  	 </a:t>
            </a:r>
            <a:r>
              <a:rPr lang="en-US" altLang="zh-CN" dirty="0" err="1"/>
              <a:t>printf</a:t>
            </a:r>
            <a:r>
              <a:rPr lang="en-US" altLang="zh-CN" dirty="0"/>
              <a:t>("%d\n",</a:t>
            </a:r>
            <a:r>
              <a:rPr lang="en-US" altLang="zh-CN" dirty="0" err="1"/>
              <a:t>a+b</a:t>
            </a:r>
            <a:r>
              <a:rPr lang="en-US" altLang="zh-CN" dirty="0"/>
              <a:t>);}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}</a:t>
            </a:r>
            <a:r>
              <a:rPr lang="en-US" altLang="zh-CN" dirty="0"/>
              <a:t> </a:t>
            </a:r>
          </a:p>
        </p:txBody>
      </p:sp>
      <p:sp>
        <p:nvSpPr>
          <p:cNvPr id="33794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27EAF7F4-7F01-45DA-B4DB-17F05CDE2539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2024/3/1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2DE029-48E1-481A-BFF7-089E33AC39B5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6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558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Grp="1" noChangeArrowheads="1"/>
          </p:cNvSpPr>
          <p:nvPr>
            <p:ph idx="1"/>
          </p:nvPr>
        </p:nvSpPr>
        <p:spPr>
          <a:xfrm>
            <a:off x="2566988" y="1989138"/>
            <a:ext cx="6659562" cy="4140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dirty="0"/>
              <a:t>C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FF0000"/>
                </a:solidFill>
              </a:rPr>
              <a:t>// NOT RECOMMENDED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hlink"/>
                </a:solidFill>
              </a:rPr>
              <a:t>	</a:t>
            </a:r>
            <a:r>
              <a:rPr lang="en-US" altLang="zh-CN" sz="2800" dirty="0"/>
              <a:t>char </a:t>
            </a:r>
            <a:r>
              <a:rPr lang="en-US" altLang="zh-CN" sz="2800" dirty="0" err="1"/>
              <a:t>buf</a:t>
            </a:r>
            <a:r>
              <a:rPr lang="en-US" altLang="zh-CN" sz="2800" dirty="0"/>
              <a:t>[200];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while(</a:t>
            </a:r>
            <a:r>
              <a:rPr lang="en-US" altLang="zh-CN" sz="2800" dirty="0"/>
              <a:t>gets(</a:t>
            </a:r>
            <a:r>
              <a:rPr lang="en-US" altLang="zh-CN" sz="2800" dirty="0" err="1"/>
              <a:t>buf</a:t>
            </a:r>
            <a:r>
              <a:rPr lang="en-US" altLang="zh-CN" sz="2800" dirty="0"/>
              <a:t>)){…} </a:t>
            </a:r>
            <a:endParaRPr lang="en-US" altLang="zh-CN" sz="2800" dirty="0">
              <a:solidFill>
                <a:schemeClr val="hlink"/>
              </a:solidFill>
            </a:endParaRPr>
          </a:p>
          <a:p>
            <a:pPr eaLnBrk="1" hangingPunct="1"/>
            <a:r>
              <a:rPr lang="en-US" altLang="zh-CN" sz="2800" dirty="0"/>
              <a:t>C++</a:t>
            </a:r>
            <a:r>
              <a:rPr lang="en-US" altLang="zh-CN" dirty="0"/>
              <a:t>:</a:t>
            </a: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string </a:t>
            </a:r>
            <a:r>
              <a:rPr lang="en-US" altLang="zh-CN" sz="2800" dirty="0" err="1"/>
              <a:t>buf</a:t>
            </a:r>
            <a:r>
              <a:rPr lang="en-US" altLang="zh-CN" sz="2800" dirty="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while(</a:t>
            </a:r>
            <a:r>
              <a:rPr lang="en-US" altLang="zh-CN" sz="2800" dirty="0" err="1"/>
              <a:t>cin</a:t>
            </a:r>
            <a:r>
              <a:rPr lang="en-US" altLang="zh-CN" sz="2800" dirty="0"/>
              <a:t>&gt;&gt;</a:t>
            </a:r>
            <a:r>
              <a:rPr lang="en-US" altLang="zh-CN" sz="2800" dirty="0" err="1"/>
              <a:t>buf</a:t>
            </a:r>
            <a:r>
              <a:rPr lang="en-US" altLang="zh-CN" sz="2800" dirty="0"/>
              <a:t>){</a:t>
            </a:r>
            <a:r>
              <a:rPr lang="en-US" altLang="zh-CN" dirty="0"/>
              <a:t>…}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// </a:t>
            </a:r>
            <a:r>
              <a:rPr lang="en-US" altLang="zh-CN" sz="2800" dirty="0" err="1"/>
              <a:t>getline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cin</a:t>
            </a:r>
            <a:r>
              <a:rPr lang="en-US" altLang="zh-CN" dirty="0" err="1"/>
              <a:t>,buf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// char </a:t>
            </a:r>
            <a:r>
              <a:rPr lang="en-US" altLang="zh-CN" sz="2800" dirty="0" err="1"/>
              <a:t>buf</a:t>
            </a:r>
            <a:r>
              <a:rPr lang="en-US" altLang="zh-CN" sz="2800" dirty="0"/>
              <a:t>[255]; </a:t>
            </a:r>
            <a:r>
              <a:rPr lang="en-US" altLang="zh-CN" sz="2800" dirty="0" err="1"/>
              <a:t>cin.getline</a:t>
            </a:r>
            <a:r>
              <a:rPr lang="en-US" altLang="zh-CN" sz="2800" dirty="0"/>
              <a:t>(buf,255);</a:t>
            </a:r>
          </a:p>
        </p:txBody>
      </p:sp>
      <p:sp>
        <p:nvSpPr>
          <p:cNvPr id="37890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81146508-D22E-4E22-BAE0-36AE09CD0E31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2024/3/1</a:t>
            </a:fld>
            <a:endParaRPr lang="en-US" altLang="zh-CN" dirty="0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7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02951E-DDA0-49F4-A79F-1806FBA002F9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7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99E9EE91-3286-41E1-BB6B-AC46787A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Input-string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68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Some dos and don'ts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 or C++, don’t use both.</a:t>
            </a:r>
          </a:p>
          <a:p>
            <a:r>
              <a:rPr lang="en-US" altLang="zh-CN" dirty="0"/>
              <a:t>There is no need to store all the outputs. Input one case, calculate and output its result. </a:t>
            </a:r>
            <a:r>
              <a:rPr lang="en-US" altLang="zh-CN" dirty="0">
                <a:solidFill>
                  <a:srgbClr val="FF0000"/>
                </a:solidFill>
              </a:rPr>
              <a:t>(OJ judging process)</a:t>
            </a:r>
          </a:p>
          <a:p>
            <a:r>
              <a:rPr lang="en-US" altLang="zh-CN" dirty="0"/>
              <a:t>Output strictly according to the format required by the problem. Do not output anything more.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407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64876-5F45-401E-8D70-FCE41D19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 More Tip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CD024-ECCF-4480-BE49-7DC44FFD3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main(){</a:t>
            </a:r>
          </a:p>
          <a:p>
            <a:pPr marL="0" indent="0">
              <a:buNone/>
            </a:pPr>
            <a:r>
              <a:rPr lang="en-US" altLang="zh-CN" dirty="0"/>
              <a:t>	int n, </a:t>
            </a:r>
            <a:r>
              <a:rPr lang="en-US" altLang="zh-CN" dirty="0" err="1"/>
              <a:t>i</a:t>
            </a:r>
            <a:r>
              <a:rPr lang="en-US" altLang="zh-CN" dirty="0"/>
              <a:t>, sum=0;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&gt;&gt;n;   </a:t>
            </a:r>
            <a:r>
              <a:rPr lang="en-US" altLang="zh-CN" dirty="0">
                <a:solidFill>
                  <a:srgbClr val="FF0000"/>
                </a:solidFill>
              </a:rPr>
              <a:t>// n&lt;=50000</a:t>
            </a:r>
          </a:p>
          <a:p>
            <a:pPr marL="0" indent="0">
              <a:buNone/>
            </a:pPr>
            <a:r>
              <a:rPr lang="en-US" altLang="zh-CN" dirty="0"/>
              <a:t>	for(</a:t>
            </a:r>
            <a:r>
              <a:rPr lang="en-US" altLang="zh-CN" dirty="0" err="1"/>
              <a:t>i</a:t>
            </a:r>
            <a:r>
              <a:rPr lang="en-US" altLang="zh-CN" dirty="0"/>
              <a:t>=1;i&lt;=</a:t>
            </a:r>
            <a:r>
              <a:rPr lang="en-US" altLang="zh-CN" dirty="0" err="1"/>
              <a:t>n;i</a:t>
            </a:r>
            <a:r>
              <a:rPr lang="en-US" altLang="zh-CN" dirty="0"/>
              <a:t>++)</a:t>
            </a:r>
          </a:p>
          <a:p>
            <a:pPr marL="0" indent="0">
              <a:buNone/>
            </a:pPr>
            <a:r>
              <a:rPr lang="en-US" altLang="zh-CN" dirty="0"/>
              <a:t>		sum +=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&lt;&lt;sum&lt;&lt;"\n";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&lt;&lt;n*(n+1)/2;    </a:t>
            </a:r>
            <a:r>
              <a:rPr lang="en-US" altLang="zh-CN" dirty="0">
                <a:solidFill>
                  <a:srgbClr val="FF0000"/>
                </a:solidFill>
              </a:rPr>
              <a:t>// int overflow     -2,147,483,648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~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2,147,483,647</a:t>
            </a:r>
          </a:p>
          <a:p>
            <a:pPr marL="0" indent="0">
              <a:buNone/>
            </a:pPr>
            <a:r>
              <a:rPr lang="en-US" altLang="zh-CN" dirty="0"/>
              <a:t>	return 0;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6576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605</Words>
  <Application>Microsoft Office PowerPoint</Application>
  <PresentationFormat>宽屏</PresentationFormat>
  <Paragraphs>85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主题</vt:lpstr>
      <vt:lpstr>Input-1</vt:lpstr>
      <vt:lpstr>PowerPoint 演示文稿</vt:lpstr>
      <vt:lpstr>Input-2</vt:lpstr>
      <vt:lpstr>PowerPoint 演示文稿</vt:lpstr>
      <vt:lpstr>Input-3</vt:lpstr>
      <vt:lpstr>PowerPoint 演示文稿</vt:lpstr>
      <vt:lpstr>Input-string</vt:lpstr>
      <vt:lpstr>Some dos and don'ts </vt:lpstr>
      <vt:lpstr>One More Tip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输入输出形式</dc:title>
  <dc:creator>Xu Yanyan</dc:creator>
  <cp:lastModifiedBy>xyy</cp:lastModifiedBy>
  <cp:revision>40</cp:revision>
  <dcterms:created xsi:type="dcterms:W3CDTF">2016-03-13T13:36:18Z</dcterms:created>
  <dcterms:modified xsi:type="dcterms:W3CDTF">2024-03-01T07:58:06Z</dcterms:modified>
</cp:coreProperties>
</file>