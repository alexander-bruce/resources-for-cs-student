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0" r:id="rId6"/>
    <p:sldId id="271" r:id="rId7"/>
    <p:sldId id="272"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76" r:id="rId22"/>
    <p:sldId id="322" r:id="rId23"/>
    <p:sldId id="323" r:id="rId24"/>
    <p:sldId id="854" r:id="rId25"/>
    <p:sldId id="273" r:id="rId26"/>
    <p:sldId id="275" r:id="rId27"/>
    <p:sldId id="274" r:id="rId28"/>
    <p:sldId id="294" r:id="rId29"/>
    <p:sldId id="851" r:id="rId30"/>
    <p:sldId id="562" r:id="rId31"/>
    <p:sldId id="852" r:id="rId32"/>
    <p:sldId id="609" r:id="rId33"/>
    <p:sldId id="608" r:id="rId34"/>
    <p:sldId id="610" r:id="rId35"/>
    <p:sldId id="611" r:id="rId36"/>
    <p:sldId id="612" r:id="rId37"/>
    <p:sldId id="613" r:id="rId38"/>
    <p:sldId id="614" r:id="rId39"/>
    <p:sldId id="853" r:id="rId40"/>
    <p:sldId id="849" r:id="rId41"/>
    <p:sldId id="848" r:id="rId42"/>
    <p:sldId id="832"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3A36E9-36D6-4D32-B2C7-954C5429AB1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5D5AF6C-06E5-4268-8B77-B6492D157C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2572F2C-249B-48DC-BAB5-FC7082111939}"/>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5" name="页脚占位符 4">
            <a:extLst>
              <a:ext uri="{FF2B5EF4-FFF2-40B4-BE49-F238E27FC236}">
                <a16:creationId xmlns:a16="http://schemas.microsoft.com/office/drawing/2014/main" id="{9E5152F5-2EF1-4C48-9309-92649A8526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193BFE-5E87-4666-AE9A-EFB656089704}"/>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710189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0D0D9-1297-43F2-BE33-A18E8C62D3A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1DF480-284D-4D4F-AE31-20AD810442C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A2F09D-0E72-468E-81EE-60BE74462CBB}"/>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5" name="页脚占位符 4">
            <a:extLst>
              <a:ext uri="{FF2B5EF4-FFF2-40B4-BE49-F238E27FC236}">
                <a16:creationId xmlns:a16="http://schemas.microsoft.com/office/drawing/2014/main" id="{68A1D641-D647-433C-8755-B07D55C2BE6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85DF81C-43F9-49A4-8856-C6CC5853B990}"/>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3248005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CFEFC3-AE5F-475D-9C11-CFD14B0E0D5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3DD6BD1-D11F-4568-A3F6-DEBDAB3FD3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96307C6-226C-40BD-931B-19400FD5F1AE}"/>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5" name="页脚占位符 4">
            <a:extLst>
              <a:ext uri="{FF2B5EF4-FFF2-40B4-BE49-F238E27FC236}">
                <a16:creationId xmlns:a16="http://schemas.microsoft.com/office/drawing/2014/main" id="{A78F5FD1-AD7C-4B49-AD32-4AE41F8AFCF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F94083-7BE7-4883-989B-6734D81C5E66}"/>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2171005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E7D49-5E17-48CC-8BAE-178BCCF6C0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D106370-6630-412F-B83D-23DE1851307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C8A3032-B4DB-42F1-A8B2-7DFEEEAF44E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AB1836D-A69A-495F-9F4B-87948376879E}"/>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6" name="页脚占位符 5">
            <a:extLst>
              <a:ext uri="{FF2B5EF4-FFF2-40B4-BE49-F238E27FC236}">
                <a16:creationId xmlns:a16="http://schemas.microsoft.com/office/drawing/2014/main" id="{C6662463-B974-48D2-9470-7C33D4CC959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144064F-E6E4-4297-9EEE-25EB5C06697A}"/>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817433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58F1F1-5EEE-4162-8A22-0BE035B5D50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C010677-5AD1-4C78-BB89-A1FA098B74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5AB547E-2387-4FDB-8432-3CA0B68119A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7A7BECE-8B3E-4C7C-83B6-7143155A4D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DA6C37-D1D4-4E75-9BF4-1330067520D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3819496-25DF-4CDC-9BA0-9F883869FCD9}"/>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8" name="页脚占位符 7">
            <a:extLst>
              <a:ext uri="{FF2B5EF4-FFF2-40B4-BE49-F238E27FC236}">
                <a16:creationId xmlns:a16="http://schemas.microsoft.com/office/drawing/2014/main" id="{94A418E1-4C3E-498B-878D-BE1A48BCB84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94A0B56-2013-421B-B1F6-8D71F593CCCF}"/>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2278129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ACBFC8-6AF6-4AB2-91E5-CE061E336A8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DABEA70-6AFC-4F02-BAC1-F65B8A11ADC1}"/>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4" name="页脚占位符 3">
            <a:extLst>
              <a:ext uri="{FF2B5EF4-FFF2-40B4-BE49-F238E27FC236}">
                <a16:creationId xmlns:a16="http://schemas.microsoft.com/office/drawing/2014/main" id="{1DCD5BE4-140B-40B6-857A-0FB89E93012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ECDC1B6-8CB5-4F40-85E7-3DF41B7BAA5D}"/>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3588517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DA8CB06-8E96-414C-8770-7AD32DDC101D}"/>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3" name="页脚占位符 2">
            <a:extLst>
              <a:ext uri="{FF2B5EF4-FFF2-40B4-BE49-F238E27FC236}">
                <a16:creationId xmlns:a16="http://schemas.microsoft.com/office/drawing/2014/main" id="{CF4B26B9-EF2B-4FFF-B2B2-D8C45058F13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89011C5-8253-4D81-AAA5-D352C2599EB4}"/>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1292141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1B1531-D024-4715-ABB6-B1881B3A1F7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C2B90CD-5E2C-4565-B0C7-1C15C4336E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241187-3CDF-45CE-AD29-EE4AFFCD3B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5E3566B-2925-4DFD-861D-B0C76885915E}"/>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6" name="页脚占位符 5">
            <a:extLst>
              <a:ext uri="{FF2B5EF4-FFF2-40B4-BE49-F238E27FC236}">
                <a16:creationId xmlns:a16="http://schemas.microsoft.com/office/drawing/2014/main" id="{A9F49371-F3DB-4240-B05A-16181F5172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82A56D-1CAF-4BA1-B78B-402CE35F4E2B}"/>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511083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C0D955-008B-47E5-B097-948047B2E9C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6B84A0C-E56E-410E-B530-560ECBEC1F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7361C5A-129B-4DE3-94B6-8554BBAD9F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4B17C3B-C6B6-4BE7-982A-772044022B74}"/>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6" name="页脚占位符 5">
            <a:extLst>
              <a:ext uri="{FF2B5EF4-FFF2-40B4-BE49-F238E27FC236}">
                <a16:creationId xmlns:a16="http://schemas.microsoft.com/office/drawing/2014/main" id="{DD68B27B-9D29-4FA5-87F6-2843E61AC44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36CA76B-C2A9-4132-B7C6-4964AC58401A}"/>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371501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AECB3-6D66-4F12-85FF-FB43C7F595C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C1705FE-D8B1-4A8B-B72D-24908EC232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5F2FEAF-FAC5-4A50-9A04-38FE883020BA}"/>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5" name="页脚占位符 4">
            <a:extLst>
              <a:ext uri="{FF2B5EF4-FFF2-40B4-BE49-F238E27FC236}">
                <a16:creationId xmlns:a16="http://schemas.microsoft.com/office/drawing/2014/main" id="{8863B351-1AAB-4956-B94B-57C0FFDB3F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D1872B-A62D-4BAB-B8B8-F5A0C4E47FF7}"/>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1714348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116ABE-D951-44BA-AD73-708E344AA18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8DC1F34-6A0A-42CE-9332-01D68A7DE2E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8B099E-518D-4938-8C95-D2F695C066CC}"/>
              </a:ext>
            </a:extLst>
          </p:cNvPr>
          <p:cNvSpPr>
            <a:spLocks noGrp="1"/>
          </p:cNvSpPr>
          <p:nvPr>
            <p:ph type="dt" sz="half" idx="10"/>
          </p:nvPr>
        </p:nvSpPr>
        <p:spPr/>
        <p:txBody>
          <a:bodyPr/>
          <a:lstStyle/>
          <a:p>
            <a:fld id="{8F2043A8-3B79-4937-97DB-D01E83E6E110}" type="datetimeFigureOut">
              <a:rPr lang="zh-CN" altLang="en-US" smtClean="0"/>
              <a:t>2024/4/9</a:t>
            </a:fld>
            <a:endParaRPr lang="zh-CN" altLang="en-US"/>
          </a:p>
        </p:txBody>
      </p:sp>
      <p:sp>
        <p:nvSpPr>
          <p:cNvPr id="5" name="页脚占位符 4">
            <a:extLst>
              <a:ext uri="{FF2B5EF4-FFF2-40B4-BE49-F238E27FC236}">
                <a16:creationId xmlns:a16="http://schemas.microsoft.com/office/drawing/2014/main" id="{D078BDE6-4154-4924-931B-5AC7E4B1DB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0DC899-E4F2-42AE-B0FC-AD8BBED01530}"/>
              </a:ext>
            </a:extLst>
          </p:cNvPr>
          <p:cNvSpPr>
            <a:spLocks noGrp="1"/>
          </p:cNvSpPr>
          <p:nvPr>
            <p:ph type="sldNum" sz="quarter" idx="12"/>
          </p:nvPr>
        </p:nvSpPr>
        <p:spPr/>
        <p:txBody>
          <a:body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1948001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391414-E0ED-491E-95D0-B071083607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2841A78-269C-4BE2-AC0C-EC77D72893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6E59614-580F-4222-B32D-348F3C93A0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043A8-3B79-4937-97DB-D01E83E6E110}" type="datetimeFigureOut">
              <a:rPr lang="zh-CN" altLang="en-US" smtClean="0"/>
              <a:t>2024/4/9</a:t>
            </a:fld>
            <a:endParaRPr lang="zh-CN" altLang="en-US"/>
          </a:p>
        </p:txBody>
      </p:sp>
      <p:sp>
        <p:nvSpPr>
          <p:cNvPr id="5" name="页脚占位符 4">
            <a:extLst>
              <a:ext uri="{FF2B5EF4-FFF2-40B4-BE49-F238E27FC236}">
                <a16:creationId xmlns:a16="http://schemas.microsoft.com/office/drawing/2014/main" id="{8DBD3B9B-B6F2-46F9-8768-5F66AB7572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50265B5-9D19-49BA-8A38-1766C374AC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5DB1CB-BCB4-4042-870C-6CD5EDC03B9E}" type="slidenum">
              <a:rPr lang="zh-CN" altLang="en-US" smtClean="0"/>
              <a:t>‹#›</a:t>
            </a:fld>
            <a:endParaRPr lang="zh-CN" altLang="en-US"/>
          </a:p>
        </p:txBody>
      </p:sp>
    </p:spTree>
    <p:extLst>
      <p:ext uri="{BB962C8B-B14F-4D97-AF65-F5344CB8AC3E}">
        <p14:creationId xmlns:p14="http://schemas.microsoft.com/office/powerpoint/2010/main" val="2926550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Unidirectional%20TSP.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Longest%20Common%20Subsequence.pdf"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366D0E-AFD8-4B03-ABD5-D88F2D6473B0}"/>
              </a:ext>
            </a:extLst>
          </p:cNvPr>
          <p:cNvSpPr>
            <a:spLocks noGrp="1"/>
          </p:cNvSpPr>
          <p:nvPr>
            <p:ph type="ctrTitle"/>
          </p:nvPr>
        </p:nvSpPr>
        <p:spPr/>
        <p:txBody>
          <a:bodyPr>
            <a:normAutofit/>
          </a:bodyPr>
          <a:lstStyle/>
          <a:p>
            <a:r>
              <a:rPr lang="en-US" altLang="zh-CN"/>
              <a:t>Dynamic Programming</a:t>
            </a:r>
            <a:br>
              <a:rPr lang="en-US" altLang="zh-CN"/>
            </a:br>
            <a:r>
              <a:rPr lang="en-US" altLang="zh-CN" sz="3600"/>
              <a:t>Part 2</a:t>
            </a:r>
            <a:endParaRPr lang="zh-CN" altLang="en-US" sz="3600"/>
          </a:p>
        </p:txBody>
      </p:sp>
      <p:sp>
        <p:nvSpPr>
          <p:cNvPr id="3" name="副标题 2">
            <a:extLst>
              <a:ext uri="{FF2B5EF4-FFF2-40B4-BE49-F238E27FC236}">
                <a16:creationId xmlns:a16="http://schemas.microsoft.com/office/drawing/2014/main" id="{DAF935BE-A1B0-406A-A51D-801EC803AFC2}"/>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2788797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3E8059-1E01-4B70-AE80-574A13524BCC}"/>
              </a:ext>
            </a:extLst>
          </p:cNvPr>
          <p:cNvSpPr>
            <a:spLocks noGrp="1"/>
          </p:cNvSpPr>
          <p:nvPr>
            <p:ph type="title"/>
          </p:nvPr>
        </p:nvSpPr>
        <p:spPr/>
        <p:txBody>
          <a:bodyPr/>
          <a:lstStyle/>
          <a:p>
            <a:r>
              <a:rPr lang="en-US" altLang="zh-CN"/>
              <a:t>Examples</a:t>
            </a:r>
            <a:endParaRPr lang="zh-CN" altLang="en-US"/>
          </a:p>
        </p:txBody>
      </p:sp>
      <p:sp>
        <p:nvSpPr>
          <p:cNvPr id="3" name="内容占位符 2">
            <a:extLst>
              <a:ext uri="{FF2B5EF4-FFF2-40B4-BE49-F238E27FC236}">
                <a16:creationId xmlns:a16="http://schemas.microsoft.com/office/drawing/2014/main" id="{43D47D14-3292-419C-9058-0AF32973B7E1}"/>
              </a:ext>
            </a:extLst>
          </p:cNvPr>
          <p:cNvSpPr>
            <a:spLocks noGrp="1"/>
          </p:cNvSpPr>
          <p:nvPr>
            <p:ph idx="1"/>
          </p:nvPr>
        </p:nvSpPr>
        <p:spPr/>
        <p:txBody>
          <a:bodyPr>
            <a:normAutofit fontScale="92500" lnSpcReduction="10000"/>
          </a:bodyPr>
          <a:lstStyle/>
          <a:p>
            <a:r>
              <a:rPr lang="en-US" altLang="zh-CN" dirty="0"/>
              <a:t>The number triangle problem</a:t>
            </a:r>
          </a:p>
          <a:p>
            <a:r>
              <a:rPr lang="en-US" altLang="zh-CN" dirty="0"/>
              <a:t>Dynamic programming on DAG</a:t>
            </a:r>
          </a:p>
          <a:p>
            <a:pPr lvl="1"/>
            <a:r>
              <a:rPr lang="en-US" altLang="zh-CN"/>
              <a:t>Stacking </a:t>
            </a:r>
            <a:r>
              <a:rPr lang="en-US" altLang="zh-CN" dirty="0"/>
              <a:t>Boxes</a:t>
            </a:r>
          </a:p>
          <a:p>
            <a:pPr lvl="1"/>
            <a:r>
              <a:rPr lang="en-US" altLang="zh-CN" dirty="0"/>
              <a:t>A Coin Problem</a:t>
            </a:r>
            <a:r>
              <a:rPr lang="zh-CN" altLang="en-US" dirty="0"/>
              <a:t> </a:t>
            </a:r>
            <a:endParaRPr lang="en-US" altLang="zh-CN" dirty="0"/>
          </a:p>
          <a:p>
            <a:pPr lvl="1"/>
            <a:r>
              <a:rPr lang="en-US" altLang="zh-CN" dirty="0"/>
              <a:t>A Spy in the Metro</a:t>
            </a:r>
          </a:p>
          <a:p>
            <a:r>
              <a:rPr lang="en-US" altLang="zh-CN" dirty="0">
                <a:solidFill>
                  <a:srgbClr val="FF0000"/>
                </a:solidFill>
              </a:rPr>
              <a:t>Multi-stage decision problems</a:t>
            </a:r>
          </a:p>
          <a:p>
            <a:pPr lvl="1"/>
            <a:r>
              <a:rPr lang="en-US" altLang="zh-CN" dirty="0">
                <a:solidFill>
                  <a:srgbClr val="FF0000"/>
                </a:solidFill>
              </a:rPr>
              <a:t>Unidirectional TSP</a:t>
            </a:r>
          </a:p>
          <a:p>
            <a:pPr lvl="1"/>
            <a:r>
              <a:rPr lang="en-US" altLang="zh-CN" b="1" dirty="0">
                <a:solidFill>
                  <a:srgbClr val="FF0000"/>
                </a:solidFill>
              </a:rPr>
              <a:t>0-1</a:t>
            </a:r>
            <a:r>
              <a:rPr lang="zh-CN" altLang="en-US" b="1" dirty="0">
                <a:solidFill>
                  <a:srgbClr val="FF0000"/>
                </a:solidFill>
              </a:rPr>
              <a:t> </a:t>
            </a:r>
            <a:r>
              <a:rPr lang="en-US" altLang="zh-CN" b="1" dirty="0">
                <a:solidFill>
                  <a:srgbClr val="FF0000"/>
                </a:solidFill>
              </a:rPr>
              <a:t>knapsack problem</a:t>
            </a:r>
          </a:p>
          <a:p>
            <a:r>
              <a:rPr lang="en-US" altLang="zh-CN" dirty="0">
                <a:solidFill>
                  <a:srgbClr val="FF0000"/>
                </a:solidFill>
              </a:rPr>
              <a:t>Dynamic programming on linear structure</a:t>
            </a:r>
          </a:p>
          <a:p>
            <a:pPr lvl="1"/>
            <a:r>
              <a:rPr lang="en-US" altLang="zh-CN" dirty="0">
                <a:solidFill>
                  <a:srgbClr val="FF0000"/>
                </a:solidFill>
              </a:rPr>
              <a:t>The longest common subsequence problem</a:t>
            </a:r>
          </a:p>
          <a:p>
            <a:pPr lvl="1"/>
            <a:r>
              <a:rPr lang="en-US" altLang="zh-CN" dirty="0">
                <a:solidFill>
                  <a:srgbClr val="FF0000"/>
                </a:solidFill>
              </a:rPr>
              <a:t>The longest increasing subsequence problem</a:t>
            </a:r>
          </a:p>
          <a:p>
            <a:endParaRPr lang="zh-CN" altLang="en-US" dirty="0"/>
          </a:p>
        </p:txBody>
      </p:sp>
    </p:spTree>
    <p:extLst>
      <p:ext uri="{BB962C8B-B14F-4D97-AF65-F5344CB8AC3E}">
        <p14:creationId xmlns:p14="http://schemas.microsoft.com/office/powerpoint/2010/main" val="2700586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78A04-7899-4759-8C5B-3394CB944900}"/>
              </a:ext>
            </a:extLst>
          </p:cNvPr>
          <p:cNvSpPr>
            <a:spLocks noGrp="1"/>
          </p:cNvSpPr>
          <p:nvPr>
            <p:ph type="title"/>
          </p:nvPr>
        </p:nvSpPr>
        <p:spPr/>
        <p:txBody>
          <a:bodyPr/>
          <a:lstStyle/>
          <a:p>
            <a:r>
              <a:rPr lang="en-US" altLang="zh-CN"/>
              <a:t>Multi-stage decision optimization problems</a:t>
            </a:r>
            <a:endParaRPr lang="zh-CN" altLang="en-US"/>
          </a:p>
        </p:txBody>
      </p:sp>
      <p:sp>
        <p:nvSpPr>
          <p:cNvPr id="4" name="内容占位符 3">
            <a:extLst>
              <a:ext uri="{FF2B5EF4-FFF2-40B4-BE49-F238E27FC236}">
                <a16:creationId xmlns:a16="http://schemas.microsoft.com/office/drawing/2014/main" id="{9AEDF968-A676-4BAE-B3DA-A15090B93468}"/>
              </a:ext>
            </a:extLst>
          </p:cNvPr>
          <p:cNvSpPr>
            <a:spLocks noGrp="1"/>
          </p:cNvSpPr>
          <p:nvPr>
            <p:ph idx="1"/>
          </p:nvPr>
        </p:nvSpPr>
        <p:spPr/>
        <p:txBody>
          <a:bodyPr/>
          <a:lstStyle/>
          <a:p>
            <a:r>
              <a:rPr lang="en-US" altLang="zh-CN"/>
              <a:t>Multi-stage decision optimization problems can often be solved by dynamic programming. </a:t>
            </a:r>
          </a:p>
          <a:p>
            <a:pPr marL="0" indent="0">
              <a:buNone/>
            </a:pPr>
            <a:endParaRPr lang="en-US" altLang="zh-CN"/>
          </a:p>
          <a:p>
            <a:r>
              <a:rPr lang="en-US" altLang="zh-CN"/>
              <a:t>The states and transitions are similar to the solution tree in backtracking. The "number of layers" in the solution tree, that is, the "current filling position" </a:t>
            </a:r>
            <a:r>
              <a:rPr lang="en-US" altLang="zh-CN" b="1"/>
              <a:t>cur</a:t>
            </a:r>
            <a:r>
              <a:rPr lang="en-US" altLang="zh-CN"/>
              <a:t> in the recursive function, describes the sequence number of the decision to be completed, which is called “stage" in dynamic programming.</a:t>
            </a:r>
            <a:endParaRPr lang="zh-CN" altLang="en-US"/>
          </a:p>
        </p:txBody>
      </p:sp>
    </p:spTree>
    <p:extLst>
      <p:ext uri="{BB962C8B-B14F-4D97-AF65-F5344CB8AC3E}">
        <p14:creationId xmlns:p14="http://schemas.microsoft.com/office/powerpoint/2010/main" val="352621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78A04-7899-4759-8C5B-3394CB944900}"/>
              </a:ext>
            </a:extLst>
          </p:cNvPr>
          <p:cNvSpPr>
            <a:spLocks noGrp="1"/>
          </p:cNvSpPr>
          <p:nvPr>
            <p:ph type="title"/>
          </p:nvPr>
        </p:nvSpPr>
        <p:spPr>
          <a:xfrm>
            <a:off x="580748" y="2103437"/>
            <a:ext cx="10515600" cy="1325563"/>
          </a:xfrm>
        </p:spPr>
        <p:txBody>
          <a:bodyPr/>
          <a:lstStyle/>
          <a:p>
            <a:pPr algn="ctr"/>
            <a:r>
              <a:rPr lang="en-US" altLang="zh-CN">
                <a:hlinkClick r:id="rId2" action="ppaction://hlinkfile"/>
              </a:rPr>
              <a:t>Unidirectional TSP</a:t>
            </a:r>
            <a:endParaRPr lang="zh-CN" altLang="en-US"/>
          </a:p>
        </p:txBody>
      </p:sp>
      <p:sp>
        <p:nvSpPr>
          <p:cNvPr id="5" name="文本框 4">
            <a:extLst>
              <a:ext uri="{FF2B5EF4-FFF2-40B4-BE49-F238E27FC236}">
                <a16:creationId xmlns:a16="http://schemas.microsoft.com/office/drawing/2014/main" id="{0EAEA5D3-2AD6-4BD0-805C-5A4DA4DB8D7E}"/>
              </a:ext>
            </a:extLst>
          </p:cNvPr>
          <p:cNvSpPr txBox="1"/>
          <p:nvPr/>
        </p:nvSpPr>
        <p:spPr>
          <a:xfrm>
            <a:off x="3030984" y="3569693"/>
            <a:ext cx="6885373" cy="830997"/>
          </a:xfrm>
          <a:prstGeom prst="rect">
            <a:avLst/>
          </a:prstGeom>
          <a:noFill/>
        </p:spPr>
        <p:txBody>
          <a:bodyPr wrap="square">
            <a:spAutoFit/>
          </a:bodyPr>
          <a:lstStyle/>
          <a:p>
            <a:r>
              <a:rPr lang="zh-CN" altLang="en-US" sz="2400"/>
              <a:t>Each column is a stage, and each stage has 3 decisions: straight, upper right and lower right.</a:t>
            </a:r>
          </a:p>
        </p:txBody>
      </p:sp>
    </p:spTree>
    <p:extLst>
      <p:ext uri="{BB962C8B-B14F-4D97-AF65-F5344CB8AC3E}">
        <p14:creationId xmlns:p14="http://schemas.microsoft.com/office/powerpoint/2010/main" val="2138630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A01757-A839-4FEE-963F-F797F71BB000}"/>
              </a:ext>
            </a:extLst>
          </p:cNvPr>
          <p:cNvSpPr>
            <a:spLocks noGrp="1"/>
          </p:cNvSpPr>
          <p:nvPr>
            <p:ph type="title"/>
          </p:nvPr>
        </p:nvSpPr>
        <p:spPr/>
        <p:txBody>
          <a:bodyPr/>
          <a:lstStyle/>
          <a:p>
            <a:r>
              <a:rPr lang="en-US" altLang="zh-CN" b="1"/>
              <a:t>state &amp; state transition equation</a:t>
            </a:r>
            <a:endParaRPr lang="zh-CN" altLang="en-US"/>
          </a:p>
        </p:txBody>
      </p:sp>
      <p:sp>
        <p:nvSpPr>
          <p:cNvPr id="3" name="内容占位符 2">
            <a:extLst>
              <a:ext uri="{FF2B5EF4-FFF2-40B4-BE49-F238E27FC236}">
                <a16:creationId xmlns:a16="http://schemas.microsoft.com/office/drawing/2014/main" id="{A52A6503-A3C8-4BF8-924C-06A3048C919C}"/>
              </a:ext>
            </a:extLst>
          </p:cNvPr>
          <p:cNvSpPr>
            <a:spLocks noGrp="1"/>
          </p:cNvSpPr>
          <p:nvPr>
            <p:ph idx="1"/>
          </p:nvPr>
        </p:nvSpPr>
        <p:spPr/>
        <p:txBody>
          <a:bodyPr/>
          <a:lstStyle/>
          <a:p>
            <a:r>
              <a:rPr lang="en-US" altLang="zh-CN"/>
              <a:t>d(i,j) means the minimum cost from (i,j) to the last column.</a:t>
            </a:r>
          </a:p>
          <a:p>
            <a:pPr marL="0" indent="0">
              <a:buNone/>
            </a:pPr>
            <a:endParaRPr lang="en-US" altLang="zh-CN"/>
          </a:p>
          <a:p>
            <a:r>
              <a:rPr lang="pl-PL" altLang="zh-CN"/>
              <a:t>d[i][j]=a[i][j]+</a:t>
            </a:r>
            <a:r>
              <a:rPr lang="en-US" altLang="zh-CN"/>
              <a:t>min</a:t>
            </a:r>
            <a:r>
              <a:rPr lang="pl-PL" altLang="zh-CN"/>
              <a:t>(d[i</a:t>
            </a:r>
            <a:r>
              <a:rPr lang="en-US" altLang="zh-CN"/>
              <a:t>-</a:t>
            </a:r>
            <a:r>
              <a:rPr lang="pl-PL" altLang="zh-CN"/>
              <a:t>1][j+1],</a:t>
            </a:r>
            <a:r>
              <a:rPr lang="en-US" altLang="zh-CN"/>
              <a:t>d[i][j+1],</a:t>
            </a:r>
            <a:r>
              <a:rPr lang="pl-PL" altLang="zh-CN"/>
              <a:t>d[i</a:t>
            </a:r>
            <a:r>
              <a:rPr lang="en-US" altLang="zh-CN"/>
              <a:t>+</a:t>
            </a:r>
            <a:r>
              <a:rPr lang="pl-PL" altLang="zh-CN"/>
              <a:t>1][j+1])</a:t>
            </a:r>
            <a:endParaRPr lang="en-US" altLang="zh-CN"/>
          </a:p>
          <a:p>
            <a:endParaRPr lang="en-US" altLang="zh-CN"/>
          </a:p>
          <a:p>
            <a:r>
              <a:rPr lang="en-US" altLang="zh-CN"/>
              <a:t>O(n*m)</a:t>
            </a:r>
            <a:endParaRPr lang="zh-CN" altLang="en-US"/>
          </a:p>
        </p:txBody>
      </p:sp>
    </p:spTree>
    <p:extLst>
      <p:ext uri="{BB962C8B-B14F-4D97-AF65-F5344CB8AC3E}">
        <p14:creationId xmlns:p14="http://schemas.microsoft.com/office/powerpoint/2010/main" val="309671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EFFA1B-E14E-44E1-BBA5-FC71D8CE843E}"/>
              </a:ext>
            </a:extLst>
          </p:cNvPr>
          <p:cNvSpPr>
            <a:spLocks noGrp="1"/>
          </p:cNvSpPr>
          <p:nvPr>
            <p:ph type="title"/>
          </p:nvPr>
        </p:nvSpPr>
        <p:spPr/>
        <p:txBody>
          <a:bodyPr/>
          <a:lstStyle/>
          <a:p>
            <a:r>
              <a:rPr lang="en-US" altLang="zh-CN"/>
              <a:t>Knapsack problem</a:t>
            </a:r>
            <a:endParaRPr lang="zh-CN" altLang="en-US"/>
          </a:p>
        </p:txBody>
      </p:sp>
      <p:sp>
        <p:nvSpPr>
          <p:cNvPr id="7" name="内容占位符 6">
            <a:extLst>
              <a:ext uri="{FF2B5EF4-FFF2-40B4-BE49-F238E27FC236}">
                <a16:creationId xmlns:a16="http://schemas.microsoft.com/office/drawing/2014/main" id="{45E7C1C0-968E-4630-BD88-2BED8A44DE24}"/>
              </a:ext>
            </a:extLst>
          </p:cNvPr>
          <p:cNvSpPr>
            <a:spLocks noGrp="1"/>
          </p:cNvSpPr>
          <p:nvPr>
            <p:ph idx="1"/>
          </p:nvPr>
        </p:nvSpPr>
        <p:spPr/>
        <p:txBody>
          <a:bodyPr>
            <a:normAutofit fontScale="92500" lnSpcReduction="10000"/>
          </a:bodyPr>
          <a:lstStyle/>
          <a:p>
            <a:endParaRPr lang="en-US" altLang="zh-CN"/>
          </a:p>
          <a:p>
            <a:endParaRPr lang="en-US" altLang="zh-CN"/>
          </a:p>
          <a:p>
            <a:r>
              <a:rPr lang="en-US" altLang="zh-CN"/>
              <a:t>The knapsack problem is a problem in combinatorial optimization: Given a set of items (</a:t>
            </a:r>
            <a:r>
              <a:rPr lang="en-US" altLang="zh-CN">
                <a:solidFill>
                  <a:srgbClr val="FF0000"/>
                </a:solidFill>
              </a:rPr>
              <a:t>the number of each item is infinite</a:t>
            </a:r>
            <a:r>
              <a:rPr lang="en-US" altLang="zh-CN"/>
              <a:t>), each with </a:t>
            </a:r>
            <a:r>
              <a:rPr lang="en-US" altLang="zh-CN">
                <a:solidFill>
                  <a:srgbClr val="FF0000"/>
                </a:solidFill>
              </a:rPr>
              <a:t>a weight </a:t>
            </a:r>
            <a:r>
              <a:rPr lang="en-US" altLang="zh-CN"/>
              <a:t>and </a:t>
            </a:r>
            <a:r>
              <a:rPr lang="en-US" altLang="zh-CN">
                <a:solidFill>
                  <a:srgbClr val="FF0000"/>
                </a:solidFill>
              </a:rPr>
              <a:t>a value</a:t>
            </a:r>
            <a:r>
              <a:rPr lang="en-US" altLang="zh-CN"/>
              <a:t>, determine the number of each item to include in a collection so that the total weight is less than or equal to </a:t>
            </a:r>
            <a:r>
              <a:rPr lang="en-US" altLang="zh-CN">
                <a:solidFill>
                  <a:srgbClr val="FF0000"/>
                </a:solidFill>
              </a:rPr>
              <a:t>a given limit </a:t>
            </a:r>
            <a:r>
              <a:rPr lang="en-US" altLang="zh-CN"/>
              <a:t>and </a:t>
            </a:r>
            <a:r>
              <a:rPr lang="en-US" altLang="zh-CN">
                <a:solidFill>
                  <a:srgbClr val="FF0000"/>
                </a:solidFill>
              </a:rPr>
              <a:t>the total value is as large as possible</a:t>
            </a:r>
            <a:r>
              <a:rPr lang="en-US" altLang="zh-CN"/>
              <a:t>.</a:t>
            </a:r>
          </a:p>
          <a:p>
            <a:pPr marL="0" indent="0">
              <a:buNone/>
            </a:pPr>
            <a:endParaRPr lang="en-US" altLang="zh-CN"/>
          </a:p>
          <a:p>
            <a:r>
              <a:rPr lang="en-US" altLang="zh-CN"/>
              <a:t>It derives its name from the problem faced by someone who is constrained by a fixed-size knapsack and must fill it with the most valuable items. </a:t>
            </a:r>
          </a:p>
        </p:txBody>
      </p:sp>
      <p:pic>
        <p:nvPicPr>
          <p:cNvPr id="9" name="图片 8">
            <a:extLst>
              <a:ext uri="{FF2B5EF4-FFF2-40B4-BE49-F238E27FC236}">
                <a16:creationId xmlns:a16="http://schemas.microsoft.com/office/drawing/2014/main" id="{3014BF45-6179-4B0A-B6BA-1BA2C5693388}"/>
              </a:ext>
            </a:extLst>
          </p:cNvPr>
          <p:cNvPicPr>
            <a:picLocks noChangeAspect="1"/>
          </p:cNvPicPr>
          <p:nvPr/>
        </p:nvPicPr>
        <p:blipFill>
          <a:blip r:embed="rId2"/>
          <a:stretch>
            <a:fillRect/>
          </a:stretch>
        </p:blipFill>
        <p:spPr>
          <a:xfrm>
            <a:off x="9153905" y="0"/>
            <a:ext cx="3038095" cy="2590476"/>
          </a:xfrm>
          <a:prstGeom prst="rect">
            <a:avLst/>
          </a:prstGeom>
        </p:spPr>
      </p:pic>
    </p:spTree>
    <p:extLst>
      <p:ext uri="{BB962C8B-B14F-4D97-AF65-F5344CB8AC3E}">
        <p14:creationId xmlns:p14="http://schemas.microsoft.com/office/powerpoint/2010/main" val="586593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70E658-CED6-4A36-8B1D-E06B9FE10C15}"/>
              </a:ext>
            </a:extLst>
          </p:cNvPr>
          <p:cNvSpPr>
            <a:spLocks noGrp="1"/>
          </p:cNvSpPr>
          <p:nvPr>
            <p:ph type="title"/>
          </p:nvPr>
        </p:nvSpPr>
        <p:spPr/>
        <p:txBody>
          <a:bodyPr/>
          <a:lstStyle/>
          <a:p>
            <a:r>
              <a:rPr lang="en-US" altLang="zh-CN" b="1" i="0">
                <a:solidFill>
                  <a:srgbClr val="202122"/>
                </a:solidFill>
                <a:effectLst/>
                <a:latin typeface="Arial" panose="020B0604020202020204" pitchFamily="34" charset="0"/>
              </a:rPr>
              <a:t>0-1 knapsack problem</a:t>
            </a:r>
            <a:endParaRPr lang="zh-CN" altLang="en-US"/>
          </a:p>
        </p:txBody>
      </p:sp>
      <p:sp>
        <p:nvSpPr>
          <p:cNvPr id="3" name="内容占位符 2">
            <a:extLst>
              <a:ext uri="{FF2B5EF4-FFF2-40B4-BE49-F238E27FC236}">
                <a16:creationId xmlns:a16="http://schemas.microsoft.com/office/drawing/2014/main" id="{9D4F4632-52AE-458F-898B-CBA344D1966A}"/>
              </a:ext>
            </a:extLst>
          </p:cNvPr>
          <p:cNvSpPr>
            <a:spLocks noGrp="1"/>
          </p:cNvSpPr>
          <p:nvPr>
            <p:ph idx="1"/>
          </p:nvPr>
        </p:nvSpPr>
        <p:spPr/>
        <p:txBody>
          <a:bodyPr/>
          <a:lstStyle/>
          <a:p>
            <a:r>
              <a:rPr lang="en-US" altLang="zh-CN"/>
              <a:t>The most common problem being solved is the 0-1 knapsack problem, which restricts the number x</a:t>
            </a:r>
            <a:r>
              <a:rPr lang="en-US" altLang="zh-CN" baseline="-25000"/>
              <a:t>i</a:t>
            </a:r>
            <a:r>
              <a:rPr lang="en-US" altLang="zh-CN"/>
              <a:t> of copies of each kind of item to </a:t>
            </a:r>
            <a:r>
              <a:rPr lang="en-US" altLang="zh-CN">
                <a:solidFill>
                  <a:srgbClr val="FF0000"/>
                </a:solidFill>
              </a:rPr>
              <a:t>zero or one</a:t>
            </a:r>
            <a:r>
              <a:rPr lang="en-US" altLang="zh-CN"/>
              <a:t>. Given a set of n items numbered from 1 up to </a:t>
            </a:r>
            <a:r>
              <a:rPr lang="en-US" altLang="zh-CN">
                <a:solidFill>
                  <a:srgbClr val="FF0000"/>
                </a:solidFill>
              </a:rPr>
              <a:t>n</a:t>
            </a:r>
            <a:r>
              <a:rPr lang="en-US" altLang="zh-CN"/>
              <a:t>, each with a weight </a:t>
            </a:r>
            <a:r>
              <a:rPr lang="en-US" altLang="zh-CN">
                <a:solidFill>
                  <a:srgbClr val="FF0000"/>
                </a:solidFill>
              </a:rPr>
              <a:t>w</a:t>
            </a:r>
            <a:r>
              <a:rPr lang="en-US" altLang="zh-CN" baseline="-25000">
                <a:solidFill>
                  <a:srgbClr val="FF0000"/>
                </a:solidFill>
              </a:rPr>
              <a:t>i</a:t>
            </a:r>
            <a:r>
              <a:rPr lang="en-US" altLang="zh-CN"/>
              <a:t> and a value </a:t>
            </a:r>
            <a:r>
              <a:rPr lang="en-US" altLang="zh-CN">
                <a:solidFill>
                  <a:srgbClr val="FF0000"/>
                </a:solidFill>
              </a:rPr>
              <a:t>v</a:t>
            </a:r>
            <a:r>
              <a:rPr lang="en-US" altLang="zh-CN" baseline="-25000">
                <a:solidFill>
                  <a:srgbClr val="FF0000"/>
                </a:solidFill>
              </a:rPr>
              <a:t>i</a:t>
            </a:r>
            <a:r>
              <a:rPr lang="en-US" altLang="zh-CN"/>
              <a:t>, along with a maximum weight capacity </a:t>
            </a:r>
            <a:r>
              <a:rPr lang="en-US" altLang="zh-CN">
                <a:solidFill>
                  <a:srgbClr val="FF0000"/>
                </a:solidFill>
              </a:rPr>
              <a:t>W</a:t>
            </a:r>
            <a:r>
              <a:rPr lang="en-US" altLang="zh-CN"/>
              <a:t>,</a:t>
            </a:r>
          </a:p>
          <a:p>
            <a:pPr marL="0" indent="0">
              <a:buNone/>
            </a:pPr>
            <a:endParaRPr lang="en-US" altLang="zh-CN"/>
          </a:p>
          <a:p>
            <a:pPr marL="0" indent="0">
              <a:buNone/>
            </a:pPr>
            <a:endParaRPr lang="zh-CN" altLang="en-US"/>
          </a:p>
        </p:txBody>
      </p:sp>
      <p:pic>
        <p:nvPicPr>
          <p:cNvPr id="7" name="图片 6">
            <a:extLst>
              <a:ext uri="{FF2B5EF4-FFF2-40B4-BE49-F238E27FC236}">
                <a16:creationId xmlns:a16="http://schemas.microsoft.com/office/drawing/2014/main" id="{16360512-AF8C-4D96-AC78-3A997B9C7F21}"/>
              </a:ext>
            </a:extLst>
          </p:cNvPr>
          <p:cNvPicPr>
            <a:picLocks noChangeAspect="1"/>
          </p:cNvPicPr>
          <p:nvPr/>
        </p:nvPicPr>
        <p:blipFill>
          <a:blip r:embed="rId2"/>
          <a:stretch>
            <a:fillRect/>
          </a:stretch>
        </p:blipFill>
        <p:spPr>
          <a:xfrm>
            <a:off x="1088576" y="4056295"/>
            <a:ext cx="6365982" cy="2193461"/>
          </a:xfrm>
          <a:prstGeom prst="rect">
            <a:avLst/>
          </a:prstGeom>
        </p:spPr>
      </p:pic>
    </p:spTree>
    <p:extLst>
      <p:ext uri="{BB962C8B-B14F-4D97-AF65-F5344CB8AC3E}">
        <p14:creationId xmlns:p14="http://schemas.microsoft.com/office/powerpoint/2010/main" val="763173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919289" y="1412876"/>
            <a:ext cx="8497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  f[n+1][W+1]</a:t>
            </a:r>
            <a:r>
              <a:rPr lang="zh-CN" altLang="en-US" sz="2400">
                <a:solidFill>
                  <a:srgbClr val="000000"/>
                </a:solidFill>
                <a:latin typeface="Times New Roman" panose="02020603050405020304" pitchFamily="18" charset="0"/>
                <a:ea typeface="宋体" panose="02010600030101010101" pitchFamily="2" charset="-122"/>
              </a:rPr>
              <a:t> </a:t>
            </a:r>
          </a:p>
        </p:txBody>
      </p:sp>
      <p:sp>
        <p:nvSpPr>
          <p:cNvPr id="17411" name="Text Box 305"/>
          <p:cNvSpPr txBox="1">
            <a:spLocks noChangeArrowheads="1"/>
          </p:cNvSpPr>
          <p:nvPr/>
        </p:nvSpPr>
        <p:spPr bwMode="auto">
          <a:xfrm>
            <a:off x="1919289" y="549276"/>
            <a:ext cx="8497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Times New Roman" panose="02020603050405020304" pitchFamily="18" charset="0"/>
                <a:ea typeface="宋体" panose="02010600030101010101" pitchFamily="2" charset="-122"/>
              </a:rPr>
              <a:t>5 items, W[5]={2, 2, 6, 5, 4}, V[5]={6, 3, 5, 4, 6}, W(or C) = 10</a:t>
            </a:r>
            <a:endParaRPr lang="zh-CN" altLang="en-US" sz="2400">
              <a:solidFill>
                <a:srgbClr val="000000"/>
              </a:solidFill>
              <a:latin typeface="Times New Roman" panose="02020603050405020304" pitchFamily="18" charset="0"/>
              <a:ea typeface="宋体" panose="02010600030101010101" pitchFamily="2" charset="-122"/>
            </a:endParaRPr>
          </a:p>
        </p:txBody>
      </p:sp>
      <p:grpSp>
        <p:nvGrpSpPr>
          <p:cNvPr id="17412" name="Group 4"/>
          <p:cNvGrpSpPr>
            <a:grpSpLocks/>
          </p:cNvGrpSpPr>
          <p:nvPr/>
        </p:nvGrpSpPr>
        <p:grpSpPr bwMode="auto">
          <a:xfrm>
            <a:off x="2347914" y="2493964"/>
            <a:ext cx="1127125" cy="536575"/>
            <a:chOff x="0" y="0"/>
            <a:chExt cx="590" cy="480"/>
          </a:xfrm>
        </p:grpSpPr>
        <p:sp>
          <p:nvSpPr>
            <p:cNvPr id="17413" name="Rectangle 22"/>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7414" name="Rectangle 120"/>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7415" name="Rectangle 23"/>
          <p:cNvSpPr>
            <a:spLocks noChangeArrowheads="1"/>
          </p:cNvSpPr>
          <p:nvPr/>
        </p:nvSpPr>
        <p:spPr bwMode="auto">
          <a:xfrm>
            <a:off x="3556001" y="2493964"/>
            <a:ext cx="34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16" name="Rectangle 122"/>
          <p:cNvSpPr>
            <a:spLocks noChangeArrowheads="1"/>
          </p:cNvSpPr>
          <p:nvPr/>
        </p:nvSpPr>
        <p:spPr bwMode="auto">
          <a:xfrm>
            <a:off x="3475039"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17" name="Rectangle 24"/>
          <p:cNvSpPr>
            <a:spLocks noChangeArrowheads="1"/>
          </p:cNvSpPr>
          <p:nvPr/>
        </p:nvSpPr>
        <p:spPr bwMode="auto">
          <a:xfrm>
            <a:off x="4067176" y="2493964"/>
            <a:ext cx="34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18" name="Rectangle 124"/>
          <p:cNvSpPr>
            <a:spLocks noChangeArrowheads="1"/>
          </p:cNvSpPr>
          <p:nvPr/>
        </p:nvSpPr>
        <p:spPr bwMode="auto">
          <a:xfrm>
            <a:off x="3986214"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19" name="Rectangle 25"/>
          <p:cNvSpPr>
            <a:spLocks noChangeArrowheads="1"/>
          </p:cNvSpPr>
          <p:nvPr/>
        </p:nvSpPr>
        <p:spPr bwMode="auto">
          <a:xfrm>
            <a:off x="4578350" y="2493964"/>
            <a:ext cx="34925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20" name="Rectangle 126"/>
          <p:cNvSpPr>
            <a:spLocks noChangeArrowheads="1"/>
          </p:cNvSpPr>
          <p:nvPr/>
        </p:nvSpPr>
        <p:spPr bwMode="auto">
          <a:xfrm>
            <a:off x="4497388" y="2493964"/>
            <a:ext cx="512762"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21" name="Rectangle 26"/>
          <p:cNvSpPr>
            <a:spLocks noChangeArrowheads="1"/>
          </p:cNvSpPr>
          <p:nvPr/>
        </p:nvSpPr>
        <p:spPr bwMode="auto">
          <a:xfrm>
            <a:off x="5092701" y="2493964"/>
            <a:ext cx="3460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22" name="Rectangle 128"/>
          <p:cNvSpPr>
            <a:spLocks noChangeArrowheads="1"/>
          </p:cNvSpPr>
          <p:nvPr/>
        </p:nvSpPr>
        <p:spPr bwMode="auto">
          <a:xfrm>
            <a:off x="5010151"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23" name="Rectangle 27"/>
          <p:cNvSpPr>
            <a:spLocks noChangeArrowheads="1"/>
          </p:cNvSpPr>
          <p:nvPr/>
        </p:nvSpPr>
        <p:spPr bwMode="auto">
          <a:xfrm>
            <a:off x="5603876" y="2493964"/>
            <a:ext cx="3460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24" name="Rectangle 130"/>
          <p:cNvSpPr>
            <a:spLocks noChangeArrowheads="1"/>
          </p:cNvSpPr>
          <p:nvPr/>
        </p:nvSpPr>
        <p:spPr bwMode="auto">
          <a:xfrm>
            <a:off x="5521326"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25" name="Rectangle 28"/>
          <p:cNvSpPr>
            <a:spLocks noChangeArrowheads="1"/>
          </p:cNvSpPr>
          <p:nvPr/>
        </p:nvSpPr>
        <p:spPr bwMode="auto">
          <a:xfrm>
            <a:off x="6115051" y="2493964"/>
            <a:ext cx="34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26" name="Rectangle 132"/>
          <p:cNvSpPr>
            <a:spLocks noChangeArrowheads="1"/>
          </p:cNvSpPr>
          <p:nvPr/>
        </p:nvSpPr>
        <p:spPr bwMode="auto">
          <a:xfrm>
            <a:off x="6032501" y="2493964"/>
            <a:ext cx="5127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27" name="Rectangle 29"/>
          <p:cNvSpPr>
            <a:spLocks noChangeArrowheads="1"/>
          </p:cNvSpPr>
          <p:nvPr/>
        </p:nvSpPr>
        <p:spPr bwMode="auto">
          <a:xfrm>
            <a:off x="6626226" y="2493964"/>
            <a:ext cx="34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28" name="Rectangle 134"/>
          <p:cNvSpPr>
            <a:spLocks noChangeArrowheads="1"/>
          </p:cNvSpPr>
          <p:nvPr/>
        </p:nvSpPr>
        <p:spPr bwMode="auto">
          <a:xfrm>
            <a:off x="6545264"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29" name="Rectangle 30"/>
          <p:cNvSpPr>
            <a:spLocks noChangeArrowheads="1"/>
          </p:cNvSpPr>
          <p:nvPr/>
        </p:nvSpPr>
        <p:spPr bwMode="auto">
          <a:xfrm>
            <a:off x="7137400" y="2493964"/>
            <a:ext cx="34925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30" name="Rectangle 136"/>
          <p:cNvSpPr>
            <a:spLocks noChangeArrowheads="1"/>
          </p:cNvSpPr>
          <p:nvPr/>
        </p:nvSpPr>
        <p:spPr bwMode="auto">
          <a:xfrm>
            <a:off x="7056438" y="2493964"/>
            <a:ext cx="512762"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31" name="Rectangle 31"/>
          <p:cNvSpPr>
            <a:spLocks noChangeArrowheads="1"/>
          </p:cNvSpPr>
          <p:nvPr/>
        </p:nvSpPr>
        <p:spPr bwMode="auto">
          <a:xfrm>
            <a:off x="7651751" y="2493964"/>
            <a:ext cx="3460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32" name="Rectangle 138"/>
          <p:cNvSpPr>
            <a:spLocks noChangeArrowheads="1"/>
          </p:cNvSpPr>
          <p:nvPr/>
        </p:nvSpPr>
        <p:spPr bwMode="auto">
          <a:xfrm>
            <a:off x="7569201"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33" name="Rectangle 32"/>
          <p:cNvSpPr>
            <a:spLocks noChangeArrowheads="1"/>
          </p:cNvSpPr>
          <p:nvPr/>
        </p:nvSpPr>
        <p:spPr bwMode="auto">
          <a:xfrm>
            <a:off x="8162926" y="2493964"/>
            <a:ext cx="3460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34" name="Rectangle 140"/>
          <p:cNvSpPr>
            <a:spLocks noChangeArrowheads="1"/>
          </p:cNvSpPr>
          <p:nvPr/>
        </p:nvSpPr>
        <p:spPr bwMode="auto">
          <a:xfrm>
            <a:off x="8080376"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35" name="Rectangle 33"/>
          <p:cNvSpPr>
            <a:spLocks noChangeArrowheads="1"/>
          </p:cNvSpPr>
          <p:nvPr/>
        </p:nvSpPr>
        <p:spPr bwMode="auto">
          <a:xfrm>
            <a:off x="8674101" y="2493964"/>
            <a:ext cx="34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36" name="Rectangle 142"/>
          <p:cNvSpPr>
            <a:spLocks noChangeArrowheads="1"/>
          </p:cNvSpPr>
          <p:nvPr/>
        </p:nvSpPr>
        <p:spPr bwMode="auto">
          <a:xfrm>
            <a:off x="8591551" y="2493964"/>
            <a:ext cx="5127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37" name="Rectangle 34"/>
          <p:cNvSpPr>
            <a:spLocks noChangeArrowheads="1"/>
          </p:cNvSpPr>
          <p:nvPr/>
        </p:nvSpPr>
        <p:spPr bwMode="auto">
          <a:xfrm>
            <a:off x="9185276" y="2493964"/>
            <a:ext cx="34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38" name="Rectangle 144"/>
          <p:cNvSpPr>
            <a:spLocks noChangeArrowheads="1"/>
          </p:cNvSpPr>
          <p:nvPr/>
        </p:nvSpPr>
        <p:spPr bwMode="auto">
          <a:xfrm>
            <a:off x="9104314" y="2493964"/>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7439" name="Group 31"/>
          <p:cNvGrpSpPr>
            <a:grpSpLocks/>
          </p:cNvGrpSpPr>
          <p:nvPr/>
        </p:nvGrpSpPr>
        <p:grpSpPr bwMode="auto">
          <a:xfrm>
            <a:off x="2347914" y="3030539"/>
            <a:ext cx="1127125" cy="428625"/>
            <a:chOff x="0" y="0"/>
            <a:chExt cx="590" cy="384"/>
          </a:xfrm>
        </p:grpSpPr>
        <p:sp>
          <p:nvSpPr>
            <p:cNvPr id="17440" name="Rectangle 35"/>
            <p:cNvSpPr>
              <a:spLocks noChangeArrowheads="1"/>
            </p:cNvSpPr>
            <p:nvPr/>
          </p:nvSpPr>
          <p:spPr bwMode="auto">
            <a:xfrm>
              <a:off x="43" y="0"/>
              <a:ext cx="5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7441" name="Rectangle 146"/>
            <p:cNvSpPr>
              <a:spLocks noChangeArrowheads="1"/>
            </p:cNvSpPr>
            <p:nvPr/>
          </p:nvSpPr>
          <p:spPr bwMode="auto">
            <a:xfrm>
              <a:off x="0" y="0"/>
              <a:ext cx="59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7442" name="Rectangle 36"/>
          <p:cNvSpPr>
            <a:spLocks noChangeArrowheads="1"/>
          </p:cNvSpPr>
          <p:nvPr/>
        </p:nvSpPr>
        <p:spPr bwMode="auto">
          <a:xfrm>
            <a:off x="3556001" y="3030539"/>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43" name="Rectangle 148"/>
          <p:cNvSpPr>
            <a:spLocks noChangeArrowheads="1"/>
          </p:cNvSpPr>
          <p:nvPr/>
        </p:nvSpPr>
        <p:spPr bwMode="auto">
          <a:xfrm>
            <a:off x="3475039" y="3030539"/>
            <a:ext cx="5111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44" name="Rectangle 37"/>
          <p:cNvSpPr>
            <a:spLocks noChangeArrowheads="1"/>
          </p:cNvSpPr>
          <p:nvPr/>
        </p:nvSpPr>
        <p:spPr bwMode="auto">
          <a:xfrm>
            <a:off x="4067176" y="3030539"/>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45" name="Rectangle 150"/>
          <p:cNvSpPr>
            <a:spLocks noChangeArrowheads="1"/>
          </p:cNvSpPr>
          <p:nvPr/>
        </p:nvSpPr>
        <p:spPr bwMode="auto">
          <a:xfrm>
            <a:off x="3986214" y="303053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46" name="Rectangle 38"/>
          <p:cNvSpPr>
            <a:spLocks noChangeArrowheads="1"/>
          </p:cNvSpPr>
          <p:nvPr/>
        </p:nvSpPr>
        <p:spPr bwMode="auto">
          <a:xfrm>
            <a:off x="4578350" y="3030539"/>
            <a:ext cx="3492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47" name="Rectangle 152"/>
          <p:cNvSpPr>
            <a:spLocks noChangeArrowheads="1"/>
          </p:cNvSpPr>
          <p:nvPr/>
        </p:nvSpPr>
        <p:spPr bwMode="auto">
          <a:xfrm>
            <a:off x="4497388" y="3030539"/>
            <a:ext cx="512762"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48" name="Rectangle 39"/>
          <p:cNvSpPr>
            <a:spLocks noChangeArrowheads="1"/>
          </p:cNvSpPr>
          <p:nvPr/>
        </p:nvSpPr>
        <p:spPr bwMode="auto">
          <a:xfrm>
            <a:off x="5092701" y="3030539"/>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49" name="Rectangle 154"/>
          <p:cNvSpPr>
            <a:spLocks noChangeArrowheads="1"/>
          </p:cNvSpPr>
          <p:nvPr/>
        </p:nvSpPr>
        <p:spPr bwMode="auto">
          <a:xfrm>
            <a:off x="5010151" y="303053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50" name="Rectangle 47"/>
          <p:cNvSpPr>
            <a:spLocks noChangeArrowheads="1"/>
          </p:cNvSpPr>
          <p:nvPr/>
        </p:nvSpPr>
        <p:spPr bwMode="auto">
          <a:xfrm>
            <a:off x="5603876" y="3030539"/>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51" name="Rectangle 156"/>
          <p:cNvSpPr>
            <a:spLocks noChangeArrowheads="1"/>
          </p:cNvSpPr>
          <p:nvPr/>
        </p:nvSpPr>
        <p:spPr bwMode="auto">
          <a:xfrm>
            <a:off x="5521326" y="303053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52" name="Rectangle 48"/>
          <p:cNvSpPr>
            <a:spLocks noChangeArrowheads="1"/>
          </p:cNvSpPr>
          <p:nvPr/>
        </p:nvSpPr>
        <p:spPr bwMode="auto">
          <a:xfrm>
            <a:off x="6115051" y="3030539"/>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53" name="Rectangle 158"/>
          <p:cNvSpPr>
            <a:spLocks noChangeArrowheads="1"/>
          </p:cNvSpPr>
          <p:nvPr/>
        </p:nvSpPr>
        <p:spPr bwMode="auto">
          <a:xfrm>
            <a:off x="6032501" y="3030539"/>
            <a:ext cx="512763"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54" name="Rectangle 49"/>
          <p:cNvSpPr>
            <a:spLocks noChangeArrowheads="1"/>
          </p:cNvSpPr>
          <p:nvPr/>
        </p:nvSpPr>
        <p:spPr bwMode="auto">
          <a:xfrm>
            <a:off x="6626226" y="3030539"/>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55" name="Rectangle 160"/>
          <p:cNvSpPr>
            <a:spLocks noChangeArrowheads="1"/>
          </p:cNvSpPr>
          <p:nvPr/>
        </p:nvSpPr>
        <p:spPr bwMode="auto">
          <a:xfrm>
            <a:off x="6545264" y="303053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56" name="Rectangle 50"/>
          <p:cNvSpPr>
            <a:spLocks noChangeArrowheads="1"/>
          </p:cNvSpPr>
          <p:nvPr/>
        </p:nvSpPr>
        <p:spPr bwMode="auto">
          <a:xfrm>
            <a:off x="7137400" y="3030539"/>
            <a:ext cx="3492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57" name="Rectangle 162"/>
          <p:cNvSpPr>
            <a:spLocks noChangeArrowheads="1"/>
          </p:cNvSpPr>
          <p:nvPr/>
        </p:nvSpPr>
        <p:spPr bwMode="auto">
          <a:xfrm>
            <a:off x="7056438" y="3030539"/>
            <a:ext cx="512762"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58" name="Rectangle 51"/>
          <p:cNvSpPr>
            <a:spLocks noChangeArrowheads="1"/>
          </p:cNvSpPr>
          <p:nvPr/>
        </p:nvSpPr>
        <p:spPr bwMode="auto">
          <a:xfrm>
            <a:off x="7651751" y="3030539"/>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59" name="Rectangle 164"/>
          <p:cNvSpPr>
            <a:spLocks noChangeArrowheads="1"/>
          </p:cNvSpPr>
          <p:nvPr/>
        </p:nvSpPr>
        <p:spPr bwMode="auto">
          <a:xfrm>
            <a:off x="7569201" y="303053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60" name="Rectangle 52"/>
          <p:cNvSpPr>
            <a:spLocks noChangeArrowheads="1"/>
          </p:cNvSpPr>
          <p:nvPr/>
        </p:nvSpPr>
        <p:spPr bwMode="auto">
          <a:xfrm>
            <a:off x="8162926" y="3030539"/>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61" name="Rectangle 166"/>
          <p:cNvSpPr>
            <a:spLocks noChangeArrowheads="1"/>
          </p:cNvSpPr>
          <p:nvPr/>
        </p:nvSpPr>
        <p:spPr bwMode="auto">
          <a:xfrm>
            <a:off x="8080376" y="303053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62" name="Rectangle 168"/>
          <p:cNvSpPr>
            <a:spLocks noChangeArrowheads="1"/>
          </p:cNvSpPr>
          <p:nvPr/>
        </p:nvSpPr>
        <p:spPr bwMode="auto">
          <a:xfrm>
            <a:off x="8591551" y="3030539"/>
            <a:ext cx="512763"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63" name="Rectangle 170"/>
          <p:cNvSpPr>
            <a:spLocks noChangeArrowheads="1"/>
          </p:cNvSpPr>
          <p:nvPr/>
        </p:nvSpPr>
        <p:spPr bwMode="auto">
          <a:xfrm>
            <a:off x="9104314" y="303053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7464" name="Group 56"/>
          <p:cNvGrpSpPr>
            <a:grpSpLocks/>
          </p:cNvGrpSpPr>
          <p:nvPr/>
        </p:nvGrpSpPr>
        <p:grpSpPr bwMode="auto">
          <a:xfrm>
            <a:off x="2347914" y="3459164"/>
            <a:ext cx="1127125" cy="428625"/>
            <a:chOff x="0" y="0"/>
            <a:chExt cx="590" cy="384"/>
          </a:xfrm>
        </p:grpSpPr>
        <p:sp>
          <p:nvSpPr>
            <p:cNvPr id="17465" name="Rectangle 55"/>
            <p:cNvSpPr>
              <a:spLocks noChangeArrowheads="1"/>
            </p:cNvSpPr>
            <p:nvPr/>
          </p:nvSpPr>
          <p:spPr bwMode="auto">
            <a:xfrm>
              <a:off x="43" y="0"/>
              <a:ext cx="5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7466" name="Rectangle 172"/>
            <p:cNvSpPr>
              <a:spLocks noChangeArrowheads="1"/>
            </p:cNvSpPr>
            <p:nvPr/>
          </p:nvSpPr>
          <p:spPr bwMode="auto">
            <a:xfrm>
              <a:off x="0" y="0"/>
              <a:ext cx="59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7467" name="Rectangle 56"/>
          <p:cNvSpPr>
            <a:spLocks noChangeArrowheads="1"/>
          </p:cNvSpPr>
          <p:nvPr/>
        </p:nvSpPr>
        <p:spPr bwMode="auto">
          <a:xfrm>
            <a:off x="3556001" y="3459164"/>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68" name="Rectangle 174"/>
          <p:cNvSpPr>
            <a:spLocks noChangeArrowheads="1"/>
          </p:cNvSpPr>
          <p:nvPr/>
        </p:nvSpPr>
        <p:spPr bwMode="auto">
          <a:xfrm>
            <a:off x="3475039" y="3459164"/>
            <a:ext cx="5111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69" name="Rectangle 57"/>
          <p:cNvSpPr>
            <a:spLocks noChangeArrowheads="1"/>
          </p:cNvSpPr>
          <p:nvPr/>
        </p:nvSpPr>
        <p:spPr bwMode="auto">
          <a:xfrm>
            <a:off x="4067176" y="3459164"/>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70" name="Rectangle 176"/>
          <p:cNvSpPr>
            <a:spLocks noChangeArrowheads="1"/>
          </p:cNvSpPr>
          <p:nvPr/>
        </p:nvSpPr>
        <p:spPr bwMode="auto">
          <a:xfrm>
            <a:off x="3986214" y="3459164"/>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71" name="Rectangle 58"/>
          <p:cNvSpPr>
            <a:spLocks noChangeArrowheads="1"/>
          </p:cNvSpPr>
          <p:nvPr/>
        </p:nvSpPr>
        <p:spPr bwMode="auto">
          <a:xfrm>
            <a:off x="4578350" y="3459164"/>
            <a:ext cx="3492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72" name="Rectangle 178"/>
          <p:cNvSpPr>
            <a:spLocks noChangeArrowheads="1"/>
          </p:cNvSpPr>
          <p:nvPr/>
        </p:nvSpPr>
        <p:spPr bwMode="auto">
          <a:xfrm>
            <a:off x="4497388" y="3459164"/>
            <a:ext cx="512762"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73" name="Rectangle 59"/>
          <p:cNvSpPr>
            <a:spLocks noChangeArrowheads="1"/>
          </p:cNvSpPr>
          <p:nvPr/>
        </p:nvSpPr>
        <p:spPr bwMode="auto">
          <a:xfrm>
            <a:off x="5092701" y="3459164"/>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74" name="Rectangle 180"/>
          <p:cNvSpPr>
            <a:spLocks noChangeArrowheads="1"/>
          </p:cNvSpPr>
          <p:nvPr/>
        </p:nvSpPr>
        <p:spPr bwMode="auto">
          <a:xfrm>
            <a:off x="5010151" y="3459164"/>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75" name="Rectangle 60"/>
          <p:cNvSpPr>
            <a:spLocks noChangeArrowheads="1"/>
          </p:cNvSpPr>
          <p:nvPr/>
        </p:nvSpPr>
        <p:spPr bwMode="auto">
          <a:xfrm>
            <a:off x="5603876" y="3459164"/>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76" name="Rectangle 182"/>
          <p:cNvSpPr>
            <a:spLocks noChangeArrowheads="1"/>
          </p:cNvSpPr>
          <p:nvPr/>
        </p:nvSpPr>
        <p:spPr bwMode="auto">
          <a:xfrm>
            <a:off x="5521326" y="3459164"/>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77" name="Rectangle 61"/>
          <p:cNvSpPr>
            <a:spLocks noChangeArrowheads="1"/>
          </p:cNvSpPr>
          <p:nvPr/>
        </p:nvSpPr>
        <p:spPr bwMode="auto">
          <a:xfrm>
            <a:off x="6115051" y="3459164"/>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78" name="Rectangle 184"/>
          <p:cNvSpPr>
            <a:spLocks noChangeArrowheads="1"/>
          </p:cNvSpPr>
          <p:nvPr/>
        </p:nvSpPr>
        <p:spPr bwMode="auto">
          <a:xfrm>
            <a:off x="6032501" y="3459164"/>
            <a:ext cx="512763"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79" name="Rectangle 62"/>
          <p:cNvSpPr>
            <a:spLocks noChangeArrowheads="1"/>
          </p:cNvSpPr>
          <p:nvPr/>
        </p:nvSpPr>
        <p:spPr bwMode="auto">
          <a:xfrm>
            <a:off x="6626226" y="3459164"/>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80" name="Rectangle 186"/>
          <p:cNvSpPr>
            <a:spLocks noChangeArrowheads="1"/>
          </p:cNvSpPr>
          <p:nvPr/>
        </p:nvSpPr>
        <p:spPr bwMode="auto">
          <a:xfrm>
            <a:off x="6545264" y="3459164"/>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81" name="Rectangle 63"/>
          <p:cNvSpPr>
            <a:spLocks noChangeArrowheads="1"/>
          </p:cNvSpPr>
          <p:nvPr/>
        </p:nvSpPr>
        <p:spPr bwMode="auto">
          <a:xfrm>
            <a:off x="7137400" y="3459164"/>
            <a:ext cx="3492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82" name="Rectangle 188"/>
          <p:cNvSpPr>
            <a:spLocks noChangeArrowheads="1"/>
          </p:cNvSpPr>
          <p:nvPr/>
        </p:nvSpPr>
        <p:spPr bwMode="auto">
          <a:xfrm>
            <a:off x="7056438" y="3459164"/>
            <a:ext cx="512762"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83" name="Rectangle 64"/>
          <p:cNvSpPr>
            <a:spLocks noChangeArrowheads="1"/>
          </p:cNvSpPr>
          <p:nvPr/>
        </p:nvSpPr>
        <p:spPr bwMode="auto">
          <a:xfrm>
            <a:off x="7651751" y="3459164"/>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84" name="Rectangle 190"/>
          <p:cNvSpPr>
            <a:spLocks noChangeArrowheads="1"/>
          </p:cNvSpPr>
          <p:nvPr/>
        </p:nvSpPr>
        <p:spPr bwMode="auto">
          <a:xfrm>
            <a:off x="7569201" y="3459164"/>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85" name="Rectangle 65"/>
          <p:cNvSpPr>
            <a:spLocks noChangeArrowheads="1"/>
          </p:cNvSpPr>
          <p:nvPr/>
        </p:nvSpPr>
        <p:spPr bwMode="auto">
          <a:xfrm>
            <a:off x="8162926" y="3459164"/>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86" name="Rectangle 192"/>
          <p:cNvSpPr>
            <a:spLocks noChangeArrowheads="1"/>
          </p:cNvSpPr>
          <p:nvPr/>
        </p:nvSpPr>
        <p:spPr bwMode="auto">
          <a:xfrm>
            <a:off x="8080376" y="3459164"/>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87" name="Rectangle 66"/>
          <p:cNvSpPr>
            <a:spLocks noChangeArrowheads="1"/>
          </p:cNvSpPr>
          <p:nvPr/>
        </p:nvSpPr>
        <p:spPr bwMode="auto">
          <a:xfrm>
            <a:off x="8674101" y="3459164"/>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88" name="Rectangle 194"/>
          <p:cNvSpPr>
            <a:spLocks noChangeArrowheads="1"/>
          </p:cNvSpPr>
          <p:nvPr/>
        </p:nvSpPr>
        <p:spPr bwMode="auto">
          <a:xfrm>
            <a:off x="8591551" y="3459164"/>
            <a:ext cx="512763"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7489" name="Group 81"/>
          <p:cNvGrpSpPr>
            <a:grpSpLocks/>
          </p:cNvGrpSpPr>
          <p:nvPr/>
        </p:nvGrpSpPr>
        <p:grpSpPr bwMode="auto">
          <a:xfrm>
            <a:off x="2347914" y="3887789"/>
            <a:ext cx="1127125" cy="428625"/>
            <a:chOff x="0" y="0"/>
            <a:chExt cx="590" cy="384"/>
          </a:xfrm>
        </p:grpSpPr>
        <p:sp>
          <p:nvSpPr>
            <p:cNvPr id="17490" name="Rectangle 68"/>
            <p:cNvSpPr>
              <a:spLocks noChangeArrowheads="1"/>
            </p:cNvSpPr>
            <p:nvPr/>
          </p:nvSpPr>
          <p:spPr bwMode="auto">
            <a:xfrm>
              <a:off x="43" y="0"/>
              <a:ext cx="5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7491" name="Rectangle 198"/>
            <p:cNvSpPr>
              <a:spLocks noChangeArrowheads="1"/>
            </p:cNvSpPr>
            <p:nvPr/>
          </p:nvSpPr>
          <p:spPr bwMode="auto">
            <a:xfrm>
              <a:off x="0" y="0"/>
              <a:ext cx="59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7492" name="Rectangle 69"/>
          <p:cNvSpPr>
            <a:spLocks noChangeArrowheads="1"/>
          </p:cNvSpPr>
          <p:nvPr/>
        </p:nvSpPr>
        <p:spPr bwMode="auto">
          <a:xfrm>
            <a:off x="3556001" y="3887789"/>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93" name="Rectangle 200"/>
          <p:cNvSpPr>
            <a:spLocks noChangeArrowheads="1"/>
          </p:cNvSpPr>
          <p:nvPr/>
        </p:nvSpPr>
        <p:spPr bwMode="auto">
          <a:xfrm>
            <a:off x="3475039" y="3887789"/>
            <a:ext cx="5111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94" name="Rectangle 70"/>
          <p:cNvSpPr>
            <a:spLocks noChangeArrowheads="1"/>
          </p:cNvSpPr>
          <p:nvPr/>
        </p:nvSpPr>
        <p:spPr bwMode="auto">
          <a:xfrm>
            <a:off x="4067176" y="3887789"/>
            <a:ext cx="3476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95" name="Rectangle 202"/>
          <p:cNvSpPr>
            <a:spLocks noChangeArrowheads="1"/>
          </p:cNvSpPr>
          <p:nvPr/>
        </p:nvSpPr>
        <p:spPr bwMode="auto">
          <a:xfrm>
            <a:off x="3986214" y="388778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96" name="Rectangle 71"/>
          <p:cNvSpPr>
            <a:spLocks noChangeArrowheads="1"/>
          </p:cNvSpPr>
          <p:nvPr/>
        </p:nvSpPr>
        <p:spPr bwMode="auto">
          <a:xfrm>
            <a:off x="4578350" y="3887789"/>
            <a:ext cx="3492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97" name="Rectangle 204"/>
          <p:cNvSpPr>
            <a:spLocks noChangeArrowheads="1"/>
          </p:cNvSpPr>
          <p:nvPr/>
        </p:nvSpPr>
        <p:spPr bwMode="auto">
          <a:xfrm>
            <a:off x="4497388" y="3887789"/>
            <a:ext cx="512762"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498" name="Rectangle 72"/>
          <p:cNvSpPr>
            <a:spLocks noChangeArrowheads="1"/>
          </p:cNvSpPr>
          <p:nvPr/>
        </p:nvSpPr>
        <p:spPr bwMode="auto">
          <a:xfrm>
            <a:off x="5092701" y="3887789"/>
            <a:ext cx="3460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499" name="Rectangle 206"/>
          <p:cNvSpPr>
            <a:spLocks noChangeArrowheads="1"/>
          </p:cNvSpPr>
          <p:nvPr/>
        </p:nvSpPr>
        <p:spPr bwMode="auto">
          <a:xfrm>
            <a:off x="5010151" y="388778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0" name="Rectangle 208"/>
          <p:cNvSpPr>
            <a:spLocks noChangeArrowheads="1"/>
          </p:cNvSpPr>
          <p:nvPr/>
        </p:nvSpPr>
        <p:spPr bwMode="auto">
          <a:xfrm>
            <a:off x="5521326" y="388778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1" name="Rectangle 210"/>
          <p:cNvSpPr>
            <a:spLocks noChangeArrowheads="1"/>
          </p:cNvSpPr>
          <p:nvPr/>
        </p:nvSpPr>
        <p:spPr bwMode="auto">
          <a:xfrm>
            <a:off x="6032501" y="3887789"/>
            <a:ext cx="512763"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2" name="Rectangle 212"/>
          <p:cNvSpPr>
            <a:spLocks noChangeArrowheads="1"/>
          </p:cNvSpPr>
          <p:nvPr/>
        </p:nvSpPr>
        <p:spPr bwMode="auto">
          <a:xfrm>
            <a:off x="6545264" y="388778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3" name="Rectangle 214"/>
          <p:cNvSpPr>
            <a:spLocks noChangeArrowheads="1"/>
          </p:cNvSpPr>
          <p:nvPr/>
        </p:nvSpPr>
        <p:spPr bwMode="auto">
          <a:xfrm>
            <a:off x="7026276" y="3860801"/>
            <a:ext cx="512763"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4" name="Rectangle 216"/>
          <p:cNvSpPr>
            <a:spLocks noChangeArrowheads="1"/>
          </p:cNvSpPr>
          <p:nvPr/>
        </p:nvSpPr>
        <p:spPr bwMode="auto">
          <a:xfrm>
            <a:off x="7569201" y="388778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5" name="Rectangle 218"/>
          <p:cNvSpPr>
            <a:spLocks noChangeArrowheads="1"/>
          </p:cNvSpPr>
          <p:nvPr/>
        </p:nvSpPr>
        <p:spPr bwMode="auto">
          <a:xfrm>
            <a:off x="8080376" y="388778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6" name="Rectangle 220"/>
          <p:cNvSpPr>
            <a:spLocks noChangeArrowheads="1"/>
          </p:cNvSpPr>
          <p:nvPr/>
        </p:nvSpPr>
        <p:spPr bwMode="auto">
          <a:xfrm>
            <a:off x="8591551" y="3887789"/>
            <a:ext cx="512763"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07" name="Rectangle 222"/>
          <p:cNvSpPr>
            <a:spLocks noChangeArrowheads="1"/>
          </p:cNvSpPr>
          <p:nvPr/>
        </p:nvSpPr>
        <p:spPr bwMode="auto">
          <a:xfrm>
            <a:off x="9104314" y="3887789"/>
            <a:ext cx="511175"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7508" name="Group 100"/>
          <p:cNvGrpSpPr>
            <a:grpSpLocks/>
          </p:cNvGrpSpPr>
          <p:nvPr/>
        </p:nvGrpSpPr>
        <p:grpSpPr bwMode="auto">
          <a:xfrm>
            <a:off x="2347914" y="4316414"/>
            <a:ext cx="1127125" cy="534987"/>
            <a:chOff x="0" y="0"/>
            <a:chExt cx="590" cy="480"/>
          </a:xfrm>
        </p:grpSpPr>
        <p:sp>
          <p:nvSpPr>
            <p:cNvPr id="17509" name="Rectangle 81"/>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7510" name="Rectangle 224"/>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7511" name="Rectangle 82"/>
          <p:cNvSpPr>
            <a:spLocks noChangeArrowheads="1"/>
          </p:cNvSpPr>
          <p:nvPr/>
        </p:nvSpPr>
        <p:spPr bwMode="auto">
          <a:xfrm>
            <a:off x="3556001" y="4316414"/>
            <a:ext cx="347663"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512" name="Rectangle 226"/>
          <p:cNvSpPr>
            <a:spLocks noChangeArrowheads="1"/>
          </p:cNvSpPr>
          <p:nvPr/>
        </p:nvSpPr>
        <p:spPr bwMode="auto">
          <a:xfrm>
            <a:off x="3475039" y="4316414"/>
            <a:ext cx="511175"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13" name="Rectangle 83"/>
          <p:cNvSpPr>
            <a:spLocks noChangeArrowheads="1"/>
          </p:cNvSpPr>
          <p:nvPr/>
        </p:nvSpPr>
        <p:spPr bwMode="auto">
          <a:xfrm>
            <a:off x="4067176" y="4316414"/>
            <a:ext cx="347663"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514" name="Rectangle 228"/>
          <p:cNvSpPr>
            <a:spLocks noChangeArrowheads="1"/>
          </p:cNvSpPr>
          <p:nvPr/>
        </p:nvSpPr>
        <p:spPr bwMode="auto">
          <a:xfrm>
            <a:off x="3986214" y="4316414"/>
            <a:ext cx="511175"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15" name="Rectangle 230"/>
          <p:cNvSpPr>
            <a:spLocks noChangeArrowheads="1"/>
          </p:cNvSpPr>
          <p:nvPr/>
        </p:nvSpPr>
        <p:spPr bwMode="auto">
          <a:xfrm>
            <a:off x="4497388" y="4316414"/>
            <a:ext cx="512762"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16" name="Rectangle 232"/>
          <p:cNvSpPr>
            <a:spLocks noChangeArrowheads="1"/>
          </p:cNvSpPr>
          <p:nvPr/>
        </p:nvSpPr>
        <p:spPr bwMode="auto">
          <a:xfrm>
            <a:off x="5010151" y="4316414"/>
            <a:ext cx="511175"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17" name="Rectangle 234"/>
          <p:cNvSpPr>
            <a:spLocks noChangeArrowheads="1"/>
          </p:cNvSpPr>
          <p:nvPr/>
        </p:nvSpPr>
        <p:spPr bwMode="auto">
          <a:xfrm>
            <a:off x="5521326" y="4316414"/>
            <a:ext cx="511175"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18" name="Rectangle 236"/>
          <p:cNvSpPr>
            <a:spLocks noChangeArrowheads="1"/>
          </p:cNvSpPr>
          <p:nvPr/>
        </p:nvSpPr>
        <p:spPr bwMode="auto">
          <a:xfrm>
            <a:off x="6032501" y="4316414"/>
            <a:ext cx="512763"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19" name="Rectangle 238"/>
          <p:cNvSpPr>
            <a:spLocks noChangeArrowheads="1"/>
          </p:cNvSpPr>
          <p:nvPr/>
        </p:nvSpPr>
        <p:spPr bwMode="auto">
          <a:xfrm>
            <a:off x="6545264" y="4316414"/>
            <a:ext cx="511175"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20" name="Rectangle 240"/>
          <p:cNvSpPr>
            <a:spLocks noChangeArrowheads="1"/>
          </p:cNvSpPr>
          <p:nvPr/>
        </p:nvSpPr>
        <p:spPr bwMode="auto">
          <a:xfrm>
            <a:off x="7056438" y="4316414"/>
            <a:ext cx="512762"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21" name="Rectangle 242"/>
          <p:cNvSpPr>
            <a:spLocks noChangeArrowheads="1"/>
          </p:cNvSpPr>
          <p:nvPr/>
        </p:nvSpPr>
        <p:spPr bwMode="auto">
          <a:xfrm>
            <a:off x="7569201" y="4316414"/>
            <a:ext cx="511175"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22" name="Rectangle 244"/>
          <p:cNvSpPr>
            <a:spLocks noChangeArrowheads="1"/>
          </p:cNvSpPr>
          <p:nvPr/>
        </p:nvSpPr>
        <p:spPr bwMode="auto">
          <a:xfrm>
            <a:off x="8080376" y="4316414"/>
            <a:ext cx="511175"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23" name="Rectangle 246"/>
          <p:cNvSpPr>
            <a:spLocks noChangeArrowheads="1"/>
          </p:cNvSpPr>
          <p:nvPr/>
        </p:nvSpPr>
        <p:spPr bwMode="auto">
          <a:xfrm>
            <a:off x="8591551" y="4316414"/>
            <a:ext cx="512763"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24" name="Rectangle 248"/>
          <p:cNvSpPr>
            <a:spLocks noChangeArrowheads="1"/>
          </p:cNvSpPr>
          <p:nvPr/>
        </p:nvSpPr>
        <p:spPr bwMode="auto">
          <a:xfrm>
            <a:off x="9104314" y="4316414"/>
            <a:ext cx="511175" cy="534987"/>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7525" name="Group 117"/>
          <p:cNvGrpSpPr>
            <a:grpSpLocks/>
          </p:cNvGrpSpPr>
          <p:nvPr/>
        </p:nvGrpSpPr>
        <p:grpSpPr bwMode="auto">
          <a:xfrm>
            <a:off x="2347914" y="4851401"/>
            <a:ext cx="1127125" cy="536575"/>
            <a:chOff x="0" y="0"/>
            <a:chExt cx="590" cy="480"/>
          </a:xfrm>
        </p:grpSpPr>
        <p:sp>
          <p:nvSpPr>
            <p:cNvPr id="17526" name="Rectangle 94"/>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7527" name="Rectangle 250"/>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7528" name="Rectangle 95"/>
          <p:cNvSpPr>
            <a:spLocks noChangeArrowheads="1"/>
          </p:cNvSpPr>
          <p:nvPr/>
        </p:nvSpPr>
        <p:spPr bwMode="auto">
          <a:xfrm>
            <a:off x="3556001" y="4851401"/>
            <a:ext cx="34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529" name="Rectangle 252"/>
          <p:cNvSpPr>
            <a:spLocks noChangeArrowheads="1"/>
          </p:cNvSpPr>
          <p:nvPr/>
        </p:nvSpPr>
        <p:spPr bwMode="auto">
          <a:xfrm>
            <a:off x="3475039" y="4851401"/>
            <a:ext cx="511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0" name="Rectangle 254"/>
          <p:cNvSpPr>
            <a:spLocks noChangeArrowheads="1"/>
          </p:cNvSpPr>
          <p:nvPr/>
        </p:nvSpPr>
        <p:spPr bwMode="auto">
          <a:xfrm>
            <a:off x="3986214" y="4851401"/>
            <a:ext cx="511175"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1" name="Rectangle 256"/>
          <p:cNvSpPr>
            <a:spLocks noChangeArrowheads="1"/>
          </p:cNvSpPr>
          <p:nvPr/>
        </p:nvSpPr>
        <p:spPr bwMode="auto">
          <a:xfrm>
            <a:off x="4497388" y="4851401"/>
            <a:ext cx="512762"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2" name="Rectangle 258"/>
          <p:cNvSpPr>
            <a:spLocks noChangeArrowheads="1"/>
          </p:cNvSpPr>
          <p:nvPr/>
        </p:nvSpPr>
        <p:spPr bwMode="auto">
          <a:xfrm>
            <a:off x="5010151" y="4851401"/>
            <a:ext cx="511175"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3" name="Rectangle 260"/>
          <p:cNvSpPr>
            <a:spLocks noChangeArrowheads="1"/>
          </p:cNvSpPr>
          <p:nvPr/>
        </p:nvSpPr>
        <p:spPr bwMode="auto">
          <a:xfrm>
            <a:off x="5521326" y="4851401"/>
            <a:ext cx="511175"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4" name="Rectangle 262"/>
          <p:cNvSpPr>
            <a:spLocks noChangeArrowheads="1"/>
          </p:cNvSpPr>
          <p:nvPr/>
        </p:nvSpPr>
        <p:spPr bwMode="auto">
          <a:xfrm>
            <a:off x="6032501" y="4851401"/>
            <a:ext cx="512763"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5" name="Rectangle 264"/>
          <p:cNvSpPr>
            <a:spLocks noChangeArrowheads="1"/>
          </p:cNvSpPr>
          <p:nvPr/>
        </p:nvSpPr>
        <p:spPr bwMode="auto">
          <a:xfrm>
            <a:off x="6545264" y="4851401"/>
            <a:ext cx="511175"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6" name="Rectangle 266"/>
          <p:cNvSpPr>
            <a:spLocks noChangeArrowheads="1"/>
          </p:cNvSpPr>
          <p:nvPr/>
        </p:nvSpPr>
        <p:spPr bwMode="auto">
          <a:xfrm>
            <a:off x="7056438" y="4851401"/>
            <a:ext cx="512762"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7" name="Rectangle 268"/>
          <p:cNvSpPr>
            <a:spLocks noChangeArrowheads="1"/>
          </p:cNvSpPr>
          <p:nvPr/>
        </p:nvSpPr>
        <p:spPr bwMode="auto">
          <a:xfrm>
            <a:off x="7569201" y="4851401"/>
            <a:ext cx="511175"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8" name="Rectangle 270"/>
          <p:cNvSpPr>
            <a:spLocks noChangeArrowheads="1"/>
          </p:cNvSpPr>
          <p:nvPr/>
        </p:nvSpPr>
        <p:spPr bwMode="auto">
          <a:xfrm>
            <a:off x="8080376" y="4851401"/>
            <a:ext cx="511175"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39" name="Rectangle 272"/>
          <p:cNvSpPr>
            <a:spLocks noChangeArrowheads="1"/>
          </p:cNvSpPr>
          <p:nvPr/>
        </p:nvSpPr>
        <p:spPr bwMode="auto">
          <a:xfrm>
            <a:off x="8591551" y="4851401"/>
            <a:ext cx="512763"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40" name="Rectangle 274"/>
          <p:cNvSpPr>
            <a:spLocks noChangeArrowheads="1"/>
          </p:cNvSpPr>
          <p:nvPr/>
        </p:nvSpPr>
        <p:spPr bwMode="auto">
          <a:xfrm>
            <a:off x="9104314" y="4851401"/>
            <a:ext cx="511175" cy="53657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7541" name="Group 133"/>
          <p:cNvGrpSpPr>
            <a:grpSpLocks/>
          </p:cNvGrpSpPr>
          <p:nvPr/>
        </p:nvGrpSpPr>
        <p:grpSpPr bwMode="auto">
          <a:xfrm>
            <a:off x="2347914" y="5387975"/>
            <a:ext cx="1127125" cy="534988"/>
            <a:chOff x="0" y="0"/>
            <a:chExt cx="590" cy="480"/>
          </a:xfrm>
        </p:grpSpPr>
        <p:sp>
          <p:nvSpPr>
            <p:cNvPr id="17542" name="Rectangle 107"/>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7543" name="Rectangle 276"/>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7544" name="Rectangle 108"/>
          <p:cNvSpPr>
            <a:spLocks noChangeArrowheads="1"/>
          </p:cNvSpPr>
          <p:nvPr/>
        </p:nvSpPr>
        <p:spPr bwMode="auto">
          <a:xfrm>
            <a:off x="3556001" y="5387975"/>
            <a:ext cx="347663"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545" name="Rectangle 278"/>
          <p:cNvSpPr>
            <a:spLocks noChangeArrowheads="1"/>
          </p:cNvSpPr>
          <p:nvPr/>
        </p:nvSpPr>
        <p:spPr bwMode="auto">
          <a:xfrm>
            <a:off x="3475039" y="5387975"/>
            <a:ext cx="511175"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46" name="Rectangle 280"/>
          <p:cNvSpPr>
            <a:spLocks noChangeArrowheads="1"/>
          </p:cNvSpPr>
          <p:nvPr/>
        </p:nvSpPr>
        <p:spPr bwMode="auto">
          <a:xfrm>
            <a:off x="3986214" y="5387975"/>
            <a:ext cx="511175"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47" name="Rectangle 282"/>
          <p:cNvSpPr>
            <a:spLocks noChangeArrowheads="1"/>
          </p:cNvSpPr>
          <p:nvPr/>
        </p:nvSpPr>
        <p:spPr bwMode="auto">
          <a:xfrm>
            <a:off x="4497388" y="5387975"/>
            <a:ext cx="512762"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48" name="Rectangle 284"/>
          <p:cNvSpPr>
            <a:spLocks noChangeArrowheads="1"/>
          </p:cNvSpPr>
          <p:nvPr/>
        </p:nvSpPr>
        <p:spPr bwMode="auto">
          <a:xfrm>
            <a:off x="5010151" y="5387975"/>
            <a:ext cx="511175"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49" name="Rectangle 286"/>
          <p:cNvSpPr>
            <a:spLocks noChangeArrowheads="1"/>
          </p:cNvSpPr>
          <p:nvPr/>
        </p:nvSpPr>
        <p:spPr bwMode="auto">
          <a:xfrm>
            <a:off x="5521326" y="5387975"/>
            <a:ext cx="511175"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0" name="Rectangle 288"/>
          <p:cNvSpPr>
            <a:spLocks noChangeArrowheads="1"/>
          </p:cNvSpPr>
          <p:nvPr/>
        </p:nvSpPr>
        <p:spPr bwMode="auto">
          <a:xfrm>
            <a:off x="6032501" y="5387975"/>
            <a:ext cx="512763"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1" name="Rectangle 290"/>
          <p:cNvSpPr>
            <a:spLocks noChangeArrowheads="1"/>
          </p:cNvSpPr>
          <p:nvPr/>
        </p:nvSpPr>
        <p:spPr bwMode="auto">
          <a:xfrm>
            <a:off x="6545264" y="5387975"/>
            <a:ext cx="511175"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2" name="Rectangle 292"/>
          <p:cNvSpPr>
            <a:spLocks noChangeArrowheads="1"/>
          </p:cNvSpPr>
          <p:nvPr/>
        </p:nvSpPr>
        <p:spPr bwMode="auto">
          <a:xfrm>
            <a:off x="7056438" y="5387975"/>
            <a:ext cx="512762"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3" name="Rectangle 294"/>
          <p:cNvSpPr>
            <a:spLocks noChangeArrowheads="1"/>
          </p:cNvSpPr>
          <p:nvPr/>
        </p:nvSpPr>
        <p:spPr bwMode="auto">
          <a:xfrm>
            <a:off x="7569201" y="5387975"/>
            <a:ext cx="511175"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4" name="Rectangle 296"/>
          <p:cNvSpPr>
            <a:spLocks noChangeArrowheads="1"/>
          </p:cNvSpPr>
          <p:nvPr/>
        </p:nvSpPr>
        <p:spPr bwMode="auto">
          <a:xfrm>
            <a:off x="8080376" y="5387975"/>
            <a:ext cx="511175"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5" name="Rectangle 298"/>
          <p:cNvSpPr>
            <a:spLocks noChangeArrowheads="1"/>
          </p:cNvSpPr>
          <p:nvPr/>
        </p:nvSpPr>
        <p:spPr bwMode="auto">
          <a:xfrm>
            <a:off x="8591551" y="5387975"/>
            <a:ext cx="512763"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6" name="Rectangle 300"/>
          <p:cNvSpPr>
            <a:spLocks noChangeArrowheads="1"/>
          </p:cNvSpPr>
          <p:nvPr/>
        </p:nvSpPr>
        <p:spPr bwMode="auto">
          <a:xfrm>
            <a:off x="9104314" y="5387975"/>
            <a:ext cx="511175" cy="534988"/>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7" name="Rectangle 303"/>
          <p:cNvSpPr>
            <a:spLocks noChangeArrowheads="1"/>
          </p:cNvSpPr>
          <p:nvPr/>
        </p:nvSpPr>
        <p:spPr bwMode="auto">
          <a:xfrm>
            <a:off x="2344739" y="2492376"/>
            <a:ext cx="7273925" cy="3432175"/>
          </a:xfrm>
          <a:prstGeom prst="rect">
            <a:avLst/>
          </a:prstGeom>
          <a:noFill/>
          <a:ln w="6350"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58" name="Rectangle 311"/>
          <p:cNvSpPr>
            <a:spLocks noChangeArrowheads="1"/>
          </p:cNvSpPr>
          <p:nvPr/>
        </p:nvSpPr>
        <p:spPr bwMode="auto">
          <a:xfrm>
            <a:off x="5089525" y="3030539"/>
            <a:ext cx="3492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7559" name="Rectangle 312"/>
          <p:cNvSpPr>
            <a:spLocks noChangeArrowheads="1"/>
          </p:cNvSpPr>
          <p:nvPr/>
        </p:nvSpPr>
        <p:spPr bwMode="auto">
          <a:xfrm>
            <a:off x="5008563" y="3030539"/>
            <a:ext cx="512762" cy="428625"/>
          </a:xfrm>
          <a:prstGeom prst="rect">
            <a:avLst/>
          </a:prstGeom>
          <a:noFill/>
          <a:ln w="7" cap="flat" cmpd="sng">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7560" name="Line 152"/>
          <p:cNvSpPr>
            <a:spLocks noChangeShapeType="1"/>
          </p:cNvSpPr>
          <p:nvPr/>
        </p:nvSpPr>
        <p:spPr bwMode="auto">
          <a:xfrm flipH="1">
            <a:off x="6888164" y="1917700"/>
            <a:ext cx="142875" cy="1727200"/>
          </a:xfrm>
          <a:prstGeom prst="line">
            <a:avLst/>
          </a:prstGeom>
          <a:noFill/>
          <a:ln w="76200" cap="flat" cmpd="sng">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Tree>
    <p:extLst>
      <p:ext uri="{BB962C8B-B14F-4D97-AF65-F5344CB8AC3E}">
        <p14:creationId xmlns:p14="http://schemas.microsoft.com/office/powerpoint/2010/main" val="44584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05"/>
          <p:cNvSpPr txBox="1">
            <a:spLocks noChangeArrowheads="1"/>
          </p:cNvSpPr>
          <p:nvPr/>
        </p:nvSpPr>
        <p:spPr bwMode="auto">
          <a:xfrm>
            <a:off x="2424113" y="549275"/>
            <a:ext cx="712946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Times New Roman" panose="02020603050405020304" pitchFamily="18" charset="0"/>
                <a:ea typeface="宋体" panose="02010600030101010101" pitchFamily="2" charset="-122"/>
              </a:rPr>
              <a:t>First 1 item, first 2 items, … , first n items</a:t>
            </a:r>
            <a:endParaRPr lang="zh-CN" altLang="en-US" sz="2400">
              <a:solidFill>
                <a:srgbClr val="000000"/>
              </a:solidFill>
              <a:latin typeface="Times New Roman" panose="02020603050405020304" pitchFamily="18" charset="0"/>
              <a:ea typeface="宋体" panose="02010600030101010101" pitchFamily="2" charset="-122"/>
            </a:endParaRPr>
          </a:p>
          <a:p>
            <a:pPr eaLnBrk="1" fontAlgn="base" hangingPunct="1">
              <a:spcBef>
                <a:spcPct val="50000"/>
              </a:spcBef>
              <a:spcAft>
                <a:spcPct val="0"/>
              </a:spcAft>
              <a:buFont typeface="Arial" panose="020B0604020202020204" pitchFamily="34" charset="0"/>
              <a:buNone/>
            </a:pPr>
            <a:r>
              <a:rPr lang="zh-CN" altLang="en-US" sz="2400">
                <a:solidFill>
                  <a:srgbClr val="000000"/>
                </a:solidFill>
                <a:latin typeface="Times New Roman" panose="02020603050405020304" pitchFamily="18" charset="0"/>
                <a:ea typeface="宋体" panose="02010600030101010101" pitchFamily="2" charset="-122"/>
              </a:rPr>
              <a:t>1</a:t>
            </a:r>
            <a:r>
              <a:rPr lang="en-US" altLang="zh-CN" sz="2400">
                <a:solidFill>
                  <a:srgbClr val="000000"/>
                </a:solidFill>
                <a:latin typeface="Times New Roman" panose="02020603050405020304" pitchFamily="18" charset="0"/>
                <a:ea typeface="宋体" panose="02010600030101010101" pitchFamily="2" charset="-122"/>
              </a:rPr>
              <a:t>. First 1 item</a:t>
            </a:r>
            <a:endParaRPr lang="zh-CN" altLang="en-US" sz="2400">
              <a:solidFill>
                <a:srgbClr val="000000"/>
              </a:solidFill>
              <a:latin typeface="Times New Roman" panose="02020603050405020304" pitchFamily="18" charset="0"/>
              <a:ea typeface="宋体" panose="02010600030101010101" pitchFamily="2" charset="-122"/>
            </a:endParaRPr>
          </a:p>
        </p:txBody>
      </p:sp>
      <p:grpSp>
        <p:nvGrpSpPr>
          <p:cNvPr id="18435" name="Group 3"/>
          <p:cNvGrpSpPr>
            <a:grpSpLocks/>
          </p:cNvGrpSpPr>
          <p:nvPr/>
        </p:nvGrpSpPr>
        <p:grpSpPr bwMode="auto">
          <a:xfrm>
            <a:off x="2347914" y="2493964"/>
            <a:ext cx="1127125" cy="536575"/>
            <a:chOff x="0" y="0"/>
            <a:chExt cx="590" cy="480"/>
          </a:xfrm>
        </p:grpSpPr>
        <p:sp>
          <p:nvSpPr>
            <p:cNvPr id="18436" name="Rectangle 22"/>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8437" name="Rectangle 120"/>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8438"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39"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40"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41"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42"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43"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44"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45"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46"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47"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48"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49"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50"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51"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52"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53"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54"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55"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56"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57"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58"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59"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60"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61"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8462" name="Group 30"/>
          <p:cNvGrpSpPr>
            <a:grpSpLocks/>
          </p:cNvGrpSpPr>
          <p:nvPr/>
        </p:nvGrpSpPr>
        <p:grpSpPr bwMode="auto">
          <a:xfrm>
            <a:off x="2347914" y="3030539"/>
            <a:ext cx="1127125" cy="428625"/>
            <a:chOff x="0" y="0"/>
            <a:chExt cx="590" cy="384"/>
          </a:xfrm>
        </p:grpSpPr>
        <p:sp>
          <p:nvSpPr>
            <p:cNvPr id="18463" name="Rectangle 35"/>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8464" name="Rectangle 146"/>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8465"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66"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67"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68"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69"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70"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71"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72"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73"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74"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75"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76"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77"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78"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79"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80"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81"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82"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83"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84"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85"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86"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87"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88"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8489" name="Group 57"/>
          <p:cNvGrpSpPr>
            <a:grpSpLocks/>
          </p:cNvGrpSpPr>
          <p:nvPr/>
        </p:nvGrpSpPr>
        <p:grpSpPr bwMode="auto">
          <a:xfrm>
            <a:off x="2347914" y="3459164"/>
            <a:ext cx="1127125" cy="428625"/>
            <a:chOff x="0" y="0"/>
            <a:chExt cx="590" cy="384"/>
          </a:xfrm>
        </p:grpSpPr>
        <p:sp>
          <p:nvSpPr>
            <p:cNvPr id="18490" name="Rectangle 55"/>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8491" name="Rectangle 172"/>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8492"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93"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94"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95"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96"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97"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498"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499"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00"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01"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02"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03"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04"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05"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06"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07"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08"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09"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10"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11"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12"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13"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14"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15"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8516" name="Group 84"/>
          <p:cNvGrpSpPr>
            <a:grpSpLocks/>
          </p:cNvGrpSpPr>
          <p:nvPr/>
        </p:nvGrpSpPr>
        <p:grpSpPr bwMode="auto">
          <a:xfrm>
            <a:off x="2347914" y="3887789"/>
            <a:ext cx="1127125" cy="428625"/>
            <a:chOff x="0" y="0"/>
            <a:chExt cx="590" cy="384"/>
          </a:xfrm>
        </p:grpSpPr>
        <p:sp>
          <p:nvSpPr>
            <p:cNvPr id="18517" name="Rectangle 68"/>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8518" name="Rectangle 198"/>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8519"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20"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21"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22"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23"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24"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25"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26"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27"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28"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29"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30"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31"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32"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33"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34"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8535" name="Group 103"/>
          <p:cNvGrpSpPr>
            <a:grpSpLocks/>
          </p:cNvGrpSpPr>
          <p:nvPr/>
        </p:nvGrpSpPr>
        <p:grpSpPr bwMode="auto">
          <a:xfrm>
            <a:off x="2347914" y="4316414"/>
            <a:ext cx="1127125" cy="534987"/>
            <a:chOff x="0" y="0"/>
            <a:chExt cx="590" cy="480"/>
          </a:xfrm>
        </p:grpSpPr>
        <p:sp>
          <p:nvSpPr>
            <p:cNvPr id="18536" name="Rectangle 81"/>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8537" name="Rectangle 224"/>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8538"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39"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0" name="Rectangle 83"/>
          <p:cNvSpPr>
            <a:spLocks noChangeArrowheads="1"/>
          </p:cNvSpPr>
          <p:nvPr/>
        </p:nvSpPr>
        <p:spPr bwMode="auto">
          <a:xfrm>
            <a:off x="40671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41"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2"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3"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4"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5"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6"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7"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8"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49"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50"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51"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8552" name="Group 120"/>
          <p:cNvGrpSpPr>
            <a:grpSpLocks/>
          </p:cNvGrpSpPr>
          <p:nvPr/>
        </p:nvGrpSpPr>
        <p:grpSpPr bwMode="auto">
          <a:xfrm>
            <a:off x="2347914" y="4851401"/>
            <a:ext cx="1127125" cy="536575"/>
            <a:chOff x="0" y="0"/>
            <a:chExt cx="590" cy="480"/>
          </a:xfrm>
        </p:grpSpPr>
        <p:sp>
          <p:nvSpPr>
            <p:cNvPr id="18553" name="Rectangle 94"/>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8554" name="Rectangle 250"/>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8555"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56"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57"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58"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59"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0"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1"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2"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3"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4"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5"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6"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67"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18568" name="Group 136"/>
          <p:cNvGrpSpPr>
            <a:grpSpLocks/>
          </p:cNvGrpSpPr>
          <p:nvPr/>
        </p:nvGrpSpPr>
        <p:grpSpPr bwMode="auto">
          <a:xfrm>
            <a:off x="2347914" y="5387975"/>
            <a:ext cx="1127125" cy="534988"/>
            <a:chOff x="0" y="0"/>
            <a:chExt cx="590" cy="480"/>
          </a:xfrm>
        </p:grpSpPr>
        <p:sp>
          <p:nvSpPr>
            <p:cNvPr id="18569" name="Rectangle 107"/>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8570" name="Rectangle 276"/>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18571"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72"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73"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74"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75"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76"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77"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78"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79"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80"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81"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82"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83"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84"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8585"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8586"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Tree>
    <p:extLst>
      <p:ext uri="{BB962C8B-B14F-4D97-AF65-F5344CB8AC3E}">
        <p14:creationId xmlns:p14="http://schemas.microsoft.com/office/powerpoint/2010/main" val="1480372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05"/>
          <p:cNvSpPr txBox="1">
            <a:spLocks noChangeArrowheads="1"/>
          </p:cNvSpPr>
          <p:nvPr/>
        </p:nvSpPr>
        <p:spPr bwMode="auto">
          <a:xfrm>
            <a:off x="1919289" y="549276"/>
            <a:ext cx="8497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2. First 2 itmes.</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宋体" panose="02010600030101010101" pitchFamily="2" charset="-122"/>
                <a:ea typeface="宋体" panose="02010600030101010101" pitchFamily="2" charset="-122"/>
              </a:rPr>
              <a:t>w</a:t>
            </a:r>
            <a:r>
              <a:rPr lang="en-US" altLang="zh-CN" sz="2400" baseline="-25000">
                <a:solidFill>
                  <a:srgbClr val="000000"/>
                </a:solidFill>
                <a:latin typeface="宋体" panose="02010600030101010101" pitchFamily="2" charset="-122"/>
                <a:ea typeface="宋体" panose="02010600030101010101" pitchFamily="2" charset="-122"/>
              </a:rPr>
              <a:t>2</a:t>
            </a:r>
            <a:r>
              <a:rPr lang="en-US" altLang="zh-CN" sz="2400">
                <a:solidFill>
                  <a:srgbClr val="000000"/>
                </a:solidFill>
                <a:latin typeface="宋体" panose="02010600030101010101" pitchFamily="2" charset="-122"/>
                <a:ea typeface="宋体" panose="02010600030101010101" pitchFamily="2" charset="-122"/>
              </a:rPr>
              <a:t>&gt;j   </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19459"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9460"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61"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62"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63"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64"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65"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66"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67"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68"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69"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70"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71"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72"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73"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74"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75"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76"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77"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78"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79"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80"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81"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82"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83"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84"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85"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9486"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87"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88"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89"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90"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91"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92"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93"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94"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95"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96"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97"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498"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499"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00"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01"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02"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03"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04"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05"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06"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07"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08"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09"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10"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11"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9512"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13"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14"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15"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16"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17"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18"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19"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20"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21"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22"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23"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24"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25"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26"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27"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28"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29"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30"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31"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32"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33"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34"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35"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36"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37" name="Rectangle 68"/>
          <p:cNvSpPr>
            <a:spLocks noChangeArrowheads="1"/>
          </p:cNvSpPr>
          <p:nvPr/>
        </p:nvSpPr>
        <p:spPr bwMode="auto">
          <a:xfrm>
            <a:off x="2428876" y="3887789"/>
            <a:ext cx="1016001"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dirty="0">
                <a:solidFill>
                  <a:srgbClr val="000000"/>
                </a:solidFill>
                <a:latin typeface="Times New Roman" panose="02020603050405020304" pitchFamily="18" charset="0"/>
                <a:ea typeface="宋体" panose="02010600030101010101" pitchFamily="2" charset="-122"/>
              </a:rPr>
              <a:t>w</a:t>
            </a:r>
            <a:r>
              <a:rPr lang="en-US" altLang="zh-CN" sz="1600" b="1" baseline="-30000" dirty="0">
                <a:solidFill>
                  <a:srgbClr val="000000"/>
                </a:solidFill>
                <a:latin typeface="Times New Roman" panose="02020603050405020304" pitchFamily="18" charset="0"/>
                <a:ea typeface="宋体" panose="02010600030101010101" pitchFamily="2" charset="-122"/>
              </a:rPr>
              <a:t>2</a:t>
            </a:r>
            <a:r>
              <a:rPr lang="en-US" altLang="zh-CN" sz="1600" b="1" dirty="0">
                <a:solidFill>
                  <a:srgbClr val="000000"/>
                </a:solidFill>
                <a:latin typeface="Times New Roman" panose="02020603050405020304" pitchFamily="18" charset="0"/>
                <a:ea typeface="宋体" panose="02010600030101010101" pitchFamily="2" charset="-122"/>
              </a:rPr>
              <a:t>=</a:t>
            </a:r>
            <a:r>
              <a:rPr lang="en-US" altLang="zh-CN" sz="1600" b="1" dirty="0">
                <a:solidFill>
                  <a:srgbClr val="3333CC"/>
                </a:solidFill>
                <a:latin typeface="Times New Roman" panose="02020603050405020304" pitchFamily="18" charset="0"/>
                <a:ea typeface="宋体" panose="02010600030101010101" pitchFamily="2" charset="-122"/>
              </a:rPr>
              <a:t>2</a:t>
            </a:r>
            <a:r>
              <a:rPr lang="en-US" altLang="zh-CN" sz="1600" b="1" dirty="0">
                <a:solidFill>
                  <a:srgbClr val="000000"/>
                </a:solidFill>
                <a:latin typeface="Times New Roman" panose="02020603050405020304" pitchFamily="18" charset="0"/>
                <a:ea typeface="宋体" panose="02010600030101010101" pitchFamily="2" charset="-122"/>
              </a:rPr>
              <a:t> v</a:t>
            </a:r>
            <a:r>
              <a:rPr lang="en-US" altLang="zh-CN" sz="1600" b="1" baseline="-30000" dirty="0">
                <a:solidFill>
                  <a:srgbClr val="000000"/>
                </a:solidFill>
                <a:latin typeface="Times New Roman" panose="02020603050405020304" pitchFamily="18" charset="0"/>
                <a:ea typeface="宋体" panose="02010600030101010101" pitchFamily="2" charset="-122"/>
              </a:rPr>
              <a:t>2</a:t>
            </a:r>
            <a:r>
              <a:rPr lang="en-US" altLang="zh-CN" sz="1600" b="1" dirty="0">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dirty="0">
              <a:solidFill>
                <a:srgbClr val="000000"/>
              </a:solidFill>
              <a:latin typeface="Times New Roman" panose="02020603050405020304" pitchFamily="18" charset="0"/>
              <a:ea typeface="宋体" panose="02010600030101010101" pitchFamily="2" charset="-122"/>
            </a:endParaRPr>
          </a:p>
        </p:txBody>
      </p:sp>
      <p:sp>
        <p:nvSpPr>
          <p:cNvPr id="19538"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39"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40"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41"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42"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43"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44"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45"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46"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47"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48"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49"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50"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51"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52"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53"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54"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55"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56"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57"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58"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59"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60"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61"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62"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63"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9564"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65"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66"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67"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68"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69"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0"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1"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2"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3"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4"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5"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6"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7"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78"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9579"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0"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81"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2"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3"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4"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5"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6"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7"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8"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89"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0"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1"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2"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3"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19594"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5"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596"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7"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8"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599"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0"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1"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2"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3"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4"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5"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6"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7"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8"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09"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9610"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19611" name="Line 155"/>
          <p:cNvSpPr>
            <a:spLocks noChangeShapeType="1"/>
          </p:cNvSpPr>
          <p:nvPr/>
        </p:nvSpPr>
        <p:spPr bwMode="auto">
          <a:xfrm flipH="1">
            <a:off x="4872037" y="1003177"/>
            <a:ext cx="257178" cy="3071936"/>
          </a:xfrm>
          <a:prstGeom prst="line">
            <a:avLst/>
          </a:prstGeom>
          <a:noFill/>
          <a:ln w="76200" cap="flat" cmpd="sng">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9612" name="Oval 156"/>
          <p:cNvSpPr>
            <a:spLocks noChangeArrowheads="1"/>
          </p:cNvSpPr>
          <p:nvPr/>
        </p:nvSpPr>
        <p:spPr bwMode="auto">
          <a:xfrm>
            <a:off x="4029077" y="2485113"/>
            <a:ext cx="760411"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9613" name="Oval 157"/>
          <p:cNvSpPr>
            <a:spLocks noChangeArrowheads="1"/>
          </p:cNvSpPr>
          <p:nvPr/>
        </p:nvSpPr>
        <p:spPr bwMode="auto">
          <a:xfrm>
            <a:off x="2351088" y="3926563"/>
            <a:ext cx="792162"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Tree>
    <p:extLst>
      <p:ext uri="{BB962C8B-B14F-4D97-AF65-F5344CB8AC3E}">
        <p14:creationId xmlns:p14="http://schemas.microsoft.com/office/powerpoint/2010/main" val="2159433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305"/>
          <p:cNvSpPr txBox="1">
            <a:spLocks noChangeArrowheads="1"/>
          </p:cNvSpPr>
          <p:nvPr/>
        </p:nvSpPr>
        <p:spPr bwMode="auto">
          <a:xfrm>
            <a:off x="1919289" y="549276"/>
            <a:ext cx="3684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2. First 2 itmes. w</a:t>
            </a:r>
            <a:r>
              <a:rPr lang="en-US" altLang="zh-CN" sz="2400" baseline="-25000">
                <a:solidFill>
                  <a:srgbClr val="000000"/>
                </a:solidFill>
                <a:latin typeface="宋体" panose="02010600030101010101" pitchFamily="2" charset="-122"/>
                <a:ea typeface="宋体" panose="02010600030101010101" pitchFamily="2" charset="-122"/>
              </a:rPr>
              <a:t>2</a:t>
            </a:r>
            <a:r>
              <a:rPr lang="en-US" altLang="zh-CN" sz="2400">
                <a:solidFill>
                  <a:srgbClr val="000000"/>
                </a:solidFill>
                <a:latin typeface="宋体" panose="02010600030101010101" pitchFamily="2" charset="-122"/>
                <a:ea typeface="宋体" panose="02010600030101010101" pitchFamily="2" charset="-122"/>
              </a:rPr>
              <a:t>&lt;j</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20483"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0484"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85"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486"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87"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488"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89"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490"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91"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492"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93"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494"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95"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496"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97"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498"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499"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00"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01"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02"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03"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04"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05"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06"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07"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08"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09"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0510"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11"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12"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13"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14"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15"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16"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17"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18"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19"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20"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21"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22"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23"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24"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25"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26"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27"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28"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29"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30"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31"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32"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33"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34"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35"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0536"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37"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38"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39"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40"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41"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42"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43"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44"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45"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46"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47"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48"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49"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50"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51"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52"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53"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54"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55"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56"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57"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58"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59"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60"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61"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a:t>
            </a:r>
            <a:r>
              <a:rPr lang="en-US" altLang="zh-CN" sz="1600" b="1">
                <a:solidFill>
                  <a:srgbClr val="FF33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0562"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63"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64"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65"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66"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67"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68"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69" name="Rectangle 72"/>
          <p:cNvSpPr>
            <a:spLocks noChangeArrowheads="1"/>
          </p:cNvSpPr>
          <p:nvPr/>
        </p:nvSpPr>
        <p:spPr bwMode="auto">
          <a:xfrm>
            <a:off x="4945063" y="3889376"/>
            <a:ext cx="647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zh-CN" altLang="en-US" b="1">
                <a:solidFill>
                  <a:srgbClr val="FF3300"/>
                </a:solidFill>
                <a:latin typeface="Times New Roman" panose="02020603050405020304" pitchFamily="18" charset="0"/>
                <a:ea typeface="宋体" panose="02010600030101010101" pitchFamily="2" charset="-122"/>
              </a:rPr>
              <a:t>3＋</a:t>
            </a:r>
            <a:r>
              <a:rPr lang="zh-CN" altLang="en-US"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zh-CN" altLang="en-US" b="1">
              <a:solidFill>
                <a:srgbClr val="FF3300"/>
              </a:solidFill>
              <a:latin typeface="Times New Roman" panose="02020603050405020304" pitchFamily="18" charset="0"/>
              <a:ea typeface="宋体" panose="02010600030101010101" pitchFamily="2" charset="-122"/>
            </a:endParaRPr>
          </a:p>
        </p:txBody>
      </p:sp>
      <p:sp>
        <p:nvSpPr>
          <p:cNvPr id="20570"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71"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72"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73"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74"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75"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76"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77"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78"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79"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80"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81"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82"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83"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84"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85"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86"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87"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0588"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89"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590"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1"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2"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3"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4"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5"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6"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7"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8"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599"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0"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1"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2"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0603"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4"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605"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6"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7"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8"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09"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0"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1"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2"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3"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4"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5"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6"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7"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0618"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19"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620"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1"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2"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3"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4"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5"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6"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7"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8"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29"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30"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31"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32"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33"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0634"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0635" name="Line 155"/>
          <p:cNvSpPr>
            <a:spLocks noChangeShapeType="1"/>
          </p:cNvSpPr>
          <p:nvPr/>
        </p:nvSpPr>
        <p:spPr bwMode="auto">
          <a:xfrm flipH="1">
            <a:off x="5421298" y="1018204"/>
            <a:ext cx="608028" cy="3084691"/>
          </a:xfrm>
          <a:prstGeom prst="line">
            <a:avLst/>
          </a:prstGeom>
          <a:noFill/>
          <a:ln w="762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0636" name="Line 156"/>
          <p:cNvSpPr>
            <a:spLocks noChangeShapeType="1"/>
          </p:cNvSpPr>
          <p:nvPr/>
        </p:nvSpPr>
        <p:spPr bwMode="auto">
          <a:xfrm>
            <a:off x="4368801" y="3789363"/>
            <a:ext cx="792163" cy="215900"/>
          </a:xfrm>
          <a:prstGeom prst="line">
            <a:avLst/>
          </a:prstGeom>
          <a:noFill/>
          <a:ln w="381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0637" name="Oval 157"/>
          <p:cNvSpPr>
            <a:spLocks noChangeArrowheads="1"/>
          </p:cNvSpPr>
          <p:nvPr/>
        </p:nvSpPr>
        <p:spPr bwMode="auto">
          <a:xfrm>
            <a:off x="4872039" y="2485113"/>
            <a:ext cx="649287"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60" name="文本框 159">
            <a:extLst>
              <a:ext uri="{FF2B5EF4-FFF2-40B4-BE49-F238E27FC236}">
                <a16:creationId xmlns:a16="http://schemas.microsoft.com/office/drawing/2014/main" id="{A15C0D8E-89CC-4FBC-9077-823B6EF33DF6}"/>
              </a:ext>
            </a:extLst>
          </p:cNvPr>
          <p:cNvSpPr txBox="1"/>
          <p:nvPr/>
        </p:nvSpPr>
        <p:spPr>
          <a:xfrm>
            <a:off x="5600965" y="593487"/>
            <a:ext cx="1876426" cy="461665"/>
          </a:xfrm>
          <a:prstGeom prst="rect">
            <a:avLst/>
          </a:prstGeom>
          <a:noFill/>
        </p:spPr>
        <p:txBody>
          <a:bodyPr wrap="square">
            <a:spAutoFit/>
          </a:bodyPr>
          <a:lstStyle/>
          <a:p>
            <a:r>
              <a:rPr lang="en-US" altLang="zh-CN" sz="2400">
                <a:solidFill>
                  <a:srgbClr val="FF0000"/>
                </a:solidFill>
              </a:rPr>
              <a:t>f(i-1,j-w</a:t>
            </a:r>
            <a:r>
              <a:rPr lang="en-US" altLang="zh-CN" sz="2400" baseline="-25000">
                <a:solidFill>
                  <a:srgbClr val="FF0000"/>
                </a:solidFill>
              </a:rPr>
              <a:t>i</a:t>
            </a:r>
            <a:r>
              <a:rPr lang="en-US" altLang="zh-CN" sz="2400">
                <a:solidFill>
                  <a:srgbClr val="FF0000"/>
                </a:solidFill>
              </a:rPr>
              <a:t>)+v</a:t>
            </a:r>
            <a:r>
              <a:rPr lang="en-US" altLang="zh-CN" sz="2400" baseline="-25000">
                <a:solidFill>
                  <a:srgbClr val="FF0000"/>
                </a:solidFill>
              </a:rPr>
              <a:t>i</a:t>
            </a:r>
            <a:endParaRPr lang="zh-CN" altLang="en-US" sz="2400">
              <a:solidFill>
                <a:srgbClr val="FF0000"/>
              </a:solidFill>
            </a:endParaRPr>
          </a:p>
        </p:txBody>
      </p:sp>
    </p:spTree>
    <p:extLst>
      <p:ext uri="{BB962C8B-B14F-4D97-AF65-F5344CB8AC3E}">
        <p14:creationId xmlns:p14="http://schemas.microsoft.com/office/powerpoint/2010/main" val="2493797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1508"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09"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10"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11"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12"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13"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14"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15"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16"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17"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18"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19"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20"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21"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22"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23"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24"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25"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26"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27"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28"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29"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30"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31"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32"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33"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1534"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35"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36"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37"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38"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39"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40"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41"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42"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43"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44"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45"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46"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47"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48"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49"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50"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51"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52"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53"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54"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55"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56"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57"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58"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59"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1560"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61"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62"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63"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64"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65"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66"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67"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CC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68"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69"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70"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71"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72"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73"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74"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75"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76"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77"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78"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79"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80"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81"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82"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83"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84"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85"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1586"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87"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88"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89"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90"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91"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92"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93"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CC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94"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95"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96"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97"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598"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599"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00"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01"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02"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03"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04"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05"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06"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07"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08"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09"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10"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11"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1612"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13"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14"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15"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16"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17"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18"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19"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0"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1"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2"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3"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4"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5"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6"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1627"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28"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29"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0"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1"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2"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3"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4"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5"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6"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7"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8"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39"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0"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1"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1642"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3"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44"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5"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6"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7"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8"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49"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0"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1"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2"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3"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4"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5"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6"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7"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1658"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1659" name="Line 155"/>
          <p:cNvSpPr>
            <a:spLocks noChangeShapeType="1"/>
          </p:cNvSpPr>
          <p:nvPr/>
        </p:nvSpPr>
        <p:spPr bwMode="auto">
          <a:xfrm flipH="1">
            <a:off x="5307014" y="1055152"/>
            <a:ext cx="1611312" cy="3072511"/>
          </a:xfrm>
          <a:prstGeom prst="line">
            <a:avLst/>
          </a:prstGeom>
          <a:noFill/>
          <a:ln w="76200" cap="flat" cmpd="sng">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1660" name="Line 156"/>
          <p:cNvSpPr>
            <a:spLocks noChangeShapeType="1"/>
          </p:cNvSpPr>
          <p:nvPr/>
        </p:nvSpPr>
        <p:spPr bwMode="auto">
          <a:xfrm>
            <a:off x="5089525" y="3717925"/>
            <a:ext cx="71438" cy="431800"/>
          </a:xfrm>
          <a:prstGeom prst="line">
            <a:avLst/>
          </a:prstGeom>
          <a:noFill/>
          <a:ln w="381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1661" name="Oval 157"/>
          <p:cNvSpPr>
            <a:spLocks noChangeArrowheads="1"/>
          </p:cNvSpPr>
          <p:nvPr/>
        </p:nvSpPr>
        <p:spPr bwMode="auto">
          <a:xfrm>
            <a:off x="4872039" y="2485113"/>
            <a:ext cx="649287"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58" name="Text Box 305">
            <a:extLst>
              <a:ext uri="{FF2B5EF4-FFF2-40B4-BE49-F238E27FC236}">
                <a16:creationId xmlns:a16="http://schemas.microsoft.com/office/drawing/2014/main" id="{1EC27B24-3E24-4BEB-812B-20A499391909}"/>
              </a:ext>
            </a:extLst>
          </p:cNvPr>
          <p:cNvSpPr txBox="1">
            <a:spLocks noChangeArrowheads="1"/>
          </p:cNvSpPr>
          <p:nvPr/>
        </p:nvSpPr>
        <p:spPr bwMode="auto">
          <a:xfrm>
            <a:off x="1919289" y="549276"/>
            <a:ext cx="3684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2. First 2 itmes. w</a:t>
            </a:r>
            <a:r>
              <a:rPr lang="en-US" altLang="zh-CN" sz="2400" baseline="-25000">
                <a:solidFill>
                  <a:srgbClr val="000000"/>
                </a:solidFill>
                <a:latin typeface="宋体" panose="02010600030101010101" pitchFamily="2" charset="-122"/>
                <a:ea typeface="宋体" panose="02010600030101010101" pitchFamily="2" charset="-122"/>
              </a:rPr>
              <a:t>2</a:t>
            </a:r>
            <a:r>
              <a:rPr lang="en-US" altLang="zh-CN" sz="2400">
                <a:solidFill>
                  <a:srgbClr val="000000"/>
                </a:solidFill>
                <a:latin typeface="宋体" panose="02010600030101010101" pitchFamily="2" charset="-122"/>
                <a:ea typeface="宋体" panose="02010600030101010101" pitchFamily="2" charset="-122"/>
              </a:rPr>
              <a:t>&lt;j</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159" name="文本框 158">
            <a:extLst>
              <a:ext uri="{FF2B5EF4-FFF2-40B4-BE49-F238E27FC236}">
                <a16:creationId xmlns:a16="http://schemas.microsoft.com/office/drawing/2014/main" id="{DAE9B389-CF33-4A99-9D2B-0FFBA4C584E0}"/>
              </a:ext>
            </a:extLst>
          </p:cNvPr>
          <p:cNvSpPr txBox="1"/>
          <p:nvPr/>
        </p:nvSpPr>
        <p:spPr>
          <a:xfrm>
            <a:off x="5600965" y="593487"/>
            <a:ext cx="4492946" cy="461665"/>
          </a:xfrm>
          <a:prstGeom prst="rect">
            <a:avLst/>
          </a:prstGeom>
          <a:noFill/>
        </p:spPr>
        <p:txBody>
          <a:bodyPr wrap="square">
            <a:spAutoFit/>
          </a:bodyPr>
          <a:lstStyle/>
          <a:p>
            <a:r>
              <a:rPr lang="en-US" altLang="zh-CN" sz="2400">
                <a:solidFill>
                  <a:srgbClr val="FF0000"/>
                </a:solidFill>
              </a:rPr>
              <a:t>max(</a:t>
            </a:r>
            <a:r>
              <a:rPr lang="en-US" altLang="zh-CN" sz="2400" b="1">
                <a:solidFill>
                  <a:srgbClr val="7030A0"/>
                </a:solidFill>
              </a:rPr>
              <a:t>f(i-1,j),</a:t>
            </a:r>
            <a:r>
              <a:rPr lang="en-US" altLang="zh-CN" sz="2400">
                <a:solidFill>
                  <a:srgbClr val="002060"/>
                </a:solidFill>
              </a:rPr>
              <a:t>f(i-1,j-w</a:t>
            </a:r>
            <a:r>
              <a:rPr lang="en-US" altLang="zh-CN" sz="2400" baseline="-25000">
                <a:solidFill>
                  <a:srgbClr val="002060"/>
                </a:solidFill>
              </a:rPr>
              <a:t>i</a:t>
            </a:r>
            <a:r>
              <a:rPr lang="en-US" altLang="zh-CN" sz="2400">
                <a:solidFill>
                  <a:srgbClr val="002060"/>
                </a:solidFill>
              </a:rPr>
              <a:t>)+v</a:t>
            </a:r>
            <a:r>
              <a:rPr lang="en-US" altLang="zh-CN" sz="2400" baseline="-25000">
                <a:solidFill>
                  <a:srgbClr val="002060"/>
                </a:solidFill>
              </a:rPr>
              <a:t>i</a:t>
            </a:r>
            <a:r>
              <a:rPr lang="en-US" altLang="zh-CN" sz="2400">
                <a:solidFill>
                  <a:srgbClr val="FF0000"/>
                </a:solidFill>
              </a:rPr>
              <a:t>)</a:t>
            </a:r>
            <a:endParaRPr lang="zh-CN" altLang="en-US" sz="2400">
              <a:solidFill>
                <a:srgbClr val="FF0000"/>
              </a:solidFill>
            </a:endParaRPr>
          </a:p>
        </p:txBody>
      </p:sp>
    </p:spTree>
    <p:extLst>
      <p:ext uri="{BB962C8B-B14F-4D97-AF65-F5344CB8AC3E}">
        <p14:creationId xmlns:p14="http://schemas.microsoft.com/office/powerpoint/2010/main" val="2479425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2532"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33"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34"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35"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36"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37"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38"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39"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40"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41"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42"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43"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44"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45"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46"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47"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48"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49"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50"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51"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52"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53"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54"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55"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56"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57"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2558"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59"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60"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61"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62"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63"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64"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65"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66"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67"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68"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69"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70"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71"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72"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73"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74"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75"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76"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77"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78"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79"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80"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81"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82"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83"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2584"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85"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86"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87"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88"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89"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90"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91"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92"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93"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94"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95"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96"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97"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598"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599"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00"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01"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02"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03"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04"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05"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06"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07"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08"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09"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a:t>
            </a:r>
            <a:r>
              <a:rPr lang="en-US" altLang="zh-CN" sz="1600" b="1">
                <a:solidFill>
                  <a:srgbClr val="FF33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2610"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11"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12"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13"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14"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15"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16"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17" name="Rectangle 72"/>
          <p:cNvSpPr>
            <a:spLocks noChangeArrowheads="1"/>
          </p:cNvSpPr>
          <p:nvPr/>
        </p:nvSpPr>
        <p:spPr bwMode="auto">
          <a:xfrm>
            <a:off x="4945063" y="3889376"/>
            <a:ext cx="6477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zh-CN" altLang="en-US" b="1">
                <a:solidFill>
                  <a:srgbClr val="3333CC"/>
                </a:solidFill>
                <a:latin typeface="Times New Roman" panose="02020603050405020304" pitchFamily="18" charset="0"/>
                <a:ea typeface="宋体" panose="02010600030101010101" pitchFamily="2" charset="-122"/>
              </a:rPr>
              <a:t>   </a:t>
            </a:r>
            <a:r>
              <a:rPr lang="zh-CN" altLang="en-US"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zh-CN" altLang="en-US" b="1">
              <a:solidFill>
                <a:srgbClr val="FF3300"/>
              </a:solidFill>
              <a:latin typeface="Times New Roman" panose="02020603050405020304" pitchFamily="18" charset="0"/>
              <a:ea typeface="宋体" panose="02010600030101010101" pitchFamily="2" charset="-122"/>
            </a:endParaRPr>
          </a:p>
        </p:txBody>
      </p:sp>
      <p:sp>
        <p:nvSpPr>
          <p:cNvPr id="22618"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19"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20"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21" name="Rectangle 74"/>
          <p:cNvSpPr>
            <a:spLocks noChangeArrowheads="1"/>
          </p:cNvSpPr>
          <p:nvPr/>
        </p:nvSpPr>
        <p:spPr bwMode="auto">
          <a:xfrm>
            <a:off x="5953126" y="3889376"/>
            <a:ext cx="7207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zh-CN" altLang="en-US" sz="2000" b="1">
                <a:solidFill>
                  <a:srgbClr val="CC0000"/>
                </a:solidFill>
                <a:latin typeface="Times New Roman" panose="02020603050405020304" pitchFamily="18" charset="0"/>
                <a:ea typeface="宋体" panose="02010600030101010101" pitchFamily="2" charset="-122"/>
              </a:rPr>
              <a:t>3</a:t>
            </a:r>
            <a:r>
              <a:rPr lang="zh-CN" altLang="en-US" sz="2000" b="1">
                <a:solidFill>
                  <a:srgbClr val="000000"/>
                </a:solidFill>
                <a:latin typeface="Times New Roman" panose="02020603050405020304" pitchFamily="18" charset="0"/>
                <a:ea typeface="宋体" panose="02010600030101010101" pitchFamily="2" charset="-122"/>
              </a:rPr>
              <a:t>+</a:t>
            </a:r>
            <a:r>
              <a:rPr lang="zh-CN" altLang="en-US" sz="2000" b="1">
                <a:solidFill>
                  <a:srgbClr val="3333CC"/>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22"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23"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24"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25"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26"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27"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28"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29"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30"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31"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32"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33"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34"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35"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2636"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37"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38"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39"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0"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1"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2"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3"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4"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5"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6"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7"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8"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49"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0"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2651"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2"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53"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4"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5"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6"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7"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8"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59"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0"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1"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2"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3"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4"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5"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2666"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7"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68"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69"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0"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1"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2"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3"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4"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5"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6"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7"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8"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79"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80"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81"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2682"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2683" name="Line 155"/>
          <p:cNvSpPr>
            <a:spLocks noChangeShapeType="1"/>
          </p:cNvSpPr>
          <p:nvPr/>
        </p:nvSpPr>
        <p:spPr bwMode="auto">
          <a:xfrm flipH="1">
            <a:off x="6311900" y="1062415"/>
            <a:ext cx="474662" cy="2944435"/>
          </a:xfrm>
          <a:prstGeom prst="line">
            <a:avLst/>
          </a:prstGeom>
          <a:noFill/>
          <a:ln w="762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2684" name="Line 156"/>
          <p:cNvSpPr>
            <a:spLocks noChangeShapeType="1"/>
          </p:cNvSpPr>
          <p:nvPr/>
        </p:nvSpPr>
        <p:spPr bwMode="auto">
          <a:xfrm>
            <a:off x="5376863" y="3789363"/>
            <a:ext cx="792162" cy="215900"/>
          </a:xfrm>
          <a:prstGeom prst="line">
            <a:avLst/>
          </a:prstGeom>
          <a:noFill/>
          <a:ln w="381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2685" name="Oval 157"/>
          <p:cNvSpPr>
            <a:spLocks noChangeArrowheads="1"/>
          </p:cNvSpPr>
          <p:nvPr/>
        </p:nvSpPr>
        <p:spPr bwMode="auto">
          <a:xfrm>
            <a:off x="5880100" y="2485113"/>
            <a:ext cx="647700"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58" name="Text Box 305">
            <a:extLst>
              <a:ext uri="{FF2B5EF4-FFF2-40B4-BE49-F238E27FC236}">
                <a16:creationId xmlns:a16="http://schemas.microsoft.com/office/drawing/2014/main" id="{3EBF48B6-93EE-493A-B148-55D04B3E8571}"/>
              </a:ext>
            </a:extLst>
          </p:cNvPr>
          <p:cNvSpPr txBox="1">
            <a:spLocks noChangeArrowheads="1"/>
          </p:cNvSpPr>
          <p:nvPr/>
        </p:nvSpPr>
        <p:spPr bwMode="auto">
          <a:xfrm>
            <a:off x="1919289" y="549276"/>
            <a:ext cx="3684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2. First 2 itmes. w</a:t>
            </a:r>
            <a:r>
              <a:rPr lang="en-US" altLang="zh-CN" sz="2400" baseline="-25000">
                <a:solidFill>
                  <a:srgbClr val="000000"/>
                </a:solidFill>
                <a:latin typeface="宋体" panose="02010600030101010101" pitchFamily="2" charset="-122"/>
                <a:ea typeface="宋体" panose="02010600030101010101" pitchFamily="2" charset="-122"/>
              </a:rPr>
              <a:t>2</a:t>
            </a:r>
            <a:r>
              <a:rPr lang="en-US" altLang="zh-CN" sz="2400">
                <a:solidFill>
                  <a:srgbClr val="000000"/>
                </a:solidFill>
                <a:latin typeface="宋体" panose="02010600030101010101" pitchFamily="2" charset="-122"/>
                <a:ea typeface="宋体" panose="02010600030101010101" pitchFamily="2" charset="-122"/>
              </a:rPr>
              <a:t>&lt;j</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159" name="文本框 158">
            <a:extLst>
              <a:ext uri="{FF2B5EF4-FFF2-40B4-BE49-F238E27FC236}">
                <a16:creationId xmlns:a16="http://schemas.microsoft.com/office/drawing/2014/main" id="{3DDCB2EB-1584-4DB4-B9B5-0B01F99D0702}"/>
              </a:ext>
            </a:extLst>
          </p:cNvPr>
          <p:cNvSpPr txBox="1"/>
          <p:nvPr/>
        </p:nvSpPr>
        <p:spPr>
          <a:xfrm>
            <a:off x="5600965" y="593487"/>
            <a:ext cx="1876426" cy="461665"/>
          </a:xfrm>
          <a:prstGeom prst="rect">
            <a:avLst/>
          </a:prstGeom>
          <a:noFill/>
        </p:spPr>
        <p:txBody>
          <a:bodyPr wrap="square">
            <a:spAutoFit/>
          </a:bodyPr>
          <a:lstStyle/>
          <a:p>
            <a:r>
              <a:rPr lang="en-US" altLang="zh-CN" sz="2400">
                <a:solidFill>
                  <a:srgbClr val="FF0000"/>
                </a:solidFill>
              </a:rPr>
              <a:t>f(i-1,j-w</a:t>
            </a:r>
            <a:r>
              <a:rPr lang="en-US" altLang="zh-CN" sz="2400" baseline="-25000">
                <a:solidFill>
                  <a:srgbClr val="FF0000"/>
                </a:solidFill>
              </a:rPr>
              <a:t>i</a:t>
            </a:r>
            <a:r>
              <a:rPr lang="en-US" altLang="zh-CN" sz="2400">
                <a:solidFill>
                  <a:srgbClr val="FF0000"/>
                </a:solidFill>
              </a:rPr>
              <a:t>)+v</a:t>
            </a:r>
            <a:r>
              <a:rPr lang="en-US" altLang="zh-CN" sz="2400" baseline="-25000">
                <a:solidFill>
                  <a:srgbClr val="FF0000"/>
                </a:solidFill>
              </a:rPr>
              <a:t>i</a:t>
            </a:r>
            <a:endParaRPr lang="zh-CN" altLang="en-US" sz="2400">
              <a:solidFill>
                <a:srgbClr val="FF0000"/>
              </a:solidFill>
            </a:endParaRPr>
          </a:p>
        </p:txBody>
      </p:sp>
    </p:spTree>
    <p:extLst>
      <p:ext uri="{BB962C8B-B14F-4D97-AF65-F5344CB8AC3E}">
        <p14:creationId xmlns:p14="http://schemas.microsoft.com/office/powerpoint/2010/main" val="4125543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3556"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57"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58"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59"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60"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61"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62"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63"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64"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65"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66"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67"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68"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69"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70"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71"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72"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73"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74"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75"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76"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77"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78"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79"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80"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81"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3582"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83"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84"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85"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86"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87"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88"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89"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90"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91"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92"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93"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94"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95"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96"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97"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598"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599"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00"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01"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02"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03"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04"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05"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06"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07"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3608"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09"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10"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11"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12"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13"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14"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15"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16"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17"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18"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19"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20"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21"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22"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23"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24"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25"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26"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27"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28"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29"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30"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31"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32"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33"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3634"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35"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36"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37"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38"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39"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40"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41"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42"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43"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44"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45"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FF3300"/>
                </a:solidFill>
                <a:latin typeface="Times New Roman" panose="02020603050405020304" pitchFamily="18" charset="0"/>
                <a:ea typeface="宋体" panose="02010600030101010101" pitchFamily="2" charset="-122"/>
              </a:rPr>
              <a:t>9</a:t>
            </a:r>
            <a:endParaRPr lang="zh-CN" altLang="en-US" sz="2000" b="1">
              <a:solidFill>
                <a:srgbClr val="FF3300"/>
              </a:solidFill>
              <a:latin typeface="Times New Roman" panose="02020603050405020304" pitchFamily="18" charset="0"/>
              <a:ea typeface="宋体" panose="02010600030101010101" pitchFamily="2" charset="-122"/>
            </a:endParaRP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46"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47"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48"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49"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50"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51"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52"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53"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54"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55"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56"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57"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58"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59"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3660"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1"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62"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3"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4"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5"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6"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7"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8"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69"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0"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1"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2"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3"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4"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3675"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6"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77"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8"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79"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0"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1"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2"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3"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4"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5"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6"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7"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8"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89"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3690"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1"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692"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3"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4"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5"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6"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7"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8"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699"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700"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701"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702"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703"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704"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705"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3706"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3707" name="Line 155"/>
          <p:cNvSpPr>
            <a:spLocks noChangeShapeType="1"/>
          </p:cNvSpPr>
          <p:nvPr/>
        </p:nvSpPr>
        <p:spPr bwMode="auto">
          <a:xfrm flipH="1">
            <a:off x="6384925" y="1010941"/>
            <a:ext cx="1200415" cy="2994322"/>
          </a:xfrm>
          <a:prstGeom prst="line">
            <a:avLst/>
          </a:prstGeom>
          <a:noFill/>
          <a:ln w="76200" cap="flat" cmpd="sng">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3708" name="Line 156"/>
          <p:cNvSpPr>
            <a:spLocks noChangeShapeType="1"/>
          </p:cNvSpPr>
          <p:nvPr/>
        </p:nvSpPr>
        <p:spPr bwMode="auto">
          <a:xfrm>
            <a:off x="6096001" y="3717925"/>
            <a:ext cx="73025" cy="431800"/>
          </a:xfrm>
          <a:prstGeom prst="line">
            <a:avLst/>
          </a:prstGeom>
          <a:noFill/>
          <a:ln w="381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3709" name="Oval 157"/>
          <p:cNvSpPr>
            <a:spLocks noChangeArrowheads="1"/>
          </p:cNvSpPr>
          <p:nvPr/>
        </p:nvSpPr>
        <p:spPr bwMode="auto">
          <a:xfrm>
            <a:off x="5880100" y="2485113"/>
            <a:ext cx="647700"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60" name="Text Box 305">
            <a:extLst>
              <a:ext uri="{FF2B5EF4-FFF2-40B4-BE49-F238E27FC236}">
                <a16:creationId xmlns:a16="http://schemas.microsoft.com/office/drawing/2014/main" id="{DE3871FD-3D89-4F63-B131-432C61FC1070}"/>
              </a:ext>
            </a:extLst>
          </p:cNvPr>
          <p:cNvSpPr txBox="1">
            <a:spLocks noChangeArrowheads="1"/>
          </p:cNvSpPr>
          <p:nvPr/>
        </p:nvSpPr>
        <p:spPr bwMode="auto">
          <a:xfrm>
            <a:off x="1919289" y="549276"/>
            <a:ext cx="3684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2. First 2 itmes. w</a:t>
            </a:r>
            <a:r>
              <a:rPr lang="en-US" altLang="zh-CN" sz="2400" baseline="-25000">
                <a:solidFill>
                  <a:srgbClr val="000000"/>
                </a:solidFill>
                <a:latin typeface="宋体" panose="02010600030101010101" pitchFamily="2" charset="-122"/>
                <a:ea typeface="宋体" panose="02010600030101010101" pitchFamily="2" charset="-122"/>
              </a:rPr>
              <a:t>2</a:t>
            </a:r>
            <a:r>
              <a:rPr lang="en-US" altLang="zh-CN" sz="2400">
                <a:solidFill>
                  <a:srgbClr val="000000"/>
                </a:solidFill>
                <a:latin typeface="宋体" panose="02010600030101010101" pitchFamily="2" charset="-122"/>
                <a:ea typeface="宋体" panose="02010600030101010101" pitchFamily="2" charset="-122"/>
              </a:rPr>
              <a:t>&lt;j</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161" name="文本框 160">
            <a:extLst>
              <a:ext uri="{FF2B5EF4-FFF2-40B4-BE49-F238E27FC236}">
                <a16:creationId xmlns:a16="http://schemas.microsoft.com/office/drawing/2014/main" id="{33A07CCF-855A-4105-8D7A-42FA55899FBB}"/>
              </a:ext>
            </a:extLst>
          </p:cNvPr>
          <p:cNvSpPr txBox="1"/>
          <p:nvPr/>
        </p:nvSpPr>
        <p:spPr>
          <a:xfrm>
            <a:off x="5600965" y="593487"/>
            <a:ext cx="4492946" cy="461665"/>
          </a:xfrm>
          <a:prstGeom prst="rect">
            <a:avLst/>
          </a:prstGeom>
          <a:noFill/>
        </p:spPr>
        <p:txBody>
          <a:bodyPr wrap="square">
            <a:spAutoFit/>
          </a:bodyPr>
          <a:lstStyle/>
          <a:p>
            <a:r>
              <a:rPr lang="en-US" altLang="zh-CN" sz="2400">
                <a:solidFill>
                  <a:srgbClr val="FF0000"/>
                </a:solidFill>
              </a:rPr>
              <a:t>max(</a:t>
            </a:r>
            <a:r>
              <a:rPr lang="en-US" altLang="zh-CN" sz="2400">
                <a:solidFill>
                  <a:srgbClr val="7030A0"/>
                </a:solidFill>
              </a:rPr>
              <a:t>f(i-1,j),</a:t>
            </a:r>
            <a:r>
              <a:rPr lang="en-US" altLang="zh-CN" sz="2400" b="1">
                <a:solidFill>
                  <a:srgbClr val="002060"/>
                </a:solidFill>
              </a:rPr>
              <a:t>f(i-1,j-w</a:t>
            </a:r>
            <a:r>
              <a:rPr lang="en-US" altLang="zh-CN" sz="2400" b="1" baseline="-25000">
                <a:solidFill>
                  <a:srgbClr val="002060"/>
                </a:solidFill>
              </a:rPr>
              <a:t>i</a:t>
            </a:r>
            <a:r>
              <a:rPr lang="en-US" altLang="zh-CN" sz="2400" b="1">
                <a:solidFill>
                  <a:srgbClr val="002060"/>
                </a:solidFill>
              </a:rPr>
              <a:t>)+v</a:t>
            </a:r>
            <a:r>
              <a:rPr lang="en-US" altLang="zh-CN" sz="2400" b="1" baseline="-25000">
                <a:solidFill>
                  <a:srgbClr val="002060"/>
                </a:solidFill>
              </a:rPr>
              <a:t>i</a:t>
            </a:r>
            <a:r>
              <a:rPr lang="en-US" altLang="zh-CN" sz="2400">
                <a:solidFill>
                  <a:srgbClr val="FF0000"/>
                </a:solidFill>
              </a:rPr>
              <a:t>)</a:t>
            </a:r>
            <a:endParaRPr lang="zh-CN" altLang="en-US" sz="2400">
              <a:solidFill>
                <a:srgbClr val="FF0000"/>
              </a:solidFill>
            </a:endParaRPr>
          </a:p>
        </p:txBody>
      </p:sp>
    </p:spTree>
    <p:extLst>
      <p:ext uri="{BB962C8B-B14F-4D97-AF65-F5344CB8AC3E}">
        <p14:creationId xmlns:p14="http://schemas.microsoft.com/office/powerpoint/2010/main" val="2019926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3333CC"/>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3333CC"/>
              </a:solidFill>
              <a:latin typeface="Times New Roman" panose="02020603050405020304" pitchFamily="18" charset="0"/>
              <a:ea typeface="宋体" panose="02010600030101010101" pitchFamily="2" charset="-122"/>
            </a:endParaRPr>
          </a:p>
        </p:txBody>
      </p:sp>
      <p:sp>
        <p:nvSpPr>
          <p:cNvPr id="24579"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80"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581"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82"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583"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84"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585"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86"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587"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88"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589"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90"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591"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92"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593"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94"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595"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96"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597"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598"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599"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00"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01"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02"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03"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04"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4605"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06"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07"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08"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09"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10"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11"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12"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13"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14"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15"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16"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17"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18"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19"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20"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21"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22"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23"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24"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25"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26"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27"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28"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29"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30"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4631"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32"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33"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34"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35"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36"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37"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38"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39"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40"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41"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42"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43"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44"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45"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46"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47"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48"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49"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50"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51"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52"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53"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54"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55"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56"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4657"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58"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59"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60"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61"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62"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63"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64"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65"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66"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67"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68"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69"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70"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71"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72"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73"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74"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75"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76"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77"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78"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79"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80"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81"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82"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a:t>
            </a:r>
            <a:r>
              <a:rPr lang="en-US" altLang="zh-CN" sz="1600" b="1">
                <a:solidFill>
                  <a:srgbClr val="3333CC"/>
                </a:solidFill>
                <a:latin typeface="Times New Roman" panose="02020603050405020304" pitchFamily="18" charset="0"/>
                <a:ea typeface="宋体" panose="02010600030101010101" pitchFamily="2" charset="-122"/>
              </a:rPr>
              <a:t>6</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4683"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84"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85"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86" name="Rectangle 83"/>
          <p:cNvSpPr>
            <a:spLocks noChangeArrowheads="1"/>
          </p:cNvSpPr>
          <p:nvPr/>
        </p:nvSpPr>
        <p:spPr bwMode="auto">
          <a:xfrm>
            <a:off x="40671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687"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88" name="Rectangle 84"/>
          <p:cNvSpPr>
            <a:spLocks noChangeArrowheads="1"/>
          </p:cNvSpPr>
          <p:nvPr/>
        </p:nvSpPr>
        <p:spPr bwMode="auto">
          <a:xfrm>
            <a:off x="4578350" y="4316414"/>
            <a:ext cx="3492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689"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90" name="Rectangle 85"/>
          <p:cNvSpPr>
            <a:spLocks noChangeArrowheads="1"/>
          </p:cNvSpPr>
          <p:nvPr/>
        </p:nvSpPr>
        <p:spPr bwMode="auto">
          <a:xfrm>
            <a:off x="509270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691"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92" name="Rectangle 86"/>
          <p:cNvSpPr>
            <a:spLocks noChangeArrowheads="1"/>
          </p:cNvSpPr>
          <p:nvPr/>
        </p:nvSpPr>
        <p:spPr bwMode="auto">
          <a:xfrm>
            <a:off x="5603876"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693"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94" name="Rectangle 87"/>
          <p:cNvSpPr>
            <a:spLocks noChangeArrowheads="1"/>
          </p:cNvSpPr>
          <p:nvPr/>
        </p:nvSpPr>
        <p:spPr bwMode="auto">
          <a:xfrm>
            <a:off x="611505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3333CC"/>
              </a:solidFill>
              <a:latin typeface="Times New Roman" panose="02020603050405020304" pitchFamily="18" charset="0"/>
              <a:ea typeface="宋体" panose="02010600030101010101" pitchFamily="2" charset="-122"/>
            </a:endParaRPr>
          </a:p>
        </p:txBody>
      </p:sp>
      <p:sp>
        <p:nvSpPr>
          <p:cNvPr id="24695"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96" name="Rectangle 88"/>
          <p:cNvSpPr>
            <a:spLocks noChangeArrowheads="1"/>
          </p:cNvSpPr>
          <p:nvPr/>
        </p:nvSpPr>
        <p:spPr bwMode="auto">
          <a:xfrm>
            <a:off x="662622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97"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698" name="Rectangle 89"/>
          <p:cNvSpPr>
            <a:spLocks noChangeArrowheads="1"/>
          </p:cNvSpPr>
          <p:nvPr/>
        </p:nvSpPr>
        <p:spPr bwMode="auto">
          <a:xfrm>
            <a:off x="7137400" y="4316414"/>
            <a:ext cx="3492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699"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00" name="Rectangle 90"/>
          <p:cNvSpPr>
            <a:spLocks noChangeArrowheads="1"/>
          </p:cNvSpPr>
          <p:nvPr/>
        </p:nvSpPr>
        <p:spPr bwMode="auto">
          <a:xfrm>
            <a:off x="765175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701"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02" name="Rectangle 91"/>
          <p:cNvSpPr>
            <a:spLocks noChangeArrowheads="1"/>
          </p:cNvSpPr>
          <p:nvPr/>
        </p:nvSpPr>
        <p:spPr bwMode="auto">
          <a:xfrm>
            <a:off x="8162926"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703"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04" name="Rectangle 92"/>
          <p:cNvSpPr>
            <a:spLocks noChangeArrowheads="1"/>
          </p:cNvSpPr>
          <p:nvPr/>
        </p:nvSpPr>
        <p:spPr bwMode="auto">
          <a:xfrm>
            <a:off x="86741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705"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06" name="Rectangle 93"/>
          <p:cNvSpPr>
            <a:spLocks noChangeArrowheads="1"/>
          </p:cNvSpPr>
          <p:nvPr/>
        </p:nvSpPr>
        <p:spPr bwMode="auto">
          <a:xfrm>
            <a:off x="91852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707"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08"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4709"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0"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711"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2"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3"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4"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5"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6"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7"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8"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19"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0"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1"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2"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3"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4724"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5"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726"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7"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8"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29"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0"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1"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2"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3"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4"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5"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6"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7"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8"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39"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4740"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4741" name="Text Box 305"/>
          <p:cNvSpPr txBox="1">
            <a:spLocks noChangeArrowheads="1"/>
          </p:cNvSpPr>
          <p:nvPr/>
        </p:nvSpPr>
        <p:spPr bwMode="auto">
          <a:xfrm>
            <a:off x="1919290" y="549276"/>
            <a:ext cx="430395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3.</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宋体" panose="02010600030101010101" pitchFamily="2" charset="-122"/>
                <a:ea typeface="宋体" panose="02010600030101010101" pitchFamily="2" charset="-122"/>
              </a:rPr>
              <a:t>First</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宋体" panose="02010600030101010101" pitchFamily="2" charset="-122"/>
                <a:ea typeface="宋体" panose="02010600030101010101" pitchFamily="2" charset="-122"/>
              </a:rPr>
              <a:t>3</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宋体" panose="02010600030101010101" pitchFamily="2" charset="-122"/>
                <a:ea typeface="宋体" panose="02010600030101010101" pitchFamily="2" charset="-122"/>
              </a:rPr>
              <a:t>items.</a:t>
            </a:r>
            <a:r>
              <a:rPr lang="zh-CN" altLang="en-US" sz="2400">
                <a:solidFill>
                  <a:srgbClr val="000000"/>
                </a:solidFill>
                <a:latin typeface="宋体" panose="02010600030101010101" pitchFamily="2" charset="-122"/>
                <a:ea typeface="宋体" panose="02010600030101010101" pitchFamily="2" charset="-122"/>
              </a:rPr>
              <a:t> </a:t>
            </a:r>
            <a:r>
              <a:rPr lang="en-US" altLang="zh-CN" sz="2400">
                <a:solidFill>
                  <a:srgbClr val="000000"/>
                </a:solidFill>
                <a:latin typeface="宋体" panose="02010600030101010101" pitchFamily="2" charset="-122"/>
                <a:ea typeface="宋体" panose="02010600030101010101" pitchFamily="2" charset="-122"/>
              </a:rPr>
              <a:t>w</a:t>
            </a:r>
            <a:r>
              <a:rPr lang="en-US" altLang="zh-CN" sz="2400" baseline="-25000">
                <a:solidFill>
                  <a:srgbClr val="000000"/>
                </a:solidFill>
                <a:latin typeface="宋体" panose="02010600030101010101" pitchFamily="2" charset="-122"/>
                <a:ea typeface="宋体" panose="02010600030101010101" pitchFamily="2" charset="-122"/>
              </a:rPr>
              <a:t>3</a:t>
            </a:r>
            <a:r>
              <a:rPr lang="en-US" altLang="zh-CN" sz="2400">
                <a:solidFill>
                  <a:srgbClr val="000000"/>
                </a:solidFill>
                <a:latin typeface="宋体" panose="02010600030101010101" pitchFamily="2" charset="-122"/>
                <a:ea typeface="宋体" panose="02010600030101010101" pitchFamily="2" charset="-122"/>
              </a:rPr>
              <a:t>&gt;j</a:t>
            </a:r>
            <a:endParaRPr lang="zh-CN" altLang="en-US">
              <a:solidFill>
                <a:srgbClr val="B2B2B2"/>
              </a:solidFill>
            </a:endParaRPr>
          </a:p>
        </p:txBody>
      </p:sp>
      <p:sp>
        <p:nvSpPr>
          <p:cNvPr id="24742" name="Line 166"/>
          <p:cNvSpPr>
            <a:spLocks noChangeShapeType="1"/>
          </p:cNvSpPr>
          <p:nvPr/>
        </p:nvSpPr>
        <p:spPr bwMode="auto">
          <a:xfrm>
            <a:off x="5076033" y="1048396"/>
            <a:ext cx="1652587" cy="3427710"/>
          </a:xfrm>
          <a:prstGeom prst="line">
            <a:avLst/>
          </a:prstGeom>
          <a:noFill/>
          <a:ln w="76200" cap="flat" cmpd="sng">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4743" name="Oval 167"/>
          <p:cNvSpPr>
            <a:spLocks noChangeArrowheads="1"/>
          </p:cNvSpPr>
          <p:nvPr/>
        </p:nvSpPr>
        <p:spPr bwMode="auto">
          <a:xfrm>
            <a:off x="3792539" y="2485113"/>
            <a:ext cx="3240087"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4744" name="Oval 168"/>
          <p:cNvSpPr>
            <a:spLocks noChangeArrowheads="1"/>
          </p:cNvSpPr>
          <p:nvPr/>
        </p:nvSpPr>
        <p:spPr bwMode="auto">
          <a:xfrm>
            <a:off x="2352675" y="4358363"/>
            <a:ext cx="647700"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Tree>
    <p:extLst>
      <p:ext uri="{BB962C8B-B14F-4D97-AF65-F5344CB8AC3E}">
        <p14:creationId xmlns:p14="http://schemas.microsoft.com/office/powerpoint/2010/main" val="1398286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5603"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04"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05"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06"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07"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08"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09"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10"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11"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12"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13"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14"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15"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16"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17"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618"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19"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20"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21"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22"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23"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24"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25"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26"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27"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28"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5629"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30"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31"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32"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33"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34"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35"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36"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37"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38"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39"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40"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41"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42"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43"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44"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45"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46"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47"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48"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49"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50"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51"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52"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53"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54"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5655"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56"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57"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58"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59"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60"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61"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62"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63"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64"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65"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66"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67"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68"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69"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70"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71"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72"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73"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74"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75"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76"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77"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78"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79"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80"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5681"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82"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83"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84"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85"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86"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87"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88"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89"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90"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91"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92"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93"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94"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95"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96"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97"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698"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699"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00"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01"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02"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03"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04"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05"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06"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a:t>
            </a:r>
            <a:r>
              <a:rPr lang="en-US" altLang="zh-CN" sz="1600" b="1">
                <a:solidFill>
                  <a:srgbClr val="CC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5707"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708"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09"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710" name="Rectangle 83"/>
          <p:cNvSpPr>
            <a:spLocks noChangeArrowheads="1"/>
          </p:cNvSpPr>
          <p:nvPr/>
        </p:nvSpPr>
        <p:spPr bwMode="auto">
          <a:xfrm>
            <a:off x="40671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11"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712" name="Rectangle 84"/>
          <p:cNvSpPr>
            <a:spLocks noChangeArrowheads="1"/>
          </p:cNvSpPr>
          <p:nvPr/>
        </p:nvSpPr>
        <p:spPr bwMode="auto">
          <a:xfrm>
            <a:off x="4578350" y="4316414"/>
            <a:ext cx="3492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13"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714" name="Rectangle 85"/>
          <p:cNvSpPr>
            <a:spLocks noChangeArrowheads="1"/>
          </p:cNvSpPr>
          <p:nvPr/>
        </p:nvSpPr>
        <p:spPr bwMode="auto">
          <a:xfrm>
            <a:off x="509270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15"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716" name="Rectangle 86"/>
          <p:cNvSpPr>
            <a:spLocks noChangeArrowheads="1"/>
          </p:cNvSpPr>
          <p:nvPr/>
        </p:nvSpPr>
        <p:spPr bwMode="auto">
          <a:xfrm>
            <a:off x="5603876"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17"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718" name="Rectangle 87"/>
          <p:cNvSpPr>
            <a:spLocks noChangeArrowheads="1"/>
          </p:cNvSpPr>
          <p:nvPr/>
        </p:nvSpPr>
        <p:spPr bwMode="auto">
          <a:xfrm>
            <a:off x="611505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19"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5720" name="Rectangle 88"/>
          <p:cNvSpPr>
            <a:spLocks noChangeArrowheads="1"/>
          </p:cNvSpPr>
          <p:nvPr/>
        </p:nvSpPr>
        <p:spPr bwMode="auto">
          <a:xfrm>
            <a:off x="662622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21"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22" name="Rectangle 89"/>
          <p:cNvSpPr>
            <a:spLocks noChangeArrowheads="1"/>
          </p:cNvSpPr>
          <p:nvPr/>
        </p:nvSpPr>
        <p:spPr bwMode="auto">
          <a:xfrm>
            <a:off x="7032625" y="4318000"/>
            <a:ext cx="7191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zh-CN" altLang="en-US" b="1">
                <a:solidFill>
                  <a:srgbClr val="CC0000"/>
                </a:solidFill>
                <a:latin typeface="Times New Roman" panose="02020603050405020304" pitchFamily="18" charset="0"/>
                <a:ea typeface="宋体" panose="02010600030101010101" pitchFamily="2" charset="-122"/>
              </a:rPr>
              <a:t>5</a:t>
            </a:r>
            <a:r>
              <a:rPr lang="zh-CN" altLang="en-US" b="1">
                <a:solidFill>
                  <a:srgbClr val="000000"/>
                </a:solidFill>
                <a:latin typeface="Times New Roman" panose="02020603050405020304" pitchFamily="18" charset="0"/>
                <a:ea typeface="宋体" panose="02010600030101010101" pitchFamily="2" charset="-122"/>
              </a:rPr>
              <a:t>＋</a:t>
            </a:r>
            <a:r>
              <a:rPr lang="zh-CN" altLang="en-US" b="1">
                <a:solidFill>
                  <a:srgbClr val="3333CC"/>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23"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24" name="Rectangle 90"/>
          <p:cNvSpPr>
            <a:spLocks noChangeArrowheads="1"/>
          </p:cNvSpPr>
          <p:nvPr/>
        </p:nvSpPr>
        <p:spPr bwMode="auto">
          <a:xfrm>
            <a:off x="765175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25"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26" name="Rectangle 91"/>
          <p:cNvSpPr>
            <a:spLocks noChangeArrowheads="1"/>
          </p:cNvSpPr>
          <p:nvPr/>
        </p:nvSpPr>
        <p:spPr bwMode="auto">
          <a:xfrm>
            <a:off x="8162926"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27"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28" name="Rectangle 92"/>
          <p:cNvSpPr>
            <a:spLocks noChangeArrowheads="1"/>
          </p:cNvSpPr>
          <p:nvPr/>
        </p:nvSpPr>
        <p:spPr bwMode="auto">
          <a:xfrm>
            <a:off x="86741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29"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30" name="Rectangle 93"/>
          <p:cNvSpPr>
            <a:spLocks noChangeArrowheads="1"/>
          </p:cNvSpPr>
          <p:nvPr/>
        </p:nvSpPr>
        <p:spPr bwMode="auto">
          <a:xfrm>
            <a:off x="91852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31"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32"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5733"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34"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35"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36"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37"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38"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39"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0"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1"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2"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3"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4"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5"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6"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7"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5748"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49"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50"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1"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2"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3"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4"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5"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6"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7"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8"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59"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60"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61"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62"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63"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5764"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5766" name="Line 166"/>
          <p:cNvSpPr>
            <a:spLocks noChangeShapeType="1"/>
          </p:cNvSpPr>
          <p:nvPr/>
        </p:nvSpPr>
        <p:spPr bwMode="auto">
          <a:xfrm flipH="1">
            <a:off x="7392988" y="1322773"/>
            <a:ext cx="346075" cy="3115877"/>
          </a:xfrm>
          <a:prstGeom prst="line">
            <a:avLst/>
          </a:prstGeom>
          <a:noFill/>
          <a:ln w="762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5767" name="Line 167"/>
          <p:cNvSpPr>
            <a:spLocks noChangeShapeType="1"/>
          </p:cNvSpPr>
          <p:nvPr/>
        </p:nvSpPr>
        <p:spPr bwMode="auto">
          <a:xfrm>
            <a:off x="4368801" y="4221164"/>
            <a:ext cx="2735263" cy="288925"/>
          </a:xfrm>
          <a:prstGeom prst="line">
            <a:avLst/>
          </a:prstGeom>
          <a:noFill/>
          <a:ln w="381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5768" name="Oval 168"/>
          <p:cNvSpPr>
            <a:spLocks noChangeArrowheads="1"/>
          </p:cNvSpPr>
          <p:nvPr/>
        </p:nvSpPr>
        <p:spPr bwMode="auto">
          <a:xfrm>
            <a:off x="6959600" y="2485113"/>
            <a:ext cx="649288"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69" name="Text Box 305">
            <a:extLst>
              <a:ext uri="{FF2B5EF4-FFF2-40B4-BE49-F238E27FC236}">
                <a16:creationId xmlns:a16="http://schemas.microsoft.com/office/drawing/2014/main" id="{AED9AC2A-212D-43C3-A5CD-89B0097D22AF}"/>
              </a:ext>
            </a:extLst>
          </p:cNvPr>
          <p:cNvSpPr txBox="1">
            <a:spLocks noChangeArrowheads="1"/>
          </p:cNvSpPr>
          <p:nvPr/>
        </p:nvSpPr>
        <p:spPr bwMode="auto">
          <a:xfrm>
            <a:off x="1919289" y="549276"/>
            <a:ext cx="3684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3. First 3 itmes. w</a:t>
            </a:r>
            <a:r>
              <a:rPr lang="en-US" altLang="zh-CN" sz="2400" baseline="-25000">
                <a:solidFill>
                  <a:srgbClr val="000000"/>
                </a:solidFill>
                <a:latin typeface="宋体" panose="02010600030101010101" pitchFamily="2" charset="-122"/>
                <a:ea typeface="宋体" panose="02010600030101010101" pitchFamily="2" charset="-122"/>
              </a:rPr>
              <a:t>3</a:t>
            </a:r>
            <a:r>
              <a:rPr lang="en-US" altLang="zh-CN" sz="2400">
                <a:solidFill>
                  <a:srgbClr val="000000"/>
                </a:solidFill>
                <a:latin typeface="宋体" panose="02010600030101010101" pitchFamily="2" charset="-122"/>
                <a:ea typeface="宋体" panose="02010600030101010101" pitchFamily="2" charset="-122"/>
              </a:rPr>
              <a:t>&lt;j</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170" name="文本框 169">
            <a:extLst>
              <a:ext uri="{FF2B5EF4-FFF2-40B4-BE49-F238E27FC236}">
                <a16:creationId xmlns:a16="http://schemas.microsoft.com/office/drawing/2014/main" id="{A17E447A-14CE-4534-B017-84857F3C3A43}"/>
              </a:ext>
            </a:extLst>
          </p:cNvPr>
          <p:cNvSpPr txBox="1"/>
          <p:nvPr/>
        </p:nvSpPr>
        <p:spPr>
          <a:xfrm>
            <a:off x="6545264" y="735154"/>
            <a:ext cx="1876426" cy="461665"/>
          </a:xfrm>
          <a:prstGeom prst="rect">
            <a:avLst/>
          </a:prstGeom>
          <a:noFill/>
        </p:spPr>
        <p:txBody>
          <a:bodyPr wrap="square">
            <a:spAutoFit/>
          </a:bodyPr>
          <a:lstStyle/>
          <a:p>
            <a:r>
              <a:rPr lang="en-US" altLang="zh-CN" sz="2400">
                <a:solidFill>
                  <a:srgbClr val="FF0000"/>
                </a:solidFill>
              </a:rPr>
              <a:t>f(i-1,j-w</a:t>
            </a:r>
            <a:r>
              <a:rPr lang="en-US" altLang="zh-CN" sz="2400" baseline="-25000">
                <a:solidFill>
                  <a:srgbClr val="FF0000"/>
                </a:solidFill>
              </a:rPr>
              <a:t>i</a:t>
            </a:r>
            <a:r>
              <a:rPr lang="en-US" altLang="zh-CN" sz="2400">
                <a:solidFill>
                  <a:srgbClr val="FF0000"/>
                </a:solidFill>
              </a:rPr>
              <a:t>)+v</a:t>
            </a:r>
            <a:r>
              <a:rPr lang="en-US" altLang="zh-CN" sz="2400" baseline="-25000">
                <a:solidFill>
                  <a:srgbClr val="FF0000"/>
                </a:solidFill>
              </a:rPr>
              <a:t>i</a:t>
            </a:r>
            <a:endParaRPr lang="zh-CN" altLang="en-US" sz="2400">
              <a:solidFill>
                <a:srgbClr val="FF0000"/>
              </a:solidFill>
            </a:endParaRPr>
          </a:p>
        </p:txBody>
      </p:sp>
    </p:spTree>
    <p:extLst>
      <p:ext uri="{BB962C8B-B14F-4D97-AF65-F5344CB8AC3E}">
        <p14:creationId xmlns:p14="http://schemas.microsoft.com/office/powerpoint/2010/main" val="1150378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6627"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28"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29"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30"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31"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32"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33"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34"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35"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36"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37"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38"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39"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40"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41"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642"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43"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44"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45"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46"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47"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48"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49"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50"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51"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52"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6653"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54"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55"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56"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57"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58"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59"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60"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61"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62"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63"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64"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65"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66"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67"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68"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69"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70"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71"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72"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73"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74"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75"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76"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77"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78"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6679"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80"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81"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82"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83"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84"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85"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86"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87"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88"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89"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90"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91"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92"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93"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94"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95"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96"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97"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698"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699"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00"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01"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02"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03"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04"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6705"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06"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07"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08"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09"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10"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11"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12"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13"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14"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15"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16"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17"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18"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19"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20"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CC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21"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22"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23"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24"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25"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26"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27"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28"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29"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30"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6731"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32"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33"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34" name="Rectangle 83"/>
          <p:cNvSpPr>
            <a:spLocks noChangeArrowheads="1"/>
          </p:cNvSpPr>
          <p:nvPr/>
        </p:nvSpPr>
        <p:spPr bwMode="auto">
          <a:xfrm>
            <a:off x="40671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35"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36" name="Rectangle 84"/>
          <p:cNvSpPr>
            <a:spLocks noChangeArrowheads="1"/>
          </p:cNvSpPr>
          <p:nvPr/>
        </p:nvSpPr>
        <p:spPr bwMode="auto">
          <a:xfrm>
            <a:off x="4578350" y="4316414"/>
            <a:ext cx="3492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37"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38" name="Rectangle 85"/>
          <p:cNvSpPr>
            <a:spLocks noChangeArrowheads="1"/>
          </p:cNvSpPr>
          <p:nvPr/>
        </p:nvSpPr>
        <p:spPr bwMode="auto">
          <a:xfrm>
            <a:off x="509270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39"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40" name="Rectangle 86"/>
          <p:cNvSpPr>
            <a:spLocks noChangeArrowheads="1"/>
          </p:cNvSpPr>
          <p:nvPr/>
        </p:nvSpPr>
        <p:spPr bwMode="auto">
          <a:xfrm>
            <a:off x="5603876"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41"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42" name="Rectangle 87"/>
          <p:cNvSpPr>
            <a:spLocks noChangeArrowheads="1"/>
          </p:cNvSpPr>
          <p:nvPr/>
        </p:nvSpPr>
        <p:spPr bwMode="auto">
          <a:xfrm>
            <a:off x="611505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43"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44" name="Rectangle 88"/>
          <p:cNvSpPr>
            <a:spLocks noChangeArrowheads="1"/>
          </p:cNvSpPr>
          <p:nvPr/>
        </p:nvSpPr>
        <p:spPr bwMode="auto">
          <a:xfrm>
            <a:off x="662622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45"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6746" name="Rectangle 89"/>
          <p:cNvSpPr>
            <a:spLocks noChangeArrowheads="1"/>
          </p:cNvSpPr>
          <p:nvPr/>
        </p:nvSpPr>
        <p:spPr bwMode="auto">
          <a:xfrm>
            <a:off x="7032625" y="4318000"/>
            <a:ext cx="7191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zh-CN" altLang="en-US" b="1">
                <a:solidFill>
                  <a:srgbClr val="CC0000"/>
                </a:solidFill>
                <a:latin typeface="Times New Roman" panose="02020603050405020304" pitchFamily="18" charset="0"/>
                <a:ea typeface="宋体" panose="02010600030101010101" pitchFamily="2" charset="-122"/>
              </a:rPr>
              <a:t>  </a:t>
            </a:r>
            <a:r>
              <a:rPr lang="zh-CN" altLang="en-US" sz="2000" b="1">
                <a:solidFill>
                  <a:srgbClr val="CC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47"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48" name="Rectangle 90"/>
          <p:cNvSpPr>
            <a:spLocks noChangeArrowheads="1"/>
          </p:cNvSpPr>
          <p:nvPr/>
        </p:nvSpPr>
        <p:spPr bwMode="auto">
          <a:xfrm>
            <a:off x="765175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49"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50" name="Rectangle 91"/>
          <p:cNvSpPr>
            <a:spLocks noChangeArrowheads="1"/>
          </p:cNvSpPr>
          <p:nvPr/>
        </p:nvSpPr>
        <p:spPr bwMode="auto">
          <a:xfrm>
            <a:off x="8162926"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51" name="Rectangle 244"/>
          <p:cNvSpPr>
            <a:spLocks noChangeArrowheads="1"/>
          </p:cNvSpPr>
          <p:nvPr/>
        </p:nvSpPr>
        <p:spPr bwMode="auto">
          <a:xfrm>
            <a:off x="808037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52" name="Rectangle 92"/>
          <p:cNvSpPr>
            <a:spLocks noChangeArrowheads="1"/>
          </p:cNvSpPr>
          <p:nvPr/>
        </p:nvSpPr>
        <p:spPr bwMode="auto">
          <a:xfrm>
            <a:off x="86741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53"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54" name="Rectangle 93"/>
          <p:cNvSpPr>
            <a:spLocks noChangeArrowheads="1"/>
          </p:cNvSpPr>
          <p:nvPr/>
        </p:nvSpPr>
        <p:spPr bwMode="auto">
          <a:xfrm>
            <a:off x="91852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55"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56"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6757"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58"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59"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0"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1"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2"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3"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4"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5"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6"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7"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8"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69"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0"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1"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6772"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3"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74"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5"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6"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7"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8"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79"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0"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1"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2"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3"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4"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5"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6"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87"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6788"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6790" name="Line 166"/>
          <p:cNvSpPr>
            <a:spLocks noChangeShapeType="1"/>
          </p:cNvSpPr>
          <p:nvPr/>
        </p:nvSpPr>
        <p:spPr bwMode="auto">
          <a:xfrm flipH="1">
            <a:off x="7392988" y="1062415"/>
            <a:ext cx="274636" cy="3376235"/>
          </a:xfrm>
          <a:prstGeom prst="line">
            <a:avLst/>
          </a:prstGeom>
          <a:noFill/>
          <a:ln w="762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6791" name="Oval 167"/>
          <p:cNvSpPr>
            <a:spLocks noChangeArrowheads="1"/>
          </p:cNvSpPr>
          <p:nvPr/>
        </p:nvSpPr>
        <p:spPr bwMode="auto">
          <a:xfrm>
            <a:off x="6959600" y="2485113"/>
            <a:ext cx="649288"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6792" name="Line 168"/>
          <p:cNvSpPr>
            <a:spLocks noChangeShapeType="1"/>
          </p:cNvSpPr>
          <p:nvPr/>
        </p:nvSpPr>
        <p:spPr bwMode="auto">
          <a:xfrm>
            <a:off x="7104064" y="4149725"/>
            <a:ext cx="71437" cy="431800"/>
          </a:xfrm>
          <a:prstGeom prst="line">
            <a:avLst/>
          </a:prstGeom>
          <a:noFill/>
          <a:ln w="381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69" name="Text Box 305">
            <a:extLst>
              <a:ext uri="{FF2B5EF4-FFF2-40B4-BE49-F238E27FC236}">
                <a16:creationId xmlns:a16="http://schemas.microsoft.com/office/drawing/2014/main" id="{80135EAF-EE14-4DE2-8535-B48A9318DCF8}"/>
              </a:ext>
            </a:extLst>
          </p:cNvPr>
          <p:cNvSpPr txBox="1">
            <a:spLocks noChangeArrowheads="1"/>
          </p:cNvSpPr>
          <p:nvPr/>
        </p:nvSpPr>
        <p:spPr bwMode="auto">
          <a:xfrm>
            <a:off x="1919289" y="549276"/>
            <a:ext cx="3684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3. First 3 itmes. w</a:t>
            </a:r>
            <a:r>
              <a:rPr lang="en-US" altLang="zh-CN" sz="2400" baseline="-25000">
                <a:solidFill>
                  <a:srgbClr val="000000"/>
                </a:solidFill>
                <a:latin typeface="宋体" panose="02010600030101010101" pitchFamily="2" charset="-122"/>
                <a:ea typeface="宋体" panose="02010600030101010101" pitchFamily="2" charset="-122"/>
              </a:rPr>
              <a:t>3</a:t>
            </a:r>
            <a:r>
              <a:rPr lang="en-US" altLang="zh-CN" sz="2400">
                <a:solidFill>
                  <a:srgbClr val="000000"/>
                </a:solidFill>
                <a:latin typeface="宋体" panose="02010600030101010101" pitchFamily="2" charset="-122"/>
                <a:ea typeface="宋体" panose="02010600030101010101" pitchFamily="2" charset="-122"/>
              </a:rPr>
              <a:t>&lt;j</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170" name="文本框 169">
            <a:extLst>
              <a:ext uri="{FF2B5EF4-FFF2-40B4-BE49-F238E27FC236}">
                <a16:creationId xmlns:a16="http://schemas.microsoft.com/office/drawing/2014/main" id="{E8D74103-5143-411D-8640-1CEA9186B3B3}"/>
              </a:ext>
            </a:extLst>
          </p:cNvPr>
          <p:cNvSpPr txBox="1"/>
          <p:nvPr/>
        </p:nvSpPr>
        <p:spPr>
          <a:xfrm>
            <a:off x="5600965" y="593487"/>
            <a:ext cx="4492946" cy="461665"/>
          </a:xfrm>
          <a:prstGeom prst="rect">
            <a:avLst/>
          </a:prstGeom>
          <a:noFill/>
        </p:spPr>
        <p:txBody>
          <a:bodyPr wrap="square">
            <a:spAutoFit/>
          </a:bodyPr>
          <a:lstStyle/>
          <a:p>
            <a:r>
              <a:rPr lang="en-US" altLang="zh-CN" sz="2400">
                <a:solidFill>
                  <a:srgbClr val="FF0000"/>
                </a:solidFill>
              </a:rPr>
              <a:t>max(</a:t>
            </a:r>
            <a:r>
              <a:rPr lang="en-US" altLang="zh-CN" sz="2400">
                <a:solidFill>
                  <a:srgbClr val="7030A0"/>
                </a:solidFill>
              </a:rPr>
              <a:t>f(i-1,j),</a:t>
            </a:r>
            <a:r>
              <a:rPr lang="en-US" altLang="zh-CN" sz="2400" b="1">
                <a:solidFill>
                  <a:srgbClr val="002060"/>
                </a:solidFill>
              </a:rPr>
              <a:t>f(i-1,j-w</a:t>
            </a:r>
            <a:r>
              <a:rPr lang="en-US" altLang="zh-CN" sz="2400" b="1" baseline="-25000">
                <a:solidFill>
                  <a:srgbClr val="002060"/>
                </a:solidFill>
              </a:rPr>
              <a:t>i</a:t>
            </a:r>
            <a:r>
              <a:rPr lang="en-US" altLang="zh-CN" sz="2400" b="1">
                <a:solidFill>
                  <a:srgbClr val="002060"/>
                </a:solidFill>
              </a:rPr>
              <a:t>)+v</a:t>
            </a:r>
            <a:r>
              <a:rPr lang="en-US" altLang="zh-CN" sz="2400" b="1" baseline="-25000">
                <a:solidFill>
                  <a:srgbClr val="002060"/>
                </a:solidFill>
              </a:rPr>
              <a:t>i</a:t>
            </a:r>
            <a:r>
              <a:rPr lang="en-US" altLang="zh-CN" sz="2400">
                <a:solidFill>
                  <a:srgbClr val="FF0000"/>
                </a:solidFill>
              </a:rPr>
              <a:t>)</a:t>
            </a:r>
            <a:endParaRPr lang="zh-CN" altLang="en-US" sz="2400">
              <a:solidFill>
                <a:srgbClr val="FF0000"/>
              </a:solidFill>
            </a:endParaRPr>
          </a:p>
        </p:txBody>
      </p:sp>
    </p:spTree>
    <p:extLst>
      <p:ext uri="{BB962C8B-B14F-4D97-AF65-F5344CB8AC3E}">
        <p14:creationId xmlns:p14="http://schemas.microsoft.com/office/powerpoint/2010/main" val="3459971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2"/>
          <p:cNvSpPr>
            <a:spLocks noChangeArrowheads="1"/>
          </p:cNvSpPr>
          <p:nvPr/>
        </p:nvSpPr>
        <p:spPr bwMode="auto">
          <a:xfrm>
            <a:off x="2428876" y="2493964"/>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7651" name="Rectangle 120"/>
          <p:cNvSpPr>
            <a:spLocks noChangeArrowheads="1"/>
          </p:cNvSpPr>
          <p:nvPr/>
        </p:nvSpPr>
        <p:spPr bwMode="auto">
          <a:xfrm>
            <a:off x="2347914" y="2493964"/>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52" name="Rectangle 23"/>
          <p:cNvSpPr>
            <a:spLocks noChangeArrowheads="1"/>
          </p:cNvSpPr>
          <p:nvPr/>
        </p:nvSpPr>
        <p:spPr bwMode="auto">
          <a:xfrm>
            <a:off x="35560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53" name="Rectangle 122"/>
          <p:cNvSpPr>
            <a:spLocks noChangeArrowheads="1"/>
          </p:cNvSpPr>
          <p:nvPr/>
        </p:nvSpPr>
        <p:spPr bwMode="auto">
          <a:xfrm>
            <a:off x="3475039"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54" name="Rectangle 24"/>
          <p:cNvSpPr>
            <a:spLocks noChangeArrowheads="1"/>
          </p:cNvSpPr>
          <p:nvPr/>
        </p:nvSpPr>
        <p:spPr bwMode="auto">
          <a:xfrm>
            <a:off x="40671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55" name="Rectangle 124"/>
          <p:cNvSpPr>
            <a:spLocks noChangeArrowheads="1"/>
          </p:cNvSpPr>
          <p:nvPr/>
        </p:nvSpPr>
        <p:spPr bwMode="auto">
          <a:xfrm>
            <a:off x="39862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56" name="Rectangle 25"/>
          <p:cNvSpPr>
            <a:spLocks noChangeArrowheads="1"/>
          </p:cNvSpPr>
          <p:nvPr/>
        </p:nvSpPr>
        <p:spPr bwMode="auto">
          <a:xfrm>
            <a:off x="457835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57" name="Rectangle 126"/>
          <p:cNvSpPr>
            <a:spLocks noChangeArrowheads="1"/>
          </p:cNvSpPr>
          <p:nvPr/>
        </p:nvSpPr>
        <p:spPr bwMode="auto">
          <a:xfrm>
            <a:off x="449738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58" name="Rectangle 26"/>
          <p:cNvSpPr>
            <a:spLocks noChangeArrowheads="1"/>
          </p:cNvSpPr>
          <p:nvPr/>
        </p:nvSpPr>
        <p:spPr bwMode="auto">
          <a:xfrm>
            <a:off x="509270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59" name="Rectangle 128"/>
          <p:cNvSpPr>
            <a:spLocks noChangeArrowheads="1"/>
          </p:cNvSpPr>
          <p:nvPr/>
        </p:nvSpPr>
        <p:spPr bwMode="auto">
          <a:xfrm>
            <a:off x="501015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60" name="Rectangle 27"/>
          <p:cNvSpPr>
            <a:spLocks noChangeArrowheads="1"/>
          </p:cNvSpPr>
          <p:nvPr/>
        </p:nvSpPr>
        <p:spPr bwMode="auto">
          <a:xfrm>
            <a:off x="560387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61" name="Rectangle 130"/>
          <p:cNvSpPr>
            <a:spLocks noChangeArrowheads="1"/>
          </p:cNvSpPr>
          <p:nvPr/>
        </p:nvSpPr>
        <p:spPr bwMode="auto">
          <a:xfrm>
            <a:off x="552132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62" name="Rectangle 28"/>
          <p:cNvSpPr>
            <a:spLocks noChangeArrowheads="1"/>
          </p:cNvSpPr>
          <p:nvPr/>
        </p:nvSpPr>
        <p:spPr bwMode="auto">
          <a:xfrm>
            <a:off x="611505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63" name="Rectangle 132"/>
          <p:cNvSpPr>
            <a:spLocks noChangeArrowheads="1"/>
          </p:cNvSpPr>
          <p:nvPr/>
        </p:nvSpPr>
        <p:spPr bwMode="auto">
          <a:xfrm>
            <a:off x="603250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64" name="Rectangle 29"/>
          <p:cNvSpPr>
            <a:spLocks noChangeArrowheads="1"/>
          </p:cNvSpPr>
          <p:nvPr/>
        </p:nvSpPr>
        <p:spPr bwMode="auto">
          <a:xfrm>
            <a:off x="662622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65" name="Rectangle 134"/>
          <p:cNvSpPr>
            <a:spLocks noChangeArrowheads="1"/>
          </p:cNvSpPr>
          <p:nvPr/>
        </p:nvSpPr>
        <p:spPr bwMode="auto">
          <a:xfrm>
            <a:off x="654526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66" name="Rectangle 30"/>
          <p:cNvSpPr>
            <a:spLocks noChangeArrowheads="1"/>
          </p:cNvSpPr>
          <p:nvPr/>
        </p:nvSpPr>
        <p:spPr bwMode="auto">
          <a:xfrm>
            <a:off x="7137400" y="2493964"/>
            <a:ext cx="3492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67" name="Rectangle 136"/>
          <p:cNvSpPr>
            <a:spLocks noChangeArrowheads="1"/>
          </p:cNvSpPr>
          <p:nvPr/>
        </p:nvSpPr>
        <p:spPr bwMode="auto">
          <a:xfrm>
            <a:off x="7056438" y="2493964"/>
            <a:ext cx="51276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68" name="Rectangle 31"/>
          <p:cNvSpPr>
            <a:spLocks noChangeArrowheads="1"/>
          </p:cNvSpPr>
          <p:nvPr/>
        </p:nvSpPr>
        <p:spPr bwMode="auto">
          <a:xfrm>
            <a:off x="7651751"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69" name="Rectangle 138"/>
          <p:cNvSpPr>
            <a:spLocks noChangeArrowheads="1"/>
          </p:cNvSpPr>
          <p:nvPr/>
        </p:nvSpPr>
        <p:spPr bwMode="auto">
          <a:xfrm>
            <a:off x="7569201"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70" name="Rectangle 32"/>
          <p:cNvSpPr>
            <a:spLocks noChangeArrowheads="1"/>
          </p:cNvSpPr>
          <p:nvPr/>
        </p:nvSpPr>
        <p:spPr bwMode="auto">
          <a:xfrm>
            <a:off x="8162926" y="2493964"/>
            <a:ext cx="346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71" name="Rectangle 140"/>
          <p:cNvSpPr>
            <a:spLocks noChangeArrowheads="1"/>
          </p:cNvSpPr>
          <p:nvPr/>
        </p:nvSpPr>
        <p:spPr bwMode="auto">
          <a:xfrm>
            <a:off x="8080376"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72" name="Rectangle 33"/>
          <p:cNvSpPr>
            <a:spLocks noChangeArrowheads="1"/>
          </p:cNvSpPr>
          <p:nvPr/>
        </p:nvSpPr>
        <p:spPr bwMode="auto">
          <a:xfrm>
            <a:off x="8674101"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73" name="Rectangle 142"/>
          <p:cNvSpPr>
            <a:spLocks noChangeArrowheads="1"/>
          </p:cNvSpPr>
          <p:nvPr/>
        </p:nvSpPr>
        <p:spPr bwMode="auto">
          <a:xfrm>
            <a:off x="8591551" y="2493964"/>
            <a:ext cx="5127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74" name="Rectangle 34"/>
          <p:cNvSpPr>
            <a:spLocks noChangeArrowheads="1"/>
          </p:cNvSpPr>
          <p:nvPr/>
        </p:nvSpPr>
        <p:spPr bwMode="auto">
          <a:xfrm>
            <a:off x="9185276" y="2493964"/>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75" name="Rectangle 144"/>
          <p:cNvSpPr>
            <a:spLocks noChangeArrowheads="1"/>
          </p:cNvSpPr>
          <p:nvPr/>
        </p:nvSpPr>
        <p:spPr bwMode="auto">
          <a:xfrm>
            <a:off x="9104314" y="2493964"/>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76" name="Rectangle 35"/>
          <p:cNvSpPr>
            <a:spLocks noChangeArrowheads="1"/>
          </p:cNvSpPr>
          <p:nvPr/>
        </p:nvSpPr>
        <p:spPr bwMode="auto">
          <a:xfrm>
            <a:off x="2428876" y="303053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7677" name="Rectangle 146"/>
          <p:cNvSpPr>
            <a:spLocks noChangeArrowheads="1"/>
          </p:cNvSpPr>
          <p:nvPr/>
        </p:nvSpPr>
        <p:spPr bwMode="auto">
          <a:xfrm>
            <a:off x="2347914" y="303053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78" name="Rectangle 36"/>
          <p:cNvSpPr>
            <a:spLocks noChangeArrowheads="1"/>
          </p:cNvSpPr>
          <p:nvPr/>
        </p:nvSpPr>
        <p:spPr bwMode="auto">
          <a:xfrm>
            <a:off x="35560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79" name="Rectangle 148"/>
          <p:cNvSpPr>
            <a:spLocks noChangeArrowheads="1"/>
          </p:cNvSpPr>
          <p:nvPr/>
        </p:nvSpPr>
        <p:spPr bwMode="auto">
          <a:xfrm>
            <a:off x="3475039" y="303053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80" name="Rectangle 37"/>
          <p:cNvSpPr>
            <a:spLocks noChangeArrowheads="1"/>
          </p:cNvSpPr>
          <p:nvPr/>
        </p:nvSpPr>
        <p:spPr bwMode="auto">
          <a:xfrm>
            <a:off x="40671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81" name="Rectangle 150"/>
          <p:cNvSpPr>
            <a:spLocks noChangeArrowheads="1"/>
          </p:cNvSpPr>
          <p:nvPr/>
        </p:nvSpPr>
        <p:spPr bwMode="auto">
          <a:xfrm>
            <a:off x="39862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82" name="Rectangle 38"/>
          <p:cNvSpPr>
            <a:spLocks noChangeArrowheads="1"/>
          </p:cNvSpPr>
          <p:nvPr/>
        </p:nvSpPr>
        <p:spPr bwMode="auto">
          <a:xfrm>
            <a:off x="457835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83" name="Rectangle 152"/>
          <p:cNvSpPr>
            <a:spLocks noChangeArrowheads="1"/>
          </p:cNvSpPr>
          <p:nvPr/>
        </p:nvSpPr>
        <p:spPr bwMode="auto">
          <a:xfrm>
            <a:off x="449738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84" name="Rectangle 39"/>
          <p:cNvSpPr>
            <a:spLocks noChangeArrowheads="1"/>
          </p:cNvSpPr>
          <p:nvPr/>
        </p:nvSpPr>
        <p:spPr bwMode="auto">
          <a:xfrm>
            <a:off x="509270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85" name="Rectangle 154"/>
          <p:cNvSpPr>
            <a:spLocks noChangeArrowheads="1"/>
          </p:cNvSpPr>
          <p:nvPr/>
        </p:nvSpPr>
        <p:spPr bwMode="auto">
          <a:xfrm>
            <a:off x="501015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86" name="Rectangle 47"/>
          <p:cNvSpPr>
            <a:spLocks noChangeArrowheads="1"/>
          </p:cNvSpPr>
          <p:nvPr/>
        </p:nvSpPr>
        <p:spPr bwMode="auto">
          <a:xfrm>
            <a:off x="560387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87" name="Rectangle 156"/>
          <p:cNvSpPr>
            <a:spLocks noChangeArrowheads="1"/>
          </p:cNvSpPr>
          <p:nvPr/>
        </p:nvSpPr>
        <p:spPr bwMode="auto">
          <a:xfrm>
            <a:off x="552132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88" name="Rectangle 48"/>
          <p:cNvSpPr>
            <a:spLocks noChangeArrowheads="1"/>
          </p:cNvSpPr>
          <p:nvPr/>
        </p:nvSpPr>
        <p:spPr bwMode="auto">
          <a:xfrm>
            <a:off x="611505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89" name="Rectangle 158"/>
          <p:cNvSpPr>
            <a:spLocks noChangeArrowheads="1"/>
          </p:cNvSpPr>
          <p:nvPr/>
        </p:nvSpPr>
        <p:spPr bwMode="auto">
          <a:xfrm>
            <a:off x="603250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90" name="Rectangle 49"/>
          <p:cNvSpPr>
            <a:spLocks noChangeArrowheads="1"/>
          </p:cNvSpPr>
          <p:nvPr/>
        </p:nvSpPr>
        <p:spPr bwMode="auto">
          <a:xfrm>
            <a:off x="662622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91" name="Rectangle 160"/>
          <p:cNvSpPr>
            <a:spLocks noChangeArrowheads="1"/>
          </p:cNvSpPr>
          <p:nvPr/>
        </p:nvSpPr>
        <p:spPr bwMode="auto">
          <a:xfrm>
            <a:off x="654526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92" name="Rectangle 50"/>
          <p:cNvSpPr>
            <a:spLocks noChangeArrowheads="1"/>
          </p:cNvSpPr>
          <p:nvPr/>
        </p:nvSpPr>
        <p:spPr bwMode="auto">
          <a:xfrm>
            <a:off x="7137400"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93" name="Rectangle 162"/>
          <p:cNvSpPr>
            <a:spLocks noChangeArrowheads="1"/>
          </p:cNvSpPr>
          <p:nvPr/>
        </p:nvSpPr>
        <p:spPr bwMode="auto">
          <a:xfrm>
            <a:off x="7056438"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94" name="Rectangle 51"/>
          <p:cNvSpPr>
            <a:spLocks noChangeArrowheads="1"/>
          </p:cNvSpPr>
          <p:nvPr/>
        </p:nvSpPr>
        <p:spPr bwMode="auto">
          <a:xfrm>
            <a:off x="7651751"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95" name="Rectangle 164"/>
          <p:cNvSpPr>
            <a:spLocks noChangeArrowheads="1"/>
          </p:cNvSpPr>
          <p:nvPr/>
        </p:nvSpPr>
        <p:spPr bwMode="auto">
          <a:xfrm>
            <a:off x="7569201"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96" name="Rectangle 52"/>
          <p:cNvSpPr>
            <a:spLocks noChangeArrowheads="1"/>
          </p:cNvSpPr>
          <p:nvPr/>
        </p:nvSpPr>
        <p:spPr bwMode="auto">
          <a:xfrm>
            <a:off x="8162926" y="303053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97" name="Rectangle 166"/>
          <p:cNvSpPr>
            <a:spLocks noChangeArrowheads="1"/>
          </p:cNvSpPr>
          <p:nvPr/>
        </p:nvSpPr>
        <p:spPr bwMode="auto">
          <a:xfrm>
            <a:off x="8080376"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698" name="Rectangle 53"/>
          <p:cNvSpPr>
            <a:spLocks noChangeArrowheads="1"/>
          </p:cNvSpPr>
          <p:nvPr/>
        </p:nvSpPr>
        <p:spPr bwMode="auto">
          <a:xfrm>
            <a:off x="8674101"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699" name="Rectangle 168"/>
          <p:cNvSpPr>
            <a:spLocks noChangeArrowheads="1"/>
          </p:cNvSpPr>
          <p:nvPr/>
        </p:nvSpPr>
        <p:spPr bwMode="auto">
          <a:xfrm>
            <a:off x="8591551" y="303053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00" name="Rectangle 54"/>
          <p:cNvSpPr>
            <a:spLocks noChangeArrowheads="1"/>
          </p:cNvSpPr>
          <p:nvPr/>
        </p:nvSpPr>
        <p:spPr bwMode="auto">
          <a:xfrm>
            <a:off x="9185276" y="303053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01" name="Rectangle 170"/>
          <p:cNvSpPr>
            <a:spLocks noChangeArrowheads="1"/>
          </p:cNvSpPr>
          <p:nvPr/>
        </p:nvSpPr>
        <p:spPr bwMode="auto">
          <a:xfrm>
            <a:off x="9104314" y="303053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02" name="Rectangle 55"/>
          <p:cNvSpPr>
            <a:spLocks noChangeArrowheads="1"/>
          </p:cNvSpPr>
          <p:nvPr/>
        </p:nvSpPr>
        <p:spPr bwMode="auto">
          <a:xfrm>
            <a:off x="2428876" y="3459164"/>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7703" name="Rectangle 172"/>
          <p:cNvSpPr>
            <a:spLocks noChangeArrowheads="1"/>
          </p:cNvSpPr>
          <p:nvPr/>
        </p:nvSpPr>
        <p:spPr bwMode="auto">
          <a:xfrm>
            <a:off x="2347914" y="3459164"/>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04" name="Rectangle 56"/>
          <p:cNvSpPr>
            <a:spLocks noChangeArrowheads="1"/>
          </p:cNvSpPr>
          <p:nvPr/>
        </p:nvSpPr>
        <p:spPr bwMode="auto">
          <a:xfrm>
            <a:off x="35560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05" name="Rectangle 174"/>
          <p:cNvSpPr>
            <a:spLocks noChangeArrowheads="1"/>
          </p:cNvSpPr>
          <p:nvPr/>
        </p:nvSpPr>
        <p:spPr bwMode="auto">
          <a:xfrm>
            <a:off x="3475039" y="3459164"/>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06" name="Rectangle 57"/>
          <p:cNvSpPr>
            <a:spLocks noChangeArrowheads="1"/>
          </p:cNvSpPr>
          <p:nvPr/>
        </p:nvSpPr>
        <p:spPr bwMode="auto">
          <a:xfrm>
            <a:off x="40671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07" name="Rectangle 176"/>
          <p:cNvSpPr>
            <a:spLocks noChangeArrowheads="1"/>
          </p:cNvSpPr>
          <p:nvPr/>
        </p:nvSpPr>
        <p:spPr bwMode="auto">
          <a:xfrm>
            <a:off x="39862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08" name="Rectangle 58"/>
          <p:cNvSpPr>
            <a:spLocks noChangeArrowheads="1"/>
          </p:cNvSpPr>
          <p:nvPr/>
        </p:nvSpPr>
        <p:spPr bwMode="auto">
          <a:xfrm>
            <a:off x="457835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09" name="Rectangle 178"/>
          <p:cNvSpPr>
            <a:spLocks noChangeArrowheads="1"/>
          </p:cNvSpPr>
          <p:nvPr/>
        </p:nvSpPr>
        <p:spPr bwMode="auto">
          <a:xfrm>
            <a:off x="449738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10" name="Rectangle 59"/>
          <p:cNvSpPr>
            <a:spLocks noChangeArrowheads="1"/>
          </p:cNvSpPr>
          <p:nvPr/>
        </p:nvSpPr>
        <p:spPr bwMode="auto">
          <a:xfrm>
            <a:off x="509270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11" name="Rectangle 180"/>
          <p:cNvSpPr>
            <a:spLocks noChangeArrowheads="1"/>
          </p:cNvSpPr>
          <p:nvPr/>
        </p:nvSpPr>
        <p:spPr bwMode="auto">
          <a:xfrm>
            <a:off x="501015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12" name="Rectangle 60"/>
          <p:cNvSpPr>
            <a:spLocks noChangeArrowheads="1"/>
          </p:cNvSpPr>
          <p:nvPr/>
        </p:nvSpPr>
        <p:spPr bwMode="auto">
          <a:xfrm>
            <a:off x="560387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13" name="Rectangle 182"/>
          <p:cNvSpPr>
            <a:spLocks noChangeArrowheads="1"/>
          </p:cNvSpPr>
          <p:nvPr/>
        </p:nvSpPr>
        <p:spPr bwMode="auto">
          <a:xfrm>
            <a:off x="552132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14" name="Rectangle 61"/>
          <p:cNvSpPr>
            <a:spLocks noChangeArrowheads="1"/>
          </p:cNvSpPr>
          <p:nvPr/>
        </p:nvSpPr>
        <p:spPr bwMode="auto">
          <a:xfrm>
            <a:off x="611505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15" name="Rectangle 184"/>
          <p:cNvSpPr>
            <a:spLocks noChangeArrowheads="1"/>
          </p:cNvSpPr>
          <p:nvPr/>
        </p:nvSpPr>
        <p:spPr bwMode="auto">
          <a:xfrm>
            <a:off x="603250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16" name="Rectangle 62"/>
          <p:cNvSpPr>
            <a:spLocks noChangeArrowheads="1"/>
          </p:cNvSpPr>
          <p:nvPr/>
        </p:nvSpPr>
        <p:spPr bwMode="auto">
          <a:xfrm>
            <a:off x="662622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17" name="Rectangle 186"/>
          <p:cNvSpPr>
            <a:spLocks noChangeArrowheads="1"/>
          </p:cNvSpPr>
          <p:nvPr/>
        </p:nvSpPr>
        <p:spPr bwMode="auto">
          <a:xfrm>
            <a:off x="654526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18" name="Rectangle 63"/>
          <p:cNvSpPr>
            <a:spLocks noChangeArrowheads="1"/>
          </p:cNvSpPr>
          <p:nvPr/>
        </p:nvSpPr>
        <p:spPr bwMode="auto">
          <a:xfrm>
            <a:off x="7137400" y="3459164"/>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19" name="Rectangle 188"/>
          <p:cNvSpPr>
            <a:spLocks noChangeArrowheads="1"/>
          </p:cNvSpPr>
          <p:nvPr/>
        </p:nvSpPr>
        <p:spPr bwMode="auto">
          <a:xfrm>
            <a:off x="7056438" y="3459164"/>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20" name="Rectangle 64"/>
          <p:cNvSpPr>
            <a:spLocks noChangeArrowheads="1"/>
          </p:cNvSpPr>
          <p:nvPr/>
        </p:nvSpPr>
        <p:spPr bwMode="auto">
          <a:xfrm>
            <a:off x="7651751"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21" name="Rectangle 190"/>
          <p:cNvSpPr>
            <a:spLocks noChangeArrowheads="1"/>
          </p:cNvSpPr>
          <p:nvPr/>
        </p:nvSpPr>
        <p:spPr bwMode="auto">
          <a:xfrm>
            <a:off x="7569201"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22" name="Rectangle 65"/>
          <p:cNvSpPr>
            <a:spLocks noChangeArrowheads="1"/>
          </p:cNvSpPr>
          <p:nvPr/>
        </p:nvSpPr>
        <p:spPr bwMode="auto">
          <a:xfrm>
            <a:off x="8162926" y="3459164"/>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23" name="Rectangle 192"/>
          <p:cNvSpPr>
            <a:spLocks noChangeArrowheads="1"/>
          </p:cNvSpPr>
          <p:nvPr/>
        </p:nvSpPr>
        <p:spPr bwMode="auto">
          <a:xfrm>
            <a:off x="8080376"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24" name="Rectangle 66"/>
          <p:cNvSpPr>
            <a:spLocks noChangeArrowheads="1"/>
          </p:cNvSpPr>
          <p:nvPr/>
        </p:nvSpPr>
        <p:spPr bwMode="auto">
          <a:xfrm>
            <a:off x="8674101"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25" name="Rectangle 194"/>
          <p:cNvSpPr>
            <a:spLocks noChangeArrowheads="1"/>
          </p:cNvSpPr>
          <p:nvPr/>
        </p:nvSpPr>
        <p:spPr bwMode="auto">
          <a:xfrm>
            <a:off x="8591551" y="3459164"/>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26" name="Rectangle 67"/>
          <p:cNvSpPr>
            <a:spLocks noChangeArrowheads="1"/>
          </p:cNvSpPr>
          <p:nvPr/>
        </p:nvSpPr>
        <p:spPr bwMode="auto">
          <a:xfrm>
            <a:off x="9185276" y="3459164"/>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27" name="Rectangle 196"/>
          <p:cNvSpPr>
            <a:spLocks noChangeArrowheads="1"/>
          </p:cNvSpPr>
          <p:nvPr/>
        </p:nvSpPr>
        <p:spPr bwMode="auto">
          <a:xfrm>
            <a:off x="9104314" y="3459164"/>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28" name="Rectangle 68"/>
          <p:cNvSpPr>
            <a:spLocks noChangeArrowheads="1"/>
          </p:cNvSpPr>
          <p:nvPr/>
        </p:nvSpPr>
        <p:spPr bwMode="auto">
          <a:xfrm>
            <a:off x="2428876" y="3887789"/>
            <a:ext cx="9636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7729" name="Rectangle 198"/>
          <p:cNvSpPr>
            <a:spLocks noChangeArrowheads="1"/>
          </p:cNvSpPr>
          <p:nvPr/>
        </p:nvSpPr>
        <p:spPr bwMode="auto">
          <a:xfrm>
            <a:off x="2347914" y="3887789"/>
            <a:ext cx="1127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30" name="Rectangle 69"/>
          <p:cNvSpPr>
            <a:spLocks noChangeArrowheads="1"/>
          </p:cNvSpPr>
          <p:nvPr/>
        </p:nvSpPr>
        <p:spPr bwMode="auto">
          <a:xfrm>
            <a:off x="35560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31" name="Rectangle 200"/>
          <p:cNvSpPr>
            <a:spLocks noChangeArrowheads="1"/>
          </p:cNvSpPr>
          <p:nvPr/>
        </p:nvSpPr>
        <p:spPr bwMode="auto">
          <a:xfrm>
            <a:off x="3475039" y="3887789"/>
            <a:ext cx="5111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32" name="Rectangle 70"/>
          <p:cNvSpPr>
            <a:spLocks noChangeArrowheads="1"/>
          </p:cNvSpPr>
          <p:nvPr/>
        </p:nvSpPr>
        <p:spPr bwMode="auto">
          <a:xfrm>
            <a:off x="40671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33" name="Rectangle 202"/>
          <p:cNvSpPr>
            <a:spLocks noChangeArrowheads="1"/>
          </p:cNvSpPr>
          <p:nvPr/>
        </p:nvSpPr>
        <p:spPr bwMode="auto">
          <a:xfrm>
            <a:off x="39862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34" name="Rectangle 71"/>
          <p:cNvSpPr>
            <a:spLocks noChangeArrowheads="1"/>
          </p:cNvSpPr>
          <p:nvPr/>
        </p:nvSpPr>
        <p:spPr bwMode="auto">
          <a:xfrm>
            <a:off x="4578350" y="388778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35" name="Rectangle 204"/>
          <p:cNvSpPr>
            <a:spLocks noChangeArrowheads="1"/>
          </p:cNvSpPr>
          <p:nvPr/>
        </p:nvSpPr>
        <p:spPr bwMode="auto">
          <a:xfrm>
            <a:off x="4497388" y="388778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36" name="Rectangle 72"/>
          <p:cNvSpPr>
            <a:spLocks noChangeArrowheads="1"/>
          </p:cNvSpPr>
          <p:nvPr/>
        </p:nvSpPr>
        <p:spPr bwMode="auto">
          <a:xfrm>
            <a:off x="509270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37" name="Rectangle 206"/>
          <p:cNvSpPr>
            <a:spLocks noChangeArrowheads="1"/>
          </p:cNvSpPr>
          <p:nvPr/>
        </p:nvSpPr>
        <p:spPr bwMode="auto">
          <a:xfrm>
            <a:off x="501015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38" name="Rectangle 73"/>
          <p:cNvSpPr>
            <a:spLocks noChangeArrowheads="1"/>
          </p:cNvSpPr>
          <p:nvPr/>
        </p:nvSpPr>
        <p:spPr bwMode="auto">
          <a:xfrm>
            <a:off x="560387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39" name="Rectangle 208"/>
          <p:cNvSpPr>
            <a:spLocks noChangeArrowheads="1"/>
          </p:cNvSpPr>
          <p:nvPr/>
        </p:nvSpPr>
        <p:spPr bwMode="auto">
          <a:xfrm>
            <a:off x="552132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40" name="Rectangle 74"/>
          <p:cNvSpPr>
            <a:spLocks noChangeArrowheads="1"/>
          </p:cNvSpPr>
          <p:nvPr/>
        </p:nvSpPr>
        <p:spPr bwMode="auto">
          <a:xfrm>
            <a:off x="611505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41" name="Rectangle 210"/>
          <p:cNvSpPr>
            <a:spLocks noChangeArrowheads="1"/>
          </p:cNvSpPr>
          <p:nvPr/>
        </p:nvSpPr>
        <p:spPr bwMode="auto">
          <a:xfrm>
            <a:off x="603250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42" name="Rectangle 75"/>
          <p:cNvSpPr>
            <a:spLocks noChangeArrowheads="1"/>
          </p:cNvSpPr>
          <p:nvPr/>
        </p:nvSpPr>
        <p:spPr bwMode="auto">
          <a:xfrm>
            <a:off x="662622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43" name="Rectangle 212"/>
          <p:cNvSpPr>
            <a:spLocks noChangeArrowheads="1"/>
          </p:cNvSpPr>
          <p:nvPr/>
        </p:nvSpPr>
        <p:spPr bwMode="auto">
          <a:xfrm>
            <a:off x="654526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44" name="Rectangle 76"/>
          <p:cNvSpPr>
            <a:spLocks noChangeArrowheads="1"/>
          </p:cNvSpPr>
          <p:nvPr/>
        </p:nvSpPr>
        <p:spPr bwMode="auto">
          <a:xfrm>
            <a:off x="7108826" y="3860801"/>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45" name="Rectangle 214"/>
          <p:cNvSpPr>
            <a:spLocks noChangeArrowheads="1"/>
          </p:cNvSpPr>
          <p:nvPr/>
        </p:nvSpPr>
        <p:spPr bwMode="auto">
          <a:xfrm>
            <a:off x="7026276" y="3860801"/>
            <a:ext cx="512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46" name="Rectangle 77"/>
          <p:cNvSpPr>
            <a:spLocks noChangeArrowheads="1"/>
          </p:cNvSpPr>
          <p:nvPr/>
        </p:nvSpPr>
        <p:spPr bwMode="auto">
          <a:xfrm>
            <a:off x="7651751"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47" name="Rectangle 216"/>
          <p:cNvSpPr>
            <a:spLocks noChangeArrowheads="1"/>
          </p:cNvSpPr>
          <p:nvPr/>
        </p:nvSpPr>
        <p:spPr bwMode="auto">
          <a:xfrm>
            <a:off x="7569201"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48" name="Rectangle 78"/>
          <p:cNvSpPr>
            <a:spLocks noChangeArrowheads="1"/>
          </p:cNvSpPr>
          <p:nvPr/>
        </p:nvSpPr>
        <p:spPr bwMode="auto">
          <a:xfrm>
            <a:off x="8162926" y="3887789"/>
            <a:ext cx="34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49" name="Rectangle 218"/>
          <p:cNvSpPr>
            <a:spLocks noChangeArrowheads="1"/>
          </p:cNvSpPr>
          <p:nvPr/>
        </p:nvSpPr>
        <p:spPr bwMode="auto">
          <a:xfrm>
            <a:off x="8080376"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50" name="Rectangle 79"/>
          <p:cNvSpPr>
            <a:spLocks noChangeArrowheads="1"/>
          </p:cNvSpPr>
          <p:nvPr/>
        </p:nvSpPr>
        <p:spPr bwMode="auto">
          <a:xfrm>
            <a:off x="8674101"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51" name="Rectangle 220"/>
          <p:cNvSpPr>
            <a:spLocks noChangeArrowheads="1"/>
          </p:cNvSpPr>
          <p:nvPr/>
        </p:nvSpPr>
        <p:spPr bwMode="auto">
          <a:xfrm>
            <a:off x="8591551" y="3887789"/>
            <a:ext cx="512763"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52" name="Rectangle 80"/>
          <p:cNvSpPr>
            <a:spLocks noChangeArrowheads="1"/>
          </p:cNvSpPr>
          <p:nvPr/>
        </p:nvSpPr>
        <p:spPr bwMode="auto">
          <a:xfrm>
            <a:off x="9185276" y="3887789"/>
            <a:ext cx="3476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53" name="Rectangle 222"/>
          <p:cNvSpPr>
            <a:spLocks noChangeArrowheads="1"/>
          </p:cNvSpPr>
          <p:nvPr/>
        </p:nvSpPr>
        <p:spPr bwMode="auto">
          <a:xfrm>
            <a:off x="9104314" y="3887789"/>
            <a:ext cx="511175"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54" name="Rectangle 81"/>
          <p:cNvSpPr>
            <a:spLocks noChangeArrowheads="1"/>
          </p:cNvSpPr>
          <p:nvPr/>
        </p:nvSpPr>
        <p:spPr bwMode="auto">
          <a:xfrm>
            <a:off x="2428876" y="4316414"/>
            <a:ext cx="9636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a:t>
            </a:r>
            <a:r>
              <a:rPr lang="en-US" altLang="zh-CN" sz="1600" b="1">
                <a:solidFill>
                  <a:srgbClr val="CC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7755" name="Rectangle 224"/>
          <p:cNvSpPr>
            <a:spLocks noChangeArrowheads="1"/>
          </p:cNvSpPr>
          <p:nvPr/>
        </p:nvSpPr>
        <p:spPr bwMode="auto">
          <a:xfrm>
            <a:off x="2347914" y="4316414"/>
            <a:ext cx="11271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756" name="Rectangle 82"/>
          <p:cNvSpPr>
            <a:spLocks noChangeArrowheads="1"/>
          </p:cNvSpPr>
          <p:nvPr/>
        </p:nvSpPr>
        <p:spPr bwMode="auto">
          <a:xfrm>
            <a:off x="35560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57" name="Rectangle 226"/>
          <p:cNvSpPr>
            <a:spLocks noChangeArrowheads="1"/>
          </p:cNvSpPr>
          <p:nvPr/>
        </p:nvSpPr>
        <p:spPr bwMode="auto">
          <a:xfrm>
            <a:off x="3475039" y="4316414"/>
            <a:ext cx="5111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758" name="Rectangle 83"/>
          <p:cNvSpPr>
            <a:spLocks noChangeArrowheads="1"/>
          </p:cNvSpPr>
          <p:nvPr/>
        </p:nvSpPr>
        <p:spPr bwMode="auto">
          <a:xfrm>
            <a:off x="40671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59" name="Rectangle 228"/>
          <p:cNvSpPr>
            <a:spLocks noChangeArrowheads="1"/>
          </p:cNvSpPr>
          <p:nvPr/>
        </p:nvSpPr>
        <p:spPr bwMode="auto">
          <a:xfrm>
            <a:off x="39862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760" name="Rectangle 84"/>
          <p:cNvSpPr>
            <a:spLocks noChangeArrowheads="1"/>
          </p:cNvSpPr>
          <p:nvPr/>
        </p:nvSpPr>
        <p:spPr bwMode="auto">
          <a:xfrm>
            <a:off x="4578350" y="4316414"/>
            <a:ext cx="3492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61" name="Rectangle 230"/>
          <p:cNvSpPr>
            <a:spLocks noChangeArrowheads="1"/>
          </p:cNvSpPr>
          <p:nvPr/>
        </p:nvSpPr>
        <p:spPr bwMode="auto">
          <a:xfrm>
            <a:off x="449738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762" name="Rectangle 85"/>
          <p:cNvSpPr>
            <a:spLocks noChangeArrowheads="1"/>
          </p:cNvSpPr>
          <p:nvPr/>
        </p:nvSpPr>
        <p:spPr bwMode="auto">
          <a:xfrm>
            <a:off x="509270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63" name="Rectangle 232"/>
          <p:cNvSpPr>
            <a:spLocks noChangeArrowheads="1"/>
          </p:cNvSpPr>
          <p:nvPr/>
        </p:nvSpPr>
        <p:spPr bwMode="auto">
          <a:xfrm>
            <a:off x="501015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764" name="Rectangle 86"/>
          <p:cNvSpPr>
            <a:spLocks noChangeArrowheads="1"/>
          </p:cNvSpPr>
          <p:nvPr/>
        </p:nvSpPr>
        <p:spPr bwMode="auto">
          <a:xfrm>
            <a:off x="5603876"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65" name="Rectangle 234"/>
          <p:cNvSpPr>
            <a:spLocks noChangeArrowheads="1"/>
          </p:cNvSpPr>
          <p:nvPr/>
        </p:nvSpPr>
        <p:spPr bwMode="auto">
          <a:xfrm>
            <a:off x="5521326"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766" name="Rectangle 87"/>
          <p:cNvSpPr>
            <a:spLocks noChangeArrowheads="1"/>
          </p:cNvSpPr>
          <p:nvPr/>
        </p:nvSpPr>
        <p:spPr bwMode="auto">
          <a:xfrm>
            <a:off x="611505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67" name="Rectangle 236"/>
          <p:cNvSpPr>
            <a:spLocks noChangeArrowheads="1"/>
          </p:cNvSpPr>
          <p:nvPr/>
        </p:nvSpPr>
        <p:spPr bwMode="auto">
          <a:xfrm>
            <a:off x="603250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768" name="Rectangle 88"/>
          <p:cNvSpPr>
            <a:spLocks noChangeArrowheads="1"/>
          </p:cNvSpPr>
          <p:nvPr/>
        </p:nvSpPr>
        <p:spPr bwMode="auto">
          <a:xfrm>
            <a:off x="662622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69" name="Rectangle 238"/>
          <p:cNvSpPr>
            <a:spLocks noChangeArrowheads="1"/>
          </p:cNvSpPr>
          <p:nvPr/>
        </p:nvSpPr>
        <p:spPr bwMode="auto">
          <a:xfrm>
            <a:off x="654526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70" name="Rectangle 89"/>
          <p:cNvSpPr>
            <a:spLocks noChangeArrowheads="1"/>
          </p:cNvSpPr>
          <p:nvPr/>
        </p:nvSpPr>
        <p:spPr bwMode="auto">
          <a:xfrm>
            <a:off x="7032625" y="4318000"/>
            <a:ext cx="7191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zh-CN" altLang="en-US" b="1">
                <a:solidFill>
                  <a:srgbClr val="CC0000"/>
                </a:solidFill>
                <a:latin typeface="Times New Roman" panose="02020603050405020304" pitchFamily="18" charset="0"/>
                <a:ea typeface="宋体" panose="02010600030101010101" pitchFamily="2" charset="-122"/>
              </a:rPr>
              <a:t> </a:t>
            </a:r>
            <a:r>
              <a:rPr lang="zh-CN" altLang="en-US"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71" name="Rectangle 240"/>
          <p:cNvSpPr>
            <a:spLocks noChangeArrowheads="1"/>
          </p:cNvSpPr>
          <p:nvPr/>
        </p:nvSpPr>
        <p:spPr bwMode="auto">
          <a:xfrm>
            <a:off x="7056438" y="4316414"/>
            <a:ext cx="512762"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72" name="Rectangle 90"/>
          <p:cNvSpPr>
            <a:spLocks noChangeArrowheads="1"/>
          </p:cNvSpPr>
          <p:nvPr/>
        </p:nvSpPr>
        <p:spPr bwMode="auto">
          <a:xfrm>
            <a:off x="7651751" y="4316414"/>
            <a:ext cx="3460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73" name="Rectangle 242"/>
          <p:cNvSpPr>
            <a:spLocks noChangeArrowheads="1"/>
          </p:cNvSpPr>
          <p:nvPr/>
        </p:nvSpPr>
        <p:spPr bwMode="auto">
          <a:xfrm>
            <a:off x="7569201"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74" name="Rectangle 91"/>
          <p:cNvSpPr>
            <a:spLocks noChangeArrowheads="1"/>
          </p:cNvSpPr>
          <p:nvPr/>
        </p:nvSpPr>
        <p:spPr bwMode="auto">
          <a:xfrm>
            <a:off x="8040689" y="4318000"/>
            <a:ext cx="64928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zh-CN" altLang="en-US" b="1">
                <a:solidFill>
                  <a:srgbClr val="3333CC"/>
                </a:solidFill>
                <a:latin typeface="Times New Roman" panose="02020603050405020304" pitchFamily="18" charset="0"/>
                <a:ea typeface="宋体" panose="02010600030101010101" pitchFamily="2" charset="-122"/>
              </a:rPr>
              <a:t>6</a:t>
            </a:r>
            <a:r>
              <a:rPr lang="zh-CN" altLang="en-US" b="1">
                <a:solidFill>
                  <a:srgbClr val="000000"/>
                </a:solidFill>
                <a:latin typeface="Times New Roman" panose="02020603050405020304" pitchFamily="18" charset="0"/>
                <a:ea typeface="宋体" panose="02010600030101010101" pitchFamily="2" charset="-122"/>
              </a:rPr>
              <a:t>＋</a:t>
            </a:r>
            <a:r>
              <a:rPr lang="zh-CN" altLang="en-US" b="1">
                <a:solidFill>
                  <a:srgbClr val="CC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zh-CN" altLang="en-US" b="1">
              <a:solidFill>
                <a:srgbClr val="000000"/>
              </a:solidFill>
              <a:latin typeface="Times New Roman" panose="02020603050405020304" pitchFamily="18" charset="0"/>
              <a:ea typeface="宋体" panose="02010600030101010101" pitchFamily="2" charset="-122"/>
            </a:endParaRPr>
          </a:p>
        </p:txBody>
      </p:sp>
      <p:sp>
        <p:nvSpPr>
          <p:cNvPr id="27775" name="Rectangle 92"/>
          <p:cNvSpPr>
            <a:spLocks noChangeArrowheads="1"/>
          </p:cNvSpPr>
          <p:nvPr/>
        </p:nvSpPr>
        <p:spPr bwMode="auto">
          <a:xfrm>
            <a:off x="8674101"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76" name="Rectangle 246"/>
          <p:cNvSpPr>
            <a:spLocks noChangeArrowheads="1"/>
          </p:cNvSpPr>
          <p:nvPr/>
        </p:nvSpPr>
        <p:spPr bwMode="auto">
          <a:xfrm>
            <a:off x="8591551" y="4316414"/>
            <a:ext cx="512763"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77" name="Rectangle 93"/>
          <p:cNvSpPr>
            <a:spLocks noChangeArrowheads="1"/>
          </p:cNvSpPr>
          <p:nvPr/>
        </p:nvSpPr>
        <p:spPr bwMode="auto">
          <a:xfrm>
            <a:off x="9185276" y="4316414"/>
            <a:ext cx="347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78" name="Rectangle 248"/>
          <p:cNvSpPr>
            <a:spLocks noChangeArrowheads="1"/>
          </p:cNvSpPr>
          <p:nvPr/>
        </p:nvSpPr>
        <p:spPr bwMode="auto">
          <a:xfrm>
            <a:off x="9104314" y="4316414"/>
            <a:ext cx="511175" cy="534987"/>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79" name="Rectangle 94"/>
          <p:cNvSpPr>
            <a:spLocks noChangeArrowheads="1"/>
          </p:cNvSpPr>
          <p:nvPr/>
        </p:nvSpPr>
        <p:spPr bwMode="auto">
          <a:xfrm>
            <a:off x="2428876" y="4851401"/>
            <a:ext cx="9636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7780" name="Rectangle 250"/>
          <p:cNvSpPr>
            <a:spLocks noChangeArrowheads="1"/>
          </p:cNvSpPr>
          <p:nvPr/>
        </p:nvSpPr>
        <p:spPr bwMode="auto">
          <a:xfrm>
            <a:off x="2347914" y="4851401"/>
            <a:ext cx="11271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1" name="Rectangle 95"/>
          <p:cNvSpPr>
            <a:spLocks noChangeArrowheads="1"/>
          </p:cNvSpPr>
          <p:nvPr/>
        </p:nvSpPr>
        <p:spPr bwMode="auto">
          <a:xfrm>
            <a:off x="3556001" y="4851401"/>
            <a:ext cx="3476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82" name="Rectangle 252"/>
          <p:cNvSpPr>
            <a:spLocks noChangeArrowheads="1"/>
          </p:cNvSpPr>
          <p:nvPr/>
        </p:nvSpPr>
        <p:spPr bwMode="auto">
          <a:xfrm>
            <a:off x="3475039" y="4851401"/>
            <a:ext cx="5111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3" name="Rectangle 254"/>
          <p:cNvSpPr>
            <a:spLocks noChangeArrowheads="1"/>
          </p:cNvSpPr>
          <p:nvPr/>
        </p:nvSpPr>
        <p:spPr bwMode="auto">
          <a:xfrm>
            <a:off x="39862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4" name="Rectangle 256"/>
          <p:cNvSpPr>
            <a:spLocks noChangeArrowheads="1"/>
          </p:cNvSpPr>
          <p:nvPr/>
        </p:nvSpPr>
        <p:spPr bwMode="auto">
          <a:xfrm>
            <a:off x="449738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5" name="Rectangle 258"/>
          <p:cNvSpPr>
            <a:spLocks noChangeArrowheads="1"/>
          </p:cNvSpPr>
          <p:nvPr/>
        </p:nvSpPr>
        <p:spPr bwMode="auto">
          <a:xfrm>
            <a:off x="501015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6" name="Rectangle 260"/>
          <p:cNvSpPr>
            <a:spLocks noChangeArrowheads="1"/>
          </p:cNvSpPr>
          <p:nvPr/>
        </p:nvSpPr>
        <p:spPr bwMode="auto">
          <a:xfrm>
            <a:off x="552132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7" name="Rectangle 262"/>
          <p:cNvSpPr>
            <a:spLocks noChangeArrowheads="1"/>
          </p:cNvSpPr>
          <p:nvPr/>
        </p:nvSpPr>
        <p:spPr bwMode="auto">
          <a:xfrm>
            <a:off x="603250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8" name="Rectangle 264"/>
          <p:cNvSpPr>
            <a:spLocks noChangeArrowheads="1"/>
          </p:cNvSpPr>
          <p:nvPr/>
        </p:nvSpPr>
        <p:spPr bwMode="auto">
          <a:xfrm>
            <a:off x="654526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89" name="Rectangle 266"/>
          <p:cNvSpPr>
            <a:spLocks noChangeArrowheads="1"/>
          </p:cNvSpPr>
          <p:nvPr/>
        </p:nvSpPr>
        <p:spPr bwMode="auto">
          <a:xfrm>
            <a:off x="7056438" y="4851401"/>
            <a:ext cx="512762"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0" name="Rectangle 268"/>
          <p:cNvSpPr>
            <a:spLocks noChangeArrowheads="1"/>
          </p:cNvSpPr>
          <p:nvPr/>
        </p:nvSpPr>
        <p:spPr bwMode="auto">
          <a:xfrm>
            <a:off x="7569201"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1" name="Rectangle 270"/>
          <p:cNvSpPr>
            <a:spLocks noChangeArrowheads="1"/>
          </p:cNvSpPr>
          <p:nvPr/>
        </p:nvSpPr>
        <p:spPr bwMode="auto">
          <a:xfrm>
            <a:off x="8080376"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2" name="Rectangle 272"/>
          <p:cNvSpPr>
            <a:spLocks noChangeArrowheads="1"/>
          </p:cNvSpPr>
          <p:nvPr/>
        </p:nvSpPr>
        <p:spPr bwMode="auto">
          <a:xfrm>
            <a:off x="8591551" y="4851401"/>
            <a:ext cx="512763"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3" name="Rectangle 274"/>
          <p:cNvSpPr>
            <a:spLocks noChangeArrowheads="1"/>
          </p:cNvSpPr>
          <p:nvPr/>
        </p:nvSpPr>
        <p:spPr bwMode="auto">
          <a:xfrm>
            <a:off x="9104314" y="4851401"/>
            <a:ext cx="511175" cy="53657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4" name="Rectangle 107"/>
          <p:cNvSpPr>
            <a:spLocks noChangeArrowheads="1"/>
          </p:cNvSpPr>
          <p:nvPr/>
        </p:nvSpPr>
        <p:spPr bwMode="auto">
          <a:xfrm>
            <a:off x="2428876" y="5387975"/>
            <a:ext cx="9636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7795" name="Rectangle 276"/>
          <p:cNvSpPr>
            <a:spLocks noChangeArrowheads="1"/>
          </p:cNvSpPr>
          <p:nvPr/>
        </p:nvSpPr>
        <p:spPr bwMode="auto">
          <a:xfrm>
            <a:off x="2347914" y="5387975"/>
            <a:ext cx="1127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6" name="Rectangle 108"/>
          <p:cNvSpPr>
            <a:spLocks noChangeArrowheads="1"/>
          </p:cNvSpPr>
          <p:nvPr/>
        </p:nvSpPr>
        <p:spPr bwMode="auto">
          <a:xfrm>
            <a:off x="3556001" y="5387975"/>
            <a:ext cx="3476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797" name="Rectangle 278"/>
          <p:cNvSpPr>
            <a:spLocks noChangeArrowheads="1"/>
          </p:cNvSpPr>
          <p:nvPr/>
        </p:nvSpPr>
        <p:spPr bwMode="auto">
          <a:xfrm>
            <a:off x="3475039" y="5387975"/>
            <a:ext cx="511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8" name="Rectangle 280"/>
          <p:cNvSpPr>
            <a:spLocks noChangeArrowheads="1"/>
          </p:cNvSpPr>
          <p:nvPr/>
        </p:nvSpPr>
        <p:spPr bwMode="auto">
          <a:xfrm>
            <a:off x="39862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799" name="Rectangle 282"/>
          <p:cNvSpPr>
            <a:spLocks noChangeArrowheads="1"/>
          </p:cNvSpPr>
          <p:nvPr/>
        </p:nvSpPr>
        <p:spPr bwMode="auto">
          <a:xfrm>
            <a:off x="449738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0" name="Rectangle 284"/>
          <p:cNvSpPr>
            <a:spLocks noChangeArrowheads="1"/>
          </p:cNvSpPr>
          <p:nvPr/>
        </p:nvSpPr>
        <p:spPr bwMode="auto">
          <a:xfrm>
            <a:off x="501015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1" name="Rectangle 286"/>
          <p:cNvSpPr>
            <a:spLocks noChangeArrowheads="1"/>
          </p:cNvSpPr>
          <p:nvPr/>
        </p:nvSpPr>
        <p:spPr bwMode="auto">
          <a:xfrm>
            <a:off x="552132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2" name="Rectangle 288"/>
          <p:cNvSpPr>
            <a:spLocks noChangeArrowheads="1"/>
          </p:cNvSpPr>
          <p:nvPr/>
        </p:nvSpPr>
        <p:spPr bwMode="auto">
          <a:xfrm>
            <a:off x="603250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3" name="Rectangle 290"/>
          <p:cNvSpPr>
            <a:spLocks noChangeArrowheads="1"/>
          </p:cNvSpPr>
          <p:nvPr/>
        </p:nvSpPr>
        <p:spPr bwMode="auto">
          <a:xfrm>
            <a:off x="654526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4" name="Rectangle 292"/>
          <p:cNvSpPr>
            <a:spLocks noChangeArrowheads="1"/>
          </p:cNvSpPr>
          <p:nvPr/>
        </p:nvSpPr>
        <p:spPr bwMode="auto">
          <a:xfrm>
            <a:off x="7056438" y="5387975"/>
            <a:ext cx="512762"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5" name="Rectangle 294"/>
          <p:cNvSpPr>
            <a:spLocks noChangeArrowheads="1"/>
          </p:cNvSpPr>
          <p:nvPr/>
        </p:nvSpPr>
        <p:spPr bwMode="auto">
          <a:xfrm>
            <a:off x="7569201"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6" name="Rectangle 296"/>
          <p:cNvSpPr>
            <a:spLocks noChangeArrowheads="1"/>
          </p:cNvSpPr>
          <p:nvPr/>
        </p:nvSpPr>
        <p:spPr bwMode="auto">
          <a:xfrm>
            <a:off x="8080376"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7" name="Rectangle 298"/>
          <p:cNvSpPr>
            <a:spLocks noChangeArrowheads="1"/>
          </p:cNvSpPr>
          <p:nvPr/>
        </p:nvSpPr>
        <p:spPr bwMode="auto">
          <a:xfrm>
            <a:off x="8591551" y="5387975"/>
            <a:ext cx="512763"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8" name="Rectangle 300"/>
          <p:cNvSpPr>
            <a:spLocks noChangeArrowheads="1"/>
          </p:cNvSpPr>
          <p:nvPr/>
        </p:nvSpPr>
        <p:spPr bwMode="auto">
          <a:xfrm>
            <a:off x="9104314" y="5387975"/>
            <a:ext cx="511175" cy="534988"/>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09" name="Rectangle 303"/>
          <p:cNvSpPr>
            <a:spLocks noChangeArrowheads="1"/>
          </p:cNvSpPr>
          <p:nvPr/>
        </p:nvSpPr>
        <p:spPr bwMode="auto">
          <a:xfrm>
            <a:off x="2344739" y="2492376"/>
            <a:ext cx="7273925" cy="3432175"/>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10" name="Rectangle 311"/>
          <p:cNvSpPr>
            <a:spLocks noChangeArrowheads="1"/>
          </p:cNvSpPr>
          <p:nvPr/>
        </p:nvSpPr>
        <p:spPr bwMode="auto">
          <a:xfrm>
            <a:off x="5089525" y="3030539"/>
            <a:ext cx="349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7811" name="Rectangle 312"/>
          <p:cNvSpPr>
            <a:spLocks noChangeArrowheads="1"/>
          </p:cNvSpPr>
          <p:nvPr/>
        </p:nvSpPr>
        <p:spPr bwMode="auto">
          <a:xfrm>
            <a:off x="5008563" y="3030539"/>
            <a:ext cx="512762" cy="428625"/>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7813" name="Line 165"/>
          <p:cNvSpPr>
            <a:spLocks noChangeShapeType="1"/>
          </p:cNvSpPr>
          <p:nvPr/>
        </p:nvSpPr>
        <p:spPr bwMode="auto">
          <a:xfrm flipH="1">
            <a:off x="8401050" y="1010942"/>
            <a:ext cx="230188" cy="3283248"/>
          </a:xfrm>
          <a:prstGeom prst="line">
            <a:avLst/>
          </a:prstGeom>
          <a:noFill/>
          <a:ln w="762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7814" name="Line 166"/>
          <p:cNvSpPr>
            <a:spLocks noChangeShapeType="1"/>
          </p:cNvSpPr>
          <p:nvPr/>
        </p:nvSpPr>
        <p:spPr bwMode="auto">
          <a:xfrm>
            <a:off x="5378450" y="4221163"/>
            <a:ext cx="2806700" cy="215900"/>
          </a:xfrm>
          <a:prstGeom prst="line">
            <a:avLst/>
          </a:prstGeom>
          <a:noFill/>
          <a:ln w="38100"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7815" name="Oval 167"/>
          <p:cNvSpPr>
            <a:spLocks noChangeArrowheads="1"/>
          </p:cNvSpPr>
          <p:nvPr/>
        </p:nvSpPr>
        <p:spPr bwMode="auto">
          <a:xfrm>
            <a:off x="7969250" y="2485113"/>
            <a:ext cx="647700" cy="519351"/>
          </a:xfrm>
          <a:prstGeom prst="ellipse">
            <a:avLst/>
          </a:prstGeom>
          <a:noFill/>
          <a:ln w="28575" cap="flat"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168" name="Text Box 305">
            <a:extLst>
              <a:ext uri="{FF2B5EF4-FFF2-40B4-BE49-F238E27FC236}">
                <a16:creationId xmlns:a16="http://schemas.microsoft.com/office/drawing/2014/main" id="{4532EE90-4132-4E19-8C8F-A62EE1D4E137}"/>
              </a:ext>
            </a:extLst>
          </p:cNvPr>
          <p:cNvSpPr txBox="1">
            <a:spLocks noChangeArrowheads="1"/>
          </p:cNvSpPr>
          <p:nvPr/>
        </p:nvSpPr>
        <p:spPr bwMode="auto">
          <a:xfrm>
            <a:off x="1919289" y="549276"/>
            <a:ext cx="3684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3. First 3 itmes. w</a:t>
            </a:r>
            <a:r>
              <a:rPr lang="en-US" altLang="zh-CN" sz="2400" baseline="-25000">
                <a:solidFill>
                  <a:srgbClr val="000000"/>
                </a:solidFill>
                <a:latin typeface="宋体" panose="02010600030101010101" pitchFamily="2" charset="-122"/>
                <a:ea typeface="宋体" panose="02010600030101010101" pitchFamily="2" charset="-122"/>
              </a:rPr>
              <a:t>3</a:t>
            </a:r>
            <a:r>
              <a:rPr lang="en-US" altLang="zh-CN" sz="2400">
                <a:solidFill>
                  <a:srgbClr val="000000"/>
                </a:solidFill>
                <a:latin typeface="宋体" panose="02010600030101010101" pitchFamily="2" charset="-122"/>
                <a:ea typeface="宋体" panose="02010600030101010101" pitchFamily="2" charset="-122"/>
              </a:rPr>
              <a:t>&lt;j</a:t>
            </a:r>
            <a:endParaRPr lang="zh-CN" altLang="en-US" sz="2400" dirty="0">
              <a:solidFill>
                <a:srgbClr val="B2B2B2"/>
              </a:solidFill>
              <a:latin typeface="Times New Roman" panose="02020603050405020304" pitchFamily="18" charset="0"/>
              <a:ea typeface="宋体" panose="02010600030101010101" pitchFamily="2" charset="-122"/>
            </a:endParaRPr>
          </a:p>
        </p:txBody>
      </p:sp>
      <p:sp>
        <p:nvSpPr>
          <p:cNvPr id="169" name="文本框 168">
            <a:extLst>
              <a:ext uri="{FF2B5EF4-FFF2-40B4-BE49-F238E27FC236}">
                <a16:creationId xmlns:a16="http://schemas.microsoft.com/office/drawing/2014/main" id="{0EF4DBEB-6088-4B6A-A1EA-0884A6AAA20F}"/>
              </a:ext>
            </a:extLst>
          </p:cNvPr>
          <p:cNvSpPr txBox="1"/>
          <p:nvPr/>
        </p:nvSpPr>
        <p:spPr>
          <a:xfrm>
            <a:off x="5600965" y="593487"/>
            <a:ext cx="4492946" cy="461665"/>
          </a:xfrm>
          <a:prstGeom prst="rect">
            <a:avLst/>
          </a:prstGeom>
          <a:noFill/>
        </p:spPr>
        <p:txBody>
          <a:bodyPr wrap="square">
            <a:spAutoFit/>
          </a:bodyPr>
          <a:lstStyle/>
          <a:p>
            <a:r>
              <a:rPr lang="en-US" altLang="zh-CN" sz="2400">
                <a:solidFill>
                  <a:srgbClr val="FF0000"/>
                </a:solidFill>
              </a:rPr>
              <a:t>max(</a:t>
            </a:r>
            <a:r>
              <a:rPr lang="en-US" altLang="zh-CN" sz="2400">
                <a:solidFill>
                  <a:srgbClr val="7030A0"/>
                </a:solidFill>
              </a:rPr>
              <a:t>f(i-1,j),</a:t>
            </a:r>
            <a:r>
              <a:rPr lang="en-US" altLang="zh-CN" sz="2400" b="1">
                <a:solidFill>
                  <a:srgbClr val="002060"/>
                </a:solidFill>
              </a:rPr>
              <a:t>f(i-1,j-w</a:t>
            </a:r>
            <a:r>
              <a:rPr lang="en-US" altLang="zh-CN" sz="2400" b="1" baseline="-25000">
                <a:solidFill>
                  <a:srgbClr val="002060"/>
                </a:solidFill>
              </a:rPr>
              <a:t>i</a:t>
            </a:r>
            <a:r>
              <a:rPr lang="en-US" altLang="zh-CN" sz="2400" b="1">
                <a:solidFill>
                  <a:srgbClr val="002060"/>
                </a:solidFill>
              </a:rPr>
              <a:t>)+v</a:t>
            </a:r>
            <a:r>
              <a:rPr lang="en-US" altLang="zh-CN" sz="2400" b="1" baseline="-25000">
                <a:solidFill>
                  <a:srgbClr val="002060"/>
                </a:solidFill>
              </a:rPr>
              <a:t>i</a:t>
            </a:r>
            <a:r>
              <a:rPr lang="en-US" altLang="zh-CN" sz="2400">
                <a:solidFill>
                  <a:srgbClr val="FF0000"/>
                </a:solidFill>
              </a:rPr>
              <a:t>)</a:t>
            </a:r>
            <a:endParaRPr lang="zh-CN" altLang="en-US" sz="2400">
              <a:solidFill>
                <a:srgbClr val="FF0000"/>
              </a:solidFill>
            </a:endParaRPr>
          </a:p>
        </p:txBody>
      </p:sp>
    </p:spTree>
    <p:extLst>
      <p:ext uri="{BB962C8B-B14F-4D97-AF65-F5344CB8AC3E}">
        <p14:creationId xmlns:p14="http://schemas.microsoft.com/office/powerpoint/2010/main" val="83341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05"/>
          <p:cNvSpPr txBox="1">
            <a:spLocks noChangeArrowheads="1"/>
          </p:cNvSpPr>
          <p:nvPr/>
        </p:nvSpPr>
        <p:spPr bwMode="auto">
          <a:xfrm>
            <a:off x="5637491" y="854373"/>
            <a:ext cx="29540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Times New Roman" panose="02020603050405020304" pitchFamily="18" charset="0"/>
                <a:ea typeface="宋体" panose="02010600030101010101" pitchFamily="2" charset="-122"/>
              </a:rPr>
              <a:t>Path:</a:t>
            </a:r>
            <a:r>
              <a:rPr lang="zh-CN" altLang="en-US" sz="2400">
                <a:solidFill>
                  <a:srgbClr val="000000"/>
                </a:solidFill>
                <a:latin typeface="Times New Roman" panose="02020603050405020304" pitchFamily="18" charset="0"/>
                <a:ea typeface="宋体" panose="02010600030101010101" pitchFamily="2" charset="-122"/>
              </a:rPr>
              <a:t> 15&gt;14，</a:t>
            </a:r>
            <a:r>
              <a:rPr lang="en-US" altLang="zh-CN" sz="2400">
                <a:solidFill>
                  <a:srgbClr val="000000"/>
                </a:solidFill>
                <a:latin typeface="Times New Roman" panose="02020603050405020304" pitchFamily="18" charset="0"/>
                <a:ea typeface="宋体" panose="02010600030101010101" pitchFamily="2" charset="-122"/>
              </a:rPr>
              <a:t>x</a:t>
            </a:r>
            <a:r>
              <a:rPr lang="en-US" altLang="zh-CN" sz="2400" baseline="-25000">
                <a:solidFill>
                  <a:srgbClr val="000000"/>
                </a:solidFill>
                <a:latin typeface="Times New Roman" panose="02020603050405020304" pitchFamily="18" charset="0"/>
                <a:ea typeface="宋体" panose="02010600030101010101" pitchFamily="2" charset="-122"/>
              </a:rPr>
              <a:t>5</a:t>
            </a:r>
            <a:r>
              <a:rPr lang="en-US" altLang="zh-CN" sz="2400">
                <a:solidFill>
                  <a:srgbClr val="000000"/>
                </a:solidFill>
                <a:latin typeface="Times New Roman" panose="02020603050405020304" pitchFamily="18" charset="0"/>
                <a:ea typeface="宋体" panose="02010600030101010101" pitchFamily="2" charset="-122"/>
              </a:rPr>
              <a:t>=1</a:t>
            </a:r>
            <a:endParaRPr lang="zh-CN" altLang="en-US" sz="2400">
              <a:solidFill>
                <a:srgbClr val="000000"/>
              </a:solidFill>
              <a:latin typeface="Times New Roman" panose="02020603050405020304" pitchFamily="18" charset="0"/>
              <a:ea typeface="宋体" panose="02010600030101010101" pitchFamily="2" charset="-122"/>
            </a:endParaRPr>
          </a:p>
        </p:txBody>
      </p:sp>
      <p:grpSp>
        <p:nvGrpSpPr>
          <p:cNvPr id="28675" name="Group 3"/>
          <p:cNvGrpSpPr>
            <a:grpSpLocks/>
          </p:cNvGrpSpPr>
          <p:nvPr/>
        </p:nvGrpSpPr>
        <p:grpSpPr bwMode="auto">
          <a:xfrm>
            <a:off x="2344738" y="2492376"/>
            <a:ext cx="8323262" cy="3432175"/>
            <a:chOff x="0" y="0"/>
            <a:chExt cx="5243" cy="2162"/>
          </a:xfrm>
        </p:grpSpPr>
        <p:sp>
          <p:nvSpPr>
            <p:cNvPr id="28676" name="Line 20"/>
            <p:cNvSpPr>
              <a:spLocks noChangeShapeType="1"/>
            </p:cNvSpPr>
            <p:nvPr/>
          </p:nvSpPr>
          <p:spPr bwMode="auto">
            <a:xfrm flipV="1">
              <a:off x="4519" y="1545"/>
              <a:ext cx="0" cy="363"/>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77" name="Line 19"/>
            <p:cNvSpPr>
              <a:spLocks noChangeShapeType="1"/>
            </p:cNvSpPr>
            <p:nvPr/>
          </p:nvSpPr>
          <p:spPr bwMode="auto">
            <a:xfrm>
              <a:off x="4536" y="1724"/>
              <a:ext cx="382"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78" name="Text Box 18"/>
            <p:cNvSpPr txBox="1">
              <a:spLocks noChangeArrowheads="1"/>
            </p:cNvSpPr>
            <p:nvPr/>
          </p:nvSpPr>
          <p:spPr bwMode="auto">
            <a:xfrm>
              <a:off x="4936" y="1507"/>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5</a:t>
              </a:r>
              <a:r>
                <a:rPr lang="en-US" altLang="zh-CN" sz="1600">
                  <a:solidFill>
                    <a:srgbClr val="000000"/>
                  </a:solidFill>
                  <a:latin typeface="Times New Roman" panose="02020603050405020304" pitchFamily="18" charset="0"/>
                  <a:ea typeface="宋体" panose="02010600030101010101" pitchFamily="2" charset="-122"/>
                </a:rPr>
                <a:t>=1</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8679" name="Line 17"/>
            <p:cNvSpPr>
              <a:spLocks noChangeShapeType="1"/>
            </p:cNvSpPr>
            <p:nvPr/>
          </p:nvSpPr>
          <p:spPr bwMode="auto">
            <a:xfrm flipH="1">
              <a:off x="2908" y="1550"/>
              <a:ext cx="1584" cy="0"/>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80" name="Line 16"/>
            <p:cNvSpPr>
              <a:spLocks noChangeShapeType="1"/>
            </p:cNvSpPr>
            <p:nvPr/>
          </p:nvSpPr>
          <p:spPr bwMode="auto">
            <a:xfrm flipH="1" flipV="1">
              <a:off x="2919" y="1254"/>
              <a:ext cx="0" cy="283"/>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81" name="Line 15"/>
            <p:cNvSpPr>
              <a:spLocks noChangeShapeType="1"/>
            </p:cNvSpPr>
            <p:nvPr/>
          </p:nvSpPr>
          <p:spPr bwMode="auto">
            <a:xfrm>
              <a:off x="2949" y="1406"/>
              <a:ext cx="1946"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82" name="Text Box 14"/>
            <p:cNvSpPr txBox="1">
              <a:spLocks noChangeArrowheads="1"/>
            </p:cNvSpPr>
            <p:nvPr/>
          </p:nvSpPr>
          <p:spPr bwMode="auto">
            <a:xfrm>
              <a:off x="4935" y="1195"/>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4</a:t>
              </a:r>
              <a:r>
                <a:rPr lang="en-US" altLang="zh-CN" sz="1600">
                  <a:solidFill>
                    <a:srgbClr val="000000"/>
                  </a:solidFill>
                  <a:latin typeface="Times New Roman" panose="02020603050405020304" pitchFamily="18" charset="0"/>
                  <a:ea typeface="宋体" panose="02010600030101010101" pitchFamily="2" charset="-122"/>
                </a:rPr>
                <a:t>=0</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8683" name="Line 13"/>
            <p:cNvSpPr>
              <a:spLocks noChangeShapeType="1"/>
            </p:cNvSpPr>
            <p:nvPr/>
          </p:nvSpPr>
          <p:spPr bwMode="auto">
            <a:xfrm flipV="1">
              <a:off x="2917" y="952"/>
              <a:ext cx="0" cy="273"/>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84" name="Line 12"/>
            <p:cNvSpPr>
              <a:spLocks noChangeShapeType="1"/>
            </p:cNvSpPr>
            <p:nvPr/>
          </p:nvSpPr>
          <p:spPr bwMode="auto">
            <a:xfrm>
              <a:off x="2949" y="1089"/>
              <a:ext cx="1946"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85" name="Text Box 11"/>
            <p:cNvSpPr txBox="1">
              <a:spLocks noChangeArrowheads="1"/>
            </p:cNvSpPr>
            <p:nvPr/>
          </p:nvSpPr>
          <p:spPr bwMode="auto">
            <a:xfrm>
              <a:off x="4935" y="914"/>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3</a:t>
              </a:r>
              <a:r>
                <a:rPr lang="en-US" altLang="zh-CN" sz="1600">
                  <a:solidFill>
                    <a:srgbClr val="000000"/>
                  </a:solidFill>
                  <a:latin typeface="Times New Roman" panose="02020603050405020304" pitchFamily="18" charset="0"/>
                  <a:ea typeface="宋体" panose="02010600030101010101" pitchFamily="2" charset="-122"/>
                </a:rPr>
                <a:t>=0</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8686" name="Line 10"/>
            <p:cNvSpPr>
              <a:spLocks noChangeShapeType="1"/>
            </p:cNvSpPr>
            <p:nvPr/>
          </p:nvSpPr>
          <p:spPr bwMode="auto">
            <a:xfrm flipV="1">
              <a:off x="2922" y="642"/>
              <a:ext cx="0" cy="288"/>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87" name="Line 9"/>
            <p:cNvSpPr>
              <a:spLocks noChangeShapeType="1"/>
            </p:cNvSpPr>
            <p:nvPr/>
          </p:nvSpPr>
          <p:spPr bwMode="auto">
            <a:xfrm>
              <a:off x="2935" y="816"/>
              <a:ext cx="1946"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88" name="Text Box 8"/>
            <p:cNvSpPr txBox="1">
              <a:spLocks noChangeArrowheads="1"/>
            </p:cNvSpPr>
            <p:nvPr/>
          </p:nvSpPr>
          <p:spPr bwMode="auto">
            <a:xfrm>
              <a:off x="4935" y="609"/>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2</a:t>
              </a:r>
              <a:r>
                <a:rPr lang="en-US" altLang="zh-CN" sz="1600">
                  <a:solidFill>
                    <a:srgbClr val="000000"/>
                  </a:solidFill>
                  <a:latin typeface="Times New Roman" panose="02020603050405020304" pitchFamily="18" charset="0"/>
                  <a:ea typeface="宋体" panose="02010600030101010101" pitchFamily="2" charset="-122"/>
                </a:rPr>
                <a:t>=1</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8689" name="Line 7"/>
            <p:cNvSpPr>
              <a:spLocks noChangeShapeType="1"/>
            </p:cNvSpPr>
            <p:nvPr/>
          </p:nvSpPr>
          <p:spPr bwMode="auto">
            <a:xfrm flipH="1">
              <a:off x="2286" y="652"/>
              <a:ext cx="601" cy="0"/>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90" name="Line 6"/>
            <p:cNvSpPr>
              <a:spLocks noChangeShapeType="1"/>
            </p:cNvSpPr>
            <p:nvPr/>
          </p:nvSpPr>
          <p:spPr bwMode="auto">
            <a:xfrm flipV="1">
              <a:off x="2275" y="379"/>
              <a:ext cx="0" cy="288"/>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91" name="Line 5"/>
            <p:cNvSpPr>
              <a:spLocks noChangeShapeType="1"/>
            </p:cNvSpPr>
            <p:nvPr/>
          </p:nvSpPr>
          <p:spPr bwMode="auto">
            <a:xfrm>
              <a:off x="2313" y="544"/>
              <a:ext cx="2559" cy="1"/>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8692" name="Text Box 4"/>
            <p:cNvSpPr txBox="1">
              <a:spLocks noChangeArrowheads="1"/>
            </p:cNvSpPr>
            <p:nvPr/>
          </p:nvSpPr>
          <p:spPr bwMode="auto">
            <a:xfrm>
              <a:off x="4933" y="334"/>
              <a:ext cx="3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1</a:t>
              </a:r>
              <a:r>
                <a:rPr lang="en-US" altLang="zh-CN" sz="1600">
                  <a:solidFill>
                    <a:srgbClr val="000000"/>
                  </a:solidFill>
                  <a:latin typeface="Times New Roman" panose="02020603050405020304" pitchFamily="18" charset="0"/>
                  <a:ea typeface="宋体" panose="02010600030101010101" pitchFamily="2" charset="-122"/>
                </a:rPr>
                <a:t>=1</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grpSp>
          <p:nvGrpSpPr>
            <p:cNvPr id="28693" name="Group 21"/>
            <p:cNvGrpSpPr>
              <a:grpSpLocks/>
            </p:cNvGrpSpPr>
            <p:nvPr/>
          </p:nvGrpSpPr>
          <p:grpSpPr bwMode="auto">
            <a:xfrm>
              <a:off x="2" y="1"/>
              <a:ext cx="710" cy="338"/>
              <a:chOff x="0" y="0"/>
              <a:chExt cx="590" cy="480"/>
            </a:xfrm>
          </p:grpSpPr>
          <p:sp>
            <p:nvSpPr>
              <p:cNvPr id="28694" name="Rectangle 22"/>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8695" name="Rectangle 120"/>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696" name="Group 24"/>
            <p:cNvGrpSpPr>
              <a:grpSpLocks/>
            </p:cNvGrpSpPr>
            <p:nvPr/>
          </p:nvGrpSpPr>
          <p:grpSpPr bwMode="auto">
            <a:xfrm>
              <a:off x="712" y="1"/>
              <a:ext cx="322" cy="338"/>
              <a:chOff x="0" y="0"/>
              <a:chExt cx="268" cy="480"/>
            </a:xfrm>
          </p:grpSpPr>
          <p:sp>
            <p:nvSpPr>
              <p:cNvPr id="28697" name="Rectangle 2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698" name="Rectangle 12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699" name="Group 27"/>
            <p:cNvGrpSpPr>
              <a:grpSpLocks/>
            </p:cNvGrpSpPr>
            <p:nvPr/>
          </p:nvGrpSpPr>
          <p:grpSpPr bwMode="auto">
            <a:xfrm>
              <a:off x="1034" y="1"/>
              <a:ext cx="322" cy="338"/>
              <a:chOff x="0" y="0"/>
              <a:chExt cx="268" cy="480"/>
            </a:xfrm>
          </p:grpSpPr>
          <p:sp>
            <p:nvSpPr>
              <p:cNvPr id="28700" name="Rectangle 2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01" name="Rectangle 124"/>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02" name="Group 30"/>
            <p:cNvGrpSpPr>
              <a:grpSpLocks/>
            </p:cNvGrpSpPr>
            <p:nvPr/>
          </p:nvGrpSpPr>
          <p:grpSpPr bwMode="auto">
            <a:xfrm>
              <a:off x="1356" y="1"/>
              <a:ext cx="323" cy="338"/>
              <a:chOff x="0" y="0"/>
              <a:chExt cx="268" cy="480"/>
            </a:xfrm>
          </p:grpSpPr>
          <p:sp>
            <p:nvSpPr>
              <p:cNvPr id="28703" name="Rectangle 2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04" name="Rectangle 126"/>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05" name="Group 33"/>
            <p:cNvGrpSpPr>
              <a:grpSpLocks/>
            </p:cNvGrpSpPr>
            <p:nvPr/>
          </p:nvGrpSpPr>
          <p:grpSpPr bwMode="auto">
            <a:xfrm>
              <a:off x="1679" y="1"/>
              <a:ext cx="322" cy="338"/>
              <a:chOff x="0" y="0"/>
              <a:chExt cx="268" cy="480"/>
            </a:xfrm>
          </p:grpSpPr>
          <p:sp>
            <p:nvSpPr>
              <p:cNvPr id="28706" name="Rectangle 2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07" name="Rectangle 128"/>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08" name="Group 36"/>
            <p:cNvGrpSpPr>
              <a:grpSpLocks/>
            </p:cNvGrpSpPr>
            <p:nvPr/>
          </p:nvGrpSpPr>
          <p:grpSpPr bwMode="auto">
            <a:xfrm>
              <a:off x="2001" y="1"/>
              <a:ext cx="322" cy="338"/>
              <a:chOff x="0" y="0"/>
              <a:chExt cx="268" cy="480"/>
            </a:xfrm>
          </p:grpSpPr>
          <p:sp>
            <p:nvSpPr>
              <p:cNvPr id="28709" name="Rectangle 2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10" name="Rectangle 130"/>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11" name="Group 39"/>
            <p:cNvGrpSpPr>
              <a:grpSpLocks/>
            </p:cNvGrpSpPr>
            <p:nvPr/>
          </p:nvGrpSpPr>
          <p:grpSpPr bwMode="auto">
            <a:xfrm>
              <a:off x="2323" y="1"/>
              <a:ext cx="323" cy="338"/>
              <a:chOff x="0" y="0"/>
              <a:chExt cx="268" cy="480"/>
            </a:xfrm>
          </p:grpSpPr>
          <p:sp>
            <p:nvSpPr>
              <p:cNvPr id="28712" name="Rectangle 2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13" name="Rectangle 13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14" name="Group 42"/>
            <p:cNvGrpSpPr>
              <a:grpSpLocks/>
            </p:cNvGrpSpPr>
            <p:nvPr/>
          </p:nvGrpSpPr>
          <p:grpSpPr bwMode="auto">
            <a:xfrm>
              <a:off x="2646" y="1"/>
              <a:ext cx="322" cy="338"/>
              <a:chOff x="0" y="0"/>
              <a:chExt cx="268" cy="480"/>
            </a:xfrm>
          </p:grpSpPr>
          <p:sp>
            <p:nvSpPr>
              <p:cNvPr id="28715" name="Rectangle 2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16" name="Rectangle 134"/>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17" name="Group 45"/>
            <p:cNvGrpSpPr>
              <a:grpSpLocks/>
            </p:cNvGrpSpPr>
            <p:nvPr/>
          </p:nvGrpSpPr>
          <p:grpSpPr bwMode="auto">
            <a:xfrm>
              <a:off x="2968" y="1"/>
              <a:ext cx="323" cy="338"/>
              <a:chOff x="0" y="0"/>
              <a:chExt cx="268" cy="480"/>
            </a:xfrm>
          </p:grpSpPr>
          <p:sp>
            <p:nvSpPr>
              <p:cNvPr id="28718" name="Rectangle 3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19" name="Rectangle 136"/>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20" name="Group 48"/>
            <p:cNvGrpSpPr>
              <a:grpSpLocks/>
            </p:cNvGrpSpPr>
            <p:nvPr/>
          </p:nvGrpSpPr>
          <p:grpSpPr bwMode="auto">
            <a:xfrm>
              <a:off x="3291" y="1"/>
              <a:ext cx="322" cy="338"/>
              <a:chOff x="0" y="0"/>
              <a:chExt cx="268" cy="480"/>
            </a:xfrm>
          </p:grpSpPr>
          <p:sp>
            <p:nvSpPr>
              <p:cNvPr id="28721" name="Rectangle 3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22" name="Rectangle 138"/>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23" name="Group 51"/>
            <p:cNvGrpSpPr>
              <a:grpSpLocks/>
            </p:cNvGrpSpPr>
            <p:nvPr/>
          </p:nvGrpSpPr>
          <p:grpSpPr bwMode="auto">
            <a:xfrm>
              <a:off x="3613" y="1"/>
              <a:ext cx="322" cy="338"/>
              <a:chOff x="0" y="0"/>
              <a:chExt cx="268" cy="480"/>
            </a:xfrm>
          </p:grpSpPr>
          <p:sp>
            <p:nvSpPr>
              <p:cNvPr id="28724" name="Rectangle 3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25" name="Rectangle 140"/>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26" name="Group 54"/>
            <p:cNvGrpSpPr>
              <a:grpSpLocks/>
            </p:cNvGrpSpPr>
            <p:nvPr/>
          </p:nvGrpSpPr>
          <p:grpSpPr bwMode="auto">
            <a:xfrm>
              <a:off x="3935" y="1"/>
              <a:ext cx="323" cy="338"/>
              <a:chOff x="0" y="0"/>
              <a:chExt cx="268" cy="480"/>
            </a:xfrm>
          </p:grpSpPr>
          <p:sp>
            <p:nvSpPr>
              <p:cNvPr id="28727" name="Rectangle 3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28" name="Rectangle 14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29" name="Group 57"/>
            <p:cNvGrpSpPr>
              <a:grpSpLocks/>
            </p:cNvGrpSpPr>
            <p:nvPr/>
          </p:nvGrpSpPr>
          <p:grpSpPr bwMode="auto">
            <a:xfrm>
              <a:off x="4258" y="1"/>
              <a:ext cx="322" cy="338"/>
              <a:chOff x="0" y="0"/>
              <a:chExt cx="268" cy="480"/>
            </a:xfrm>
          </p:grpSpPr>
          <p:sp>
            <p:nvSpPr>
              <p:cNvPr id="28730" name="Rectangle 3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31" name="Rectangle 144"/>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32" name="Group 60"/>
            <p:cNvGrpSpPr>
              <a:grpSpLocks/>
            </p:cNvGrpSpPr>
            <p:nvPr/>
          </p:nvGrpSpPr>
          <p:grpSpPr bwMode="auto">
            <a:xfrm>
              <a:off x="2" y="339"/>
              <a:ext cx="710" cy="270"/>
              <a:chOff x="0" y="0"/>
              <a:chExt cx="590" cy="384"/>
            </a:xfrm>
          </p:grpSpPr>
          <p:sp>
            <p:nvSpPr>
              <p:cNvPr id="28733" name="Rectangle 35"/>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8734" name="Rectangle 146"/>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35" name="Group 63"/>
            <p:cNvGrpSpPr>
              <a:grpSpLocks/>
            </p:cNvGrpSpPr>
            <p:nvPr/>
          </p:nvGrpSpPr>
          <p:grpSpPr bwMode="auto">
            <a:xfrm>
              <a:off x="712" y="339"/>
              <a:ext cx="322" cy="270"/>
              <a:chOff x="0" y="0"/>
              <a:chExt cx="268" cy="384"/>
            </a:xfrm>
          </p:grpSpPr>
          <p:sp>
            <p:nvSpPr>
              <p:cNvPr id="28736" name="Rectangle 3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37" name="Rectangle 148"/>
              <p:cNvSpPr>
                <a:spLocks noChangeArrowheads="1"/>
              </p:cNvSpPr>
              <p:nvPr/>
            </p:nvSpPr>
            <p:spPr bwMode="auto">
              <a:xfrm>
                <a:off x="0" y="0"/>
                <a:ext cx="2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38" name="Group 66"/>
            <p:cNvGrpSpPr>
              <a:grpSpLocks/>
            </p:cNvGrpSpPr>
            <p:nvPr/>
          </p:nvGrpSpPr>
          <p:grpSpPr bwMode="auto">
            <a:xfrm>
              <a:off x="1034" y="339"/>
              <a:ext cx="322" cy="270"/>
              <a:chOff x="0" y="0"/>
              <a:chExt cx="268" cy="384"/>
            </a:xfrm>
          </p:grpSpPr>
          <p:sp>
            <p:nvSpPr>
              <p:cNvPr id="28739" name="Rectangle 3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40" name="Rectangle 15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41" name="Group 69"/>
            <p:cNvGrpSpPr>
              <a:grpSpLocks/>
            </p:cNvGrpSpPr>
            <p:nvPr/>
          </p:nvGrpSpPr>
          <p:grpSpPr bwMode="auto">
            <a:xfrm>
              <a:off x="1356" y="339"/>
              <a:ext cx="323" cy="270"/>
              <a:chOff x="0" y="0"/>
              <a:chExt cx="268" cy="384"/>
            </a:xfrm>
          </p:grpSpPr>
          <p:sp>
            <p:nvSpPr>
              <p:cNvPr id="28742" name="Rectangle 3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43" name="Rectangle 15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44" name="Group 72"/>
            <p:cNvGrpSpPr>
              <a:grpSpLocks/>
            </p:cNvGrpSpPr>
            <p:nvPr/>
          </p:nvGrpSpPr>
          <p:grpSpPr bwMode="auto">
            <a:xfrm>
              <a:off x="1679" y="339"/>
              <a:ext cx="322" cy="270"/>
              <a:chOff x="0" y="0"/>
              <a:chExt cx="268" cy="384"/>
            </a:xfrm>
          </p:grpSpPr>
          <p:sp>
            <p:nvSpPr>
              <p:cNvPr id="28745" name="Rectangle 3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8746" name="Rectangle 15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47" name="Group 75"/>
            <p:cNvGrpSpPr>
              <a:grpSpLocks/>
            </p:cNvGrpSpPr>
            <p:nvPr/>
          </p:nvGrpSpPr>
          <p:grpSpPr bwMode="auto">
            <a:xfrm>
              <a:off x="2001" y="339"/>
              <a:ext cx="322" cy="270"/>
              <a:chOff x="0" y="0"/>
              <a:chExt cx="268" cy="384"/>
            </a:xfrm>
          </p:grpSpPr>
          <p:sp>
            <p:nvSpPr>
              <p:cNvPr id="28748" name="Rectangle 4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49" name="Rectangle 15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50" name="Group 78"/>
            <p:cNvGrpSpPr>
              <a:grpSpLocks/>
            </p:cNvGrpSpPr>
            <p:nvPr/>
          </p:nvGrpSpPr>
          <p:grpSpPr bwMode="auto">
            <a:xfrm>
              <a:off x="2323" y="339"/>
              <a:ext cx="323" cy="270"/>
              <a:chOff x="0" y="0"/>
              <a:chExt cx="268" cy="384"/>
            </a:xfrm>
          </p:grpSpPr>
          <p:sp>
            <p:nvSpPr>
              <p:cNvPr id="28751" name="Rectangle 4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52" name="Rectangle 15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53" name="Group 81"/>
            <p:cNvGrpSpPr>
              <a:grpSpLocks/>
            </p:cNvGrpSpPr>
            <p:nvPr/>
          </p:nvGrpSpPr>
          <p:grpSpPr bwMode="auto">
            <a:xfrm>
              <a:off x="2646" y="339"/>
              <a:ext cx="322" cy="270"/>
              <a:chOff x="0" y="0"/>
              <a:chExt cx="268" cy="384"/>
            </a:xfrm>
          </p:grpSpPr>
          <p:sp>
            <p:nvSpPr>
              <p:cNvPr id="28754" name="Rectangle 4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55" name="Rectangle 16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56" name="Group 84"/>
            <p:cNvGrpSpPr>
              <a:grpSpLocks/>
            </p:cNvGrpSpPr>
            <p:nvPr/>
          </p:nvGrpSpPr>
          <p:grpSpPr bwMode="auto">
            <a:xfrm>
              <a:off x="2968" y="339"/>
              <a:ext cx="323" cy="270"/>
              <a:chOff x="0" y="0"/>
              <a:chExt cx="268" cy="384"/>
            </a:xfrm>
          </p:grpSpPr>
          <p:sp>
            <p:nvSpPr>
              <p:cNvPr id="28757" name="Rectangle 5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58" name="Rectangle 16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59" name="Group 87"/>
            <p:cNvGrpSpPr>
              <a:grpSpLocks/>
            </p:cNvGrpSpPr>
            <p:nvPr/>
          </p:nvGrpSpPr>
          <p:grpSpPr bwMode="auto">
            <a:xfrm>
              <a:off x="3291" y="339"/>
              <a:ext cx="322" cy="270"/>
              <a:chOff x="0" y="0"/>
              <a:chExt cx="268" cy="384"/>
            </a:xfrm>
          </p:grpSpPr>
          <p:sp>
            <p:nvSpPr>
              <p:cNvPr id="28760" name="Rectangle 5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61" name="Rectangle 16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62" name="Group 90"/>
            <p:cNvGrpSpPr>
              <a:grpSpLocks/>
            </p:cNvGrpSpPr>
            <p:nvPr/>
          </p:nvGrpSpPr>
          <p:grpSpPr bwMode="auto">
            <a:xfrm>
              <a:off x="3613" y="339"/>
              <a:ext cx="322" cy="270"/>
              <a:chOff x="0" y="0"/>
              <a:chExt cx="268" cy="384"/>
            </a:xfrm>
          </p:grpSpPr>
          <p:sp>
            <p:nvSpPr>
              <p:cNvPr id="28763" name="Rectangle 52"/>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64" name="Rectangle 16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65" name="Group 93"/>
            <p:cNvGrpSpPr>
              <a:grpSpLocks/>
            </p:cNvGrpSpPr>
            <p:nvPr/>
          </p:nvGrpSpPr>
          <p:grpSpPr bwMode="auto">
            <a:xfrm>
              <a:off x="3935" y="339"/>
              <a:ext cx="323" cy="270"/>
              <a:chOff x="0" y="0"/>
              <a:chExt cx="268" cy="384"/>
            </a:xfrm>
          </p:grpSpPr>
          <p:sp>
            <p:nvSpPr>
              <p:cNvPr id="28766" name="Rectangle 53"/>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67" name="Rectangle 16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68" name="Group 96"/>
            <p:cNvGrpSpPr>
              <a:grpSpLocks/>
            </p:cNvGrpSpPr>
            <p:nvPr/>
          </p:nvGrpSpPr>
          <p:grpSpPr bwMode="auto">
            <a:xfrm>
              <a:off x="4258" y="339"/>
              <a:ext cx="322" cy="270"/>
              <a:chOff x="0" y="0"/>
              <a:chExt cx="268" cy="384"/>
            </a:xfrm>
          </p:grpSpPr>
          <p:sp>
            <p:nvSpPr>
              <p:cNvPr id="28769" name="Rectangle 54"/>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70" name="Rectangle 17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71" name="Group 99"/>
            <p:cNvGrpSpPr>
              <a:grpSpLocks/>
            </p:cNvGrpSpPr>
            <p:nvPr/>
          </p:nvGrpSpPr>
          <p:grpSpPr bwMode="auto">
            <a:xfrm>
              <a:off x="2" y="609"/>
              <a:ext cx="710" cy="270"/>
              <a:chOff x="0" y="0"/>
              <a:chExt cx="590" cy="384"/>
            </a:xfrm>
          </p:grpSpPr>
          <p:sp>
            <p:nvSpPr>
              <p:cNvPr id="28772" name="Rectangle 55"/>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8773" name="Rectangle 172"/>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74" name="Group 102"/>
            <p:cNvGrpSpPr>
              <a:grpSpLocks/>
            </p:cNvGrpSpPr>
            <p:nvPr/>
          </p:nvGrpSpPr>
          <p:grpSpPr bwMode="auto">
            <a:xfrm>
              <a:off x="712" y="609"/>
              <a:ext cx="322" cy="270"/>
              <a:chOff x="0" y="0"/>
              <a:chExt cx="268" cy="384"/>
            </a:xfrm>
          </p:grpSpPr>
          <p:sp>
            <p:nvSpPr>
              <p:cNvPr id="28775" name="Rectangle 5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76" name="Rectangle 174"/>
              <p:cNvSpPr>
                <a:spLocks noChangeArrowheads="1"/>
              </p:cNvSpPr>
              <p:nvPr/>
            </p:nvSpPr>
            <p:spPr bwMode="auto">
              <a:xfrm>
                <a:off x="0" y="0"/>
                <a:ext cx="2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77" name="Group 105"/>
            <p:cNvGrpSpPr>
              <a:grpSpLocks/>
            </p:cNvGrpSpPr>
            <p:nvPr/>
          </p:nvGrpSpPr>
          <p:grpSpPr bwMode="auto">
            <a:xfrm>
              <a:off x="1034" y="609"/>
              <a:ext cx="322" cy="270"/>
              <a:chOff x="0" y="0"/>
              <a:chExt cx="268" cy="384"/>
            </a:xfrm>
          </p:grpSpPr>
          <p:sp>
            <p:nvSpPr>
              <p:cNvPr id="28778" name="Rectangle 5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79" name="Rectangle 17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80" name="Group 108"/>
            <p:cNvGrpSpPr>
              <a:grpSpLocks/>
            </p:cNvGrpSpPr>
            <p:nvPr/>
          </p:nvGrpSpPr>
          <p:grpSpPr bwMode="auto">
            <a:xfrm>
              <a:off x="1356" y="609"/>
              <a:ext cx="323" cy="270"/>
              <a:chOff x="0" y="0"/>
              <a:chExt cx="268" cy="384"/>
            </a:xfrm>
          </p:grpSpPr>
          <p:sp>
            <p:nvSpPr>
              <p:cNvPr id="28781" name="Rectangle 5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82" name="Rectangle 17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83" name="Group 111"/>
            <p:cNvGrpSpPr>
              <a:grpSpLocks/>
            </p:cNvGrpSpPr>
            <p:nvPr/>
          </p:nvGrpSpPr>
          <p:grpSpPr bwMode="auto">
            <a:xfrm>
              <a:off x="1679" y="609"/>
              <a:ext cx="322" cy="270"/>
              <a:chOff x="0" y="0"/>
              <a:chExt cx="268" cy="384"/>
            </a:xfrm>
          </p:grpSpPr>
          <p:sp>
            <p:nvSpPr>
              <p:cNvPr id="28784" name="Rectangle 5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85" name="Rectangle 18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86" name="Group 114"/>
            <p:cNvGrpSpPr>
              <a:grpSpLocks/>
            </p:cNvGrpSpPr>
            <p:nvPr/>
          </p:nvGrpSpPr>
          <p:grpSpPr bwMode="auto">
            <a:xfrm>
              <a:off x="2001" y="609"/>
              <a:ext cx="322" cy="270"/>
              <a:chOff x="0" y="0"/>
              <a:chExt cx="268" cy="384"/>
            </a:xfrm>
          </p:grpSpPr>
          <p:sp>
            <p:nvSpPr>
              <p:cNvPr id="28787" name="Rectangle 6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88" name="Rectangle 18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89" name="Group 117"/>
            <p:cNvGrpSpPr>
              <a:grpSpLocks/>
            </p:cNvGrpSpPr>
            <p:nvPr/>
          </p:nvGrpSpPr>
          <p:grpSpPr bwMode="auto">
            <a:xfrm>
              <a:off x="2323" y="609"/>
              <a:ext cx="323" cy="270"/>
              <a:chOff x="0" y="0"/>
              <a:chExt cx="268" cy="384"/>
            </a:xfrm>
          </p:grpSpPr>
          <p:sp>
            <p:nvSpPr>
              <p:cNvPr id="28790" name="Rectangle 6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91" name="Rectangle 18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92" name="Group 120"/>
            <p:cNvGrpSpPr>
              <a:grpSpLocks/>
            </p:cNvGrpSpPr>
            <p:nvPr/>
          </p:nvGrpSpPr>
          <p:grpSpPr bwMode="auto">
            <a:xfrm>
              <a:off x="2646" y="609"/>
              <a:ext cx="322" cy="270"/>
              <a:chOff x="0" y="0"/>
              <a:chExt cx="268" cy="384"/>
            </a:xfrm>
          </p:grpSpPr>
          <p:sp>
            <p:nvSpPr>
              <p:cNvPr id="28793" name="Rectangle 62"/>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94" name="Rectangle 18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95" name="Group 123"/>
            <p:cNvGrpSpPr>
              <a:grpSpLocks/>
            </p:cNvGrpSpPr>
            <p:nvPr/>
          </p:nvGrpSpPr>
          <p:grpSpPr bwMode="auto">
            <a:xfrm>
              <a:off x="2968" y="609"/>
              <a:ext cx="323" cy="270"/>
              <a:chOff x="0" y="0"/>
              <a:chExt cx="268" cy="384"/>
            </a:xfrm>
          </p:grpSpPr>
          <p:sp>
            <p:nvSpPr>
              <p:cNvPr id="28796" name="Rectangle 63"/>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797" name="Rectangle 18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798" name="Group 126"/>
            <p:cNvGrpSpPr>
              <a:grpSpLocks/>
            </p:cNvGrpSpPr>
            <p:nvPr/>
          </p:nvGrpSpPr>
          <p:grpSpPr bwMode="auto">
            <a:xfrm>
              <a:off x="3291" y="609"/>
              <a:ext cx="322" cy="270"/>
              <a:chOff x="0" y="0"/>
              <a:chExt cx="268" cy="384"/>
            </a:xfrm>
          </p:grpSpPr>
          <p:sp>
            <p:nvSpPr>
              <p:cNvPr id="28799" name="Rectangle 64"/>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00" name="Rectangle 19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01" name="Group 129"/>
            <p:cNvGrpSpPr>
              <a:grpSpLocks/>
            </p:cNvGrpSpPr>
            <p:nvPr/>
          </p:nvGrpSpPr>
          <p:grpSpPr bwMode="auto">
            <a:xfrm>
              <a:off x="3613" y="609"/>
              <a:ext cx="322" cy="270"/>
              <a:chOff x="0" y="0"/>
              <a:chExt cx="268" cy="384"/>
            </a:xfrm>
          </p:grpSpPr>
          <p:sp>
            <p:nvSpPr>
              <p:cNvPr id="28802" name="Rectangle 65"/>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03" name="Rectangle 19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04" name="Group 132"/>
            <p:cNvGrpSpPr>
              <a:grpSpLocks/>
            </p:cNvGrpSpPr>
            <p:nvPr/>
          </p:nvGrpSpPr>
          <p:grpSpPr bwMode="auto">
            <a:xfrm>
              <a:off x="3935" y="609"/>
              <a:ext cx="323" cy="270"/>
              <a:chOff x="0" y="0"/>
              <a:chExt cx="268" cy="384"/>
            </a:xfrm>
          </p:grpSpPr>
          <p:sp>
            <p:nvSpPr>
              <p:cNvPr id="28805" name="Rectangle 6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06" name="Rectangle 19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07" name="Group 135"/>
            <p:cNvGrpSpPr>
              <a:grpSpLocks/>
            </p:cNvGrpSpPr>
            <p:nvPr/>
          </p:nvGrpSpPr>
          <p:grpSpPr bwMode="auto">
            <a:xfrm>
              <a:off x="4258" y="609"/>
              <a:ext cx="322" cy="270"/>
              <a:chOff x="0" y="0"/>
              <a:chExt cx="268" cy="384"/>
            </a:xfrm>
          </p:grpSpPr>
          <p:sp>
            <p:nvSpPr>
              <p:cNvPr id="28808" name="Rectangle 6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09" name="Rectangle 19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10" name="Group 138"/>
            <p:cNvGrpSpPr>
              <a:grpSpLocks/>
            </p:cNvGrpSpPr>
            <p:nvPr/>
          </p:nvGrpSpPr>
          <p:grpSpPr bwMode="auto">
            <a:xfrm>
              <a:off x="2" y="879"/>
              <a:ext cx="710" cy="270"/>
              <a:chOff x="0" y="0"/>
              <a:chExt cx="590" cy="384"/>
            </a:xfrm>
          </p:grpSpPr>
          <p:sp>
            <p:nvSpPr>
              <p:cNvPr id="28811" name="Rectangle 68"/>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8812" name="Rectangle 198"/>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13" name="Group 141"/>
            <p:cNvGrpSpPr>
              <a:grpSpLocks/>
            </p:cNvGrpSpPr>
            <p:nvPr/>
          </p:nvGrpSpPr>
          <p:grpSpPr bwMode="auto">
            <a:xfrm>
              <a:off x="712" y="879"/>
              <a:ext cx="322" cy="270"/>
              <a:chOff x="0" y="0"/>
              <a:chExt cx="268" cy="384"/>
            </a:xfrm>
          </p:grpSpPr>
          <p:sp>
            <p:nvSpPr>
              <p:cNvPr id="28814" name="Rectangle 6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15" name="Rectangle 200"/>
              <p:cNvSpPr>
                <a:spLocks noChangeArrowheads="1"/>
              </p:cNvSpPr>
              <p:nvPr/>
            </p:nvSpPr>
            <p:spPr bwMode="auto">
              <a:xfrm>
                <a:off x="0" y="0"/>
                <a:ext cx="2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16" name="Group 144"/>
            <p:cNvGrpSpPr>
              <a:grpSpLocks/>
            </p:cNvGrpSpPr>
            <p:nvPr/>
          </p:nvGrpSpPr>
          <p:grpSpPr bwMode="auto">
            <a:xfrm>
              <a:off x="1034" y="879"/>
              <a:ext cx="322" cy="270"/>
              <a:chOff x="0" y="0"/>
              <a:chExt cx="268" cy="384"/>
            </a:xfrm>
          </p:grpSpPr>
          <p:sp>
            <p:nvSpPr>
              <p:cNvPr id="28817" name="Rectangle 7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18" name="Rectangle 20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19" name="Group 147"/>
            <p:cNvGrpSpPr>
              <a:grpSpLocks/>
            </p:cNvGrpSpPr>
            <p:nvPr/>
          </p:nvGrpSpPr>
          <p:grpSpPr bwMode="auto">
            <a:xfrm>
              <a:off x="1356" y="879"/>
              <a:ext cx="323" cy="270"/>
              <a:chOff x="0" y="0"/>
              <a:chExt cx="268" cy="384"/>
            </a:xfrm>
          </p:grpSpPr>
          <p:sp>
            <p:nvSpPr>
              <p:cNvPr id="28820" name="Rectangle 7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21" name="Rectangle 20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22" name="Group 150"/>
            <p:cNvGrpSpPr>
              <a:grpSpLocks/>
            </p:cNvGrpSpPr>
            <p:nvPr/>
          </p:nvGrpSpPr>
          <p:grpSpPr bwMode="auto">
            <a:xfrm>
              <a:off x="1679" y="879"/>
              <a:ext cx="322" cy="270"/>
              <a:chOff x="0" y="0"/>
              <a:chExt cx="268" cy="384"/>
            </a:xfrm>
          </p:grpSpPr>
          <p:sp>
            <p:nvSpPr>
              <p:cNvPr id="28823" name="Rectangle 72"/>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24" name="Rectangle 20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25" name="Group 153"/>
            <p:cNvGrpSpPr>
              <a:grpSpLocks/>
            </p:cNvGrpSpPr>
            <p:nvPr/>
          </p:nvGrpSpPr>
          <p:grpSpPr bwMode="auto">
            <a:xfrm>
              <a:off x="2001" y="879"/>
              <a:ext cx="322" cy="270"/>
              <a:chOff x="0" y="0"/>
              <a:chExt cx="268" cy="384"/>
            </a:xfrm>
          </p:grpSpPr>
          <p:sp>
            <p:nvSpPr>
              <p:cNvPr id="28826" name="Rectangle 73"/>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27" name="Rectangle 20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28" name="Group 156"/>
            <p:cNvGrpSpPr>
              <a:grpSpLocks/>
            </p:cNvGrpSpPr>
            <p:nvPr/>
          </p:nvGrpSpPr>
          <p:grpSpPr bwMode="auto">
            <a:xfrm>
              <a:off x="2323" y="879"/>
              <a:ext cx="323" cy="270"/>
              <a:chOff x="0" y="0"/>
              <a:chExt cx="268" cy="384"/>
            </a:xfrm>
          </p:grpSpPr>
          <p:sp>
            <p:nvSpPr>
              <p:cNvPr id="28829" name="Rectangle 74"/>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30" name="Rectangle 21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31" name="Group 159"/>
            <p:cNvGrpSpPr>
              <a:grpSpLocks/>
            </p:cNvGrpSpPr>
            <p:nvPr/>
          </p:nvGrpSpPr>
          <p:grpSpPr bwMode="auto">
            <a:xfrm>
              <a:off x="2646" y="879"/>
              <a:ext cx="322" cy="270"/>
              <a:chOff x="0" y="0"/>
              <a:chExt cx="268" cy="384"/>
            </a:xfrm>
          </p:grpSpPr>
          <p:sp>
            <p:nvSpPr>
              <p:cNvPr id="28832" name="Rectangle 75"/>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33" name="Rectangle 21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34" name="Group 162"/>
            <p:cNvGrpSpPr>
              <a:grpSpLocks/>
            </p:cNvGrpSpPr>
            <p:nvPr/>
          </p:nvGrpSpPr>
          <p:grpSpPr bwMode="auto">
            <a:xfrm>
              <a:off x="2949" y="862"/>
              <a:ext cx="323" cy="270"/>
              <a:chOff x="0" y="0"/>
              <a:chExt cx="268" cy="384"/>
            </a:xfrm>
          </p:grpSpPr>
          <p:sp>
            <p:nvSpPr>
              <p:cNvPr id="28835" name="Rectangle 7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36" name="Rectangle 21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37" name="Group 165"/>
            <p:cNvGrpSpPr>
              <a:grpSpLocks/>
            </p:cNvGrpSpPr>
            <p:nvPr/>
          </p:nvGrpSpPr>
          <p:grpSpPr bwMode="auto">
            <a:xfrm>
              <a:off x="3291" y="879"/>
              <a:ext cx="322" cy="270"/>
              <a:chOff x="0" y="0"/>
              <a:chExt cx="268" cy="384"/>
            </a:xfrm>
          </p:grpSpPr>
          <p:sp>
            <p:nvSpPr>
              <p:cNvPr id="28838" name="Rectangle 7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39" name="Rectangle 21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40" name="Group 168"/>
            <p:cNvGrpSpPr>
              <a:grpSpLocks/>
            </p:cNvGrpSpPr>
            <p:nvPr/>
          </p:nvGrpSpPr>
          <p:grpSpPr bwMode="auto">
            <a:xfrm>
              <a:off x="3613" y="879"/>
              <a:ext cx="322" cy="270"/>
              <a:chOff x="0" y="0"/>
              <a:chExt cx="268" cy="384"/>
            </a:xfrm>
          </p:grpSpPr>
          <p:sp>
            <p:nvSpPr>
              <p:cNvPr id="28841" name="Rectangle 7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42" name="Rectangle 21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43" name="Group 171"/>
            <p:cNvGrpSpPr>
              <a:grpSpLocks/>
            </p:cNvGrpSpPr>
            <p:nvPr/>
          </p:nvGrpSpPr>
          <p:grpSpPr bwMode="auto">
            <a:xfrm>
              <a:off x="3935" y="879"/>
              <a:ext cx="323" cy="270"/>
              <a:chOff x="0" y="0"/>
              <a:chExt cx="268" cy="384"/>
            </a:xfrm>
          </p:grpSpPr>
          <p:sp>
            <p:nvSpPr>
              <p:cNvPr id="28844" name="Rectangle 7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45" name="Rectangle 22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46" name="Group 174"/>
            <p:cNvGrpSpPr>
              <a:grpSpLocks/>
            </p:cNvGrpSpPr>
            <p:nvPr/>
          </p:nvGrpSpPr>
          <p:grpSpPr bwMode="auto">
            <a:xfrm>
              <a:off x="4258" y="879"/>
              <a:ext cx="322" cy="270"/>
              <a:chOff x="0" y="0"/>
              <a:chExt cx="268" cy="384"/>
            </a:xfrm>
          </p:grpSpPr>
          <p:sp>
            <p:nvSpPr>
              <p:cNvPr id="28847" name="Rectangle 8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CC0000"/>
                  </a:solidFill>
                  <a:latin typeface="Times New Roman" panose="02020603050405020304" pitchFamily="18" charset="0"/>
                  <a:ea typeface="宋体" panose="02010600030101010101" pitchFamily="2" charset="-122"/>
                </a:endParaRPr>
              </a:p>
            </p:txBody>
          </p:sp>
          <p:sp>
            <p:nvSpPr>
              <p:cNvPr id="28848" name="Rectangle 22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49" name="Group 177"/>
            <p:cNvGrpSpPr>
              <a:grpSpLocks/>
            </p:cNvGrpSpPr>
            <p:nvPr/>
          </p:nvGrpSpPr>
          <p:grpSpPr bwMode="auto">
            <a:xfrm>
              <a:off x="2" y="1149"/>
              <a:ext cx="710" cy="337"/>
              <a:chOff x="0" y="0"/>
              <a:chExt cx="590" cy="480"/>
            </a:xfrm>
          </p:grpSpPr>
          <p:sp>
            <p:nvSpPr>
              <p:cNvPr id="28850" name="Rectangle 81"/>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8851" name="Rectangle 224"/>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52" name="Group 180"/>
            <p:cNvGrpSpPr>
              <a:grpSpLocks/>
            </p:cNvGrpSpPr>
            <p:nvPr/>
          </p:nvGrpSpPr>
          <p:grpSpPr bwMode="auto">
            <a:xfrm>
              <a:off x="712" y="1149"/>
              <a:ext cx="322" cy="337"/>
              <a:chOff x="0" y="0"/>
              <a:chExt cx="268" cy="480"/>
            </a:xfrm>
          </p:grpSpPr>
          <p:sp>
            <p:nvSpPr>
              <p:cNvPr id="28853" name="Rectangle 8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54" name="Rectangle 226"/>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55" name="Group 183"/>
            <p:cNvGrpSpPr>
              <a:grpSpLocks/>
            </p:cNvGrpSpPr>
            <p:nvPr/>
          </p:nvGrpSpPr>
          <p:grpSpPr bwMode="auto">
            <a:xfrm>
              <a:off x="1034" y="1149"/>
              <a:ext cx="322" cy="337"/>
              <a:chOff x="0" y="0"/>
              <a:chExt cx="268" cy="480"/>
            </a:xfrm>
          </p:grpSpPr>
          <p:sp>
            <p:nvSpPr>
              <p:cNvPr id="28856" name="Rectangle 8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57" name="Rectangle 22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58" name="Group 186"/>
            <p:cNvGrpSpPr>
              <a:grpSpLocks/>
            </p:cNvGrpSpPr>
            <p:nvPr/>
          </p:nvGrpSpPr>
          <p:grpSpPr bwMode="auto">
            <a:xfrm>
              <a:off x="1356" y="1149"/>
              <a:ext cx="323" cy="337"/>
              <a:chOff x="0" y="0"/>
              <a:chExt cx="268" cy="480"/>
            </a:xfrm>
          </p:grpSpPr>
          <p:sp>
            <p:nvSpPr>
              <p:cNvPr id="28859" name="Rectangle 8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60" name="Rectangle 23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61" name="Group 189"/>
            <p:cNvGrpSpPr>
              <a:grpSpLocks/>
            </p:cNvGrpSpPr>
            <p:nvPr/>
          </p:nvGrpSpPr>
          <p:grpSpPr bwMode="auto">
            <a:xfrm>
              <a:off x="1679" y="1149"/>
              <a:ext cx="322" cy="337"/>
              <a:chOff x="0" y="0"/>
              <a:chExt cx="268" cy="480"/>
            </a:xfrm>
          </p:grpSpPr>
          <p:sp>
            <p:nvSpPr>
              <p:cNvPr id="28862" name="Rectangle 8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63" name="Rectangle 23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64" name="Group 192"/>
            <p:cNvGrpSpPr>
              <a:grpSpLocks/>
            </p:cNvGrpSpPr>
            <p:nvPr/>
          </p:nvGrpSpPr>
          <p:grpSpPr bwMode="auto">
            <a:xfrm>
              <a:off x="2001" y="1149"/>
              <a:ext cx="322" cy="337"/>
              <a:chOff x="0" y="0"/>
              <a:chExt cx="268" cy="480"/>
            </a:xfrm>
          </p:grpSpPr>
          <p:sp>
            <p:nvSpPr>
              <p:cNvPr id="28865" name="Rectangle 8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66" name="Rectangle 23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67" name="Group 195"/>
            <p:cNvGrpSpPr>
              <a:grpSpLocks/>
            </p:cNvGrpSpPr>
            <p:nvPr/>
          </p:nvGrpSpPr>
          <p:grpSpPr bwMode="auto">
            <a:xfrm>
              <a:off x="2323" y="1149"/>
              <a:ext cx="323" cy="337"/>
              <a:chOff x="0" y="0"/>
              <a:chExt cx="268" cy="480"/>
            </a:xfrm>
          </p:grpSpPr>
          <p:sp>
            <p:nvSpPr>
              <p:cNvPr id="28868" name="Rectangle 8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69" name="Rectangle 23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70" name="Group 198"/>
            <p:cNvGrpSpPr>
              <a:grpSpLocks/>
            </p:cNvGrpSpPr>
            <p:nvPr/>
          </p:nvGrpSpPr>
          <p:grpSpPr bwMode="auto">
            <a:xfrm>
              <a:off x="2646" y="1149"/>
              <a:ext cx="322" cy="337"/>
              <a:chOff x="0" y="0"/>
              <a:chExt cx="268" cy="480"/>
            </a:xfrm>
          </p:grpSpPr>
          <p:sp>
            <p:nvSpPr>
              <p:cNvPr id="28871" name="Rectangle 8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72" name="Rectangle 23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73" name="Group 201"/>
            <p:cNvGrpSpPr>
              <a:grpSpLocks/>
            </p:cNvGrpSpPr>
            <p:nvPr/>
          </p:nvGrpSpPr>
          <p:grpSpPr bwMode="auto">
            <a:xfrm>
              <a:off x="2968" y="1149"/>
              <a:ext cx="323" cy="337"/>
              <a:chOff x="0" y="0"/>
              <a:chExt cx="268" cy="480"/>
            </a:xfrm>
          </p:grpSpPr>
          <p:sp>
            <p:nvSpPr>
              <p:cNvPr id="28874" name="Rectangle 8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75" name="Rectangle 24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76" name="Group 204"/>
            <p:cNvGrpSpPr>
              <a:grpSpLocks/>
            </p:cNvGrpSpPr>
            <p:nvPr/>
          </p:nvGrpSpPr>
          <p:grpSpPr bwMode="auto">
            <a:xfrm>
              <a:off x="3291" y="1149"/>
              <a:ext cx="322" cy="337"/>
              <a:chOff x="0" y="0"/>
              <a:chExt cx="268" cy="480"/>
            </a:xfrm>
          </p:grpSpPr>
          <p:sp>
            <p:nvSpPr>
              <p:cNvPr id="28877" name="Rectangle 9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78" name="Rectangle 24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79" name="Group 207"/>
            <p:cNvGrpSpPr>
              <a:grpSpLocks/>
            </p:cNvGrpSpPr>
            <p:nvPr/>
          </p:nvGrpSpPr>
          <p:grpSpPr bwMode="auto">
            <a:xfrm>
              <a:off x="3613" y="1149"/>
              <a:ext cx="322" cy="337"/>
              <a:chOff x="0" y="0"/>
              <a:chExt cx="268" cy="480"/>
            </a:xfrm>
          </p:grpSpPr>
          <p:sp>
            <p:nvSpPr>
              <p:cNvPr id="28880" name="Rectangle 9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81" name="Rectangle 24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82" name="Group 210"/>
            <p:cNvGrpSpPr>
              <a:grpSpLocks/>
            </p:cNvGrpSpPr>
            <p:nvPr/>
          </p:nvGrpSpPr>
          <p:grpSpPr bwMode="auto">
            <a:xfrm>
              <a:off x="3935" y="1149"/>
              <a:ext cx="323" cy="337"/>
              <a:chOff x="0" y="0"/>
              <a:chExt cx="268" cy="480"/>
            </a:xfrm>
          </p:grpSpPr>
          <p:sp>
            <p:nvSpPr>
              <p:cNvPr id="28883" name="Rectangle 9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84" name="Rectangle 24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85" name="Group 213"/>
            <p:cNvGrpSpPr>
              <a:grpSpLocks/>
            </p:cNvGrpSpPr>
            <p:nvPr/>
          </p:nvGrpSpPr>
          <p:grpSpPr bwMode="auto">
            <a:xfrm>
              <a:off x="4258" y="1149"/>
              <a:ext cx="322" cy="337"/>
              <a:chOff x="0" y="0"/>
              <a:chExt cx="268" cy="480"/>
            </a:xfrm>
          </p:grpSpPr>
          <p:sp>
            <p:nvSpPr>
              <p:cNvPr id="28886" name="Rectangle 9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87" name="Rectangle 24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88" name="Group 216"/>
            <p:cNvGrpSpPr>
              <a:grpSpLocks/>
            </p:cNvGrpSpPr>
            <p:nvPr/>
          </p:nvGrpSpPr>
          <p:grpSpPr bwMode="auto">
            <a:xfrm>
              <a:off x="2" y="1486"/>
              <a:ext cx="710" cy="338"/>
              <a:chOff x="0" y="0"/>
              <a:chExt cx="590" cy="480"/>
            </a:xfrm>
          </p:grpSpPr>
          <p:sp>
            <p:nvSpPr>
              <p:cNvPr id="28889" name="Rectangle 94"/>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8890" name="Rectangle 250"/>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91" name="Group 219"/>
            <p:cNvGrpSpPr>
              <a:grpSpLocks/>
            </p:cNvGrpSpPr>
            <p:nvPr/>
          </p:nvGrpSpPr>
          <p:grpSpPr bwMode="auto">
            <a:xfrm>
              <a:off x="712" y="1486"/>
              <a:ext cx="322" cy="338"/>
              <a:chOff x="0" y="0"/>
              <a:chExt cx="268" cy="480"/>
            </a:xfrm>
          </p:grpSpPr>
          <p:sp>
            <p:nvSpPr>
              <p:cNvPr id="28892" name="Rectangle 9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93" name="Rectangle 25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94" name="Group 222"/>
            <p:cNvGrpSpPr>
              <a:grpSpLocks/>
            </p:cNvGrpSpPr>
            <p:nvPr/>
          </p:nvGrpSpPr>
          <p:grpSpPr bwMode="auto">
            <a:xfrm>
              <a:off x="1034" y="1486"/>
              <a:ext cx="322" cy="338"/>
              <a:chOff x="0" y="0"/>
              <a:chExt cx="268" cy="480"/>
            </a:xfrm>
          </p:grpSpPr>
          <p:sp>
            <p:nvSpPr>
              <p:cNvPr id="28895" name="Rectangle 9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96" name="Rectangle 25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897" name="Group 225"/>
            <p:cNvGrpSpPr>
              <a:grpSpLocks/>
            </p:cNvGrpSpPr>
            <p:nvPr/>
          </p:nvGrpSpPr>
          <p:grpSpPr bwMode="auto">
            <a:xfrm>
              <a:off x="1356" y="1486"/>
              <a:ext cx="323" cy="338"/>
              <a:chOff x="0" y="0"/>
              <a:chExt cx="268" cy="480"/>
            </a:xfrm>
          </p:grpSpPr>
          <p:sp>
            <p:nvSpPr>
              <p:cNvPr id="28898" name="Rectangle 9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899" name="Rectangle 25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00" name="Group 228"/>
            <p:cNvGrpSpPr>
              <a:grpSpLocks/>
            </p:cNvGrpSpPr>
            <p:nvPr/>
          </p:nvGrpSpPr>
          <p:grpSpPr bwMode="auto">
            <a:xfrm>
              <a:off x="1679" y="1486"/>
              <a:ext cx="322" cy="338"/>
              <a:chOff x="0" y="0"/>
              <a:chExt cx="268" cy="480"/>
            </a:xfrm>
          </p:grpSpPr>
          <p:sp>
            <p:nvSpPr>
              <p:cNvPr id="28901" name="Rectangle 9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02" name="Rectangle 25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03" name="Group 231"/>
            <p:cNvGrpSpPr>
              <a:grpSpLocks/>
            </p:cNvGrpSpPr>
            <p:nvPr/>
          </p:nvGrpSpPr>
          <p:grpSpPr bwMode="auto">
            <a:xfrm>
              <a:off x="2001" y="1486"/>
              <a:ext cx="322" cy="338"/>
              <a:chOff x="0" y="0"/>
              <a:chExt cx="268" cy="480"/>
            </a:xfrm>
          </p:grpSpPr>
          <p:sp>
            <p:nvSpPr>
              <p:cNvPr id="28904" name="Rectangle 9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05" name="Rectangle 26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06" name="Group 234"/>
            <p:cNvGrpSpPr>
              <a:grpSpLocks/>
            </p:cNvGrpSpPr>
            <p:nvPr/>
          </p:nvGrpSpPr>
          <p:grpSpPr bwMode="auto">
            <a:xfrm>
              <a:off x="2323" y="1486"/>
              <a:ext cx="323" cy="338"/>
              <a:chOff x="0" y="0"/>
              <a:chExt cx="268" cy="480"/>
            </a:xfrm>
          </p:grpSpPr>
          <p:sp>
            <p:nvSpPr>
              <p:cNvPr id="28907" name="Rectangle 10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08" name="Rectangle 26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09" name="Group 237"/>
            <p:cNvGrpSpPr>
              <a:grpSpLocks/>
            </p:cNvGrpSpPr>
            <p:nvPr/>
          </p:nvGrpSpPr>
          <p:grpSpPr bwMode="auto">
            <a:xfrm>
              <a:off x="2646" y="1486"/>
              <a:ext cx="322" cy="338"/>
              <a:chOff x="0" y="0"/>
              <a:chExt cx="268" cy="480"/>
            </a:xfrm>
          </p:grpSpPr>
          <p:sp>
            <p:nvSpPr>
              <p:cNvPr id="28910" name="Rectangle 10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11" name="Rectangle 26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12" name="Group 240"/>
            <p:cNvGrpSpPr>
              <a:grpSpLocks/>
            </p:cNvGrpSpPr>
            <p:nvPr/>
          </p:nvGrpSpPr>
          <p:grpSpPr bwMode="auto">
            <a:xfrm>
              <a:off x="2968" y="1486"/>
              <a:ext cx="323" cy="338"/>
              <a:chOff x="0" y="0"/>
              <a:chExt cx="268" cy="480"/>
            </a:xfrm>
          </p:grpSpPr>
          <p:sp>
            <p:nvSpPr>
              <p:cNvPr id="28913" name="Rectangle 10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14" name="Rectangle 26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15" name="Group 243"/>
            <p:cNvGrpSpPr>
              <a:grpSpLocks/>
            </p:cNvGrpSpPr>
            <p:nvPr/>
          </p:nvGrpSpPr>
          <p:grpSpPr bwMode="auto">
            <a:xfrm>
              <a:off x="3291" y="1486"/>
              <a:ext cx="322" cy="338"/>
              <a:chOff x="0" y="0"/>
              <a:chExt cx="268" cy="480"/>
            </a:xfrm>
          </p:grpSpPr>
          <p:sp>
            <p:nvSpPr>
              <p:cNvPr id="28916" name="Rectangle 10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17" name="Rectangle 26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18" name="Group 246"/>
            <p:cNvGrpSpPr>
              <a:grpSpLocks/>
            </p:cNvGrpSpPr>
            <p:nvPr/>
          </p:nvGrpSpPr>
          <p:grpSpPr bwMode="auto">
            <a:xfrm>
              <a:off x="3613" y="1486"/>
              <a:ext cx="322" cy="338"/>
              <a:chOff x="0" y="0"/>
              <a:chExt cx="268" cy="480"/>
            </a:xfrm>
          </p:grpSpPr>
          <p:sp>
            <p:nvSpPr>
              <p:cNvPr id="28919" name="Rectangle 10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20" name="Rectangle 27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21" name="Group 249"/>
            <p:cNvGrpSpPr>
              <a:grpSpLocks/>
            </p:cNvGrpSpPr>
            <p:nvPr/>
          </p:nvGrpSpPr>
          <p:grpSpPr bwMode="auto">
            <a:xfrm>
              <a:off x="3935" y="1486"/>
              <a:ext cx="323" cy="338"/>
              <a:chOff x="0" y="0"/>
              <a:chExt cx="268" cy="480"/>
            </a:xfrm>
          </p:grpSpPr>
          <p:sp>
            <p:nvSpPr>
              <p:cNvPr id="28922" name="Rectangle 10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23" name="Rectangle 27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24" name="Group 252"/>
            <p:cNvGrpSpPr>
              <a:grpSpLocks/>
            </p:cNvGrpSpPr>
            <p:nvPr/>
          </p:nvGrpSpPr>
          <p:grpSpPr bwMode="auto">
            <a:xfrm>
              <a:off x="4258" y="1486"/>
              <a:ext cx="322" cy="338"/>
              <a:chOff x="0" y="0"/>
              <a:chExt cx="268" cy="480"/>
            </a:xfrm>
          </p:grpSpPr>
          <p:sp>
            <p:nvSpPr>
              <p:cNvPr id="28925" name="Rectangle 10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CC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26" name="Rectangle 27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27" name="Group 255"/>
            <p:cNvGrpSpPr>
              <a:grpSpLocks/>
            </p:cNvGrpSpPr>
            <p:nvPr/>
          </p:nvGrpSpPr>
          <p:grpSpPr bwMode="auto">
            <a:xfrm>
              <a:off x="2" y="1824"/>
              <a:ext cx="710" cy="337"/>
              <a:chOff x="0" y="0"/>
              <a:chExt cx="590" cy="480"/>
            </a:xfrm>
          </p:grpSpPr>
          <p:sp>
            <p:nvSpPr>
              <p:cNvPr id="28928" name="Rectangle 107"/>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8929" name="Rectangle 276"/>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30" name="Group 258"/>
            <p:cNvGrpSpPr>
              <a:grpSpLocks/>
            </p:cNvGrpSpPr>
            <p:nvPr/>
          </p:nvGrpSpPr>
          <p:grpSpPr bwMode="auto">
            <a:xfrm>
              <a:off x="712" y="1824"/>
              <a:ext cx="322" cy="337"/>
              <a:chOff x="0" y="0"/>
              <a:chExt cx="268" cy="480"/>
            </a:xfrm>
          </p:grpSpPr>
          <p:sp>
            <p:nvSpPr>
              <p:cNvPr id="28931" name="Rectangle 10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32" name="Rectangle 278"/>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33" name="Group 261"/>
            <p:cNvGrpSpPr>
              <a:grpSpLocks/>
            </p:cNvGrpSpPr>
            <p:nvPr/>
          </p:nvGrpSpPr>
          <p:grpSpPr bwMode="auto">
            <a:xfrm>
              <a:off x="1034" y="1824"/>
              <a:ext cx="322" cy="337"/>
              <a:chOff x="0" y="0"/>
              <a:chExt cx="268" cy="480"/>
            </a:xfrm>
          </p:grpSpPr>
          <p:sp>
            <p:nvSpPr>
              <p:cNvPr id="28934" name="Rectangle 10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35" name="Rectangle 28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36" name="Group 264"/>
            <p:cNvGrpSpPr>
              <a:grpSpLocks/>
            </p:cNvGrpSpPr>
            <p:nvPr/>
          </p:nvGrpSpPr>
          <p:grpSpPr bwMode="auto">
            <a:xfrm>
              <a:off x="1356" y="1824"/>
              <a:ext cx="323" cy="337"/>
              <a:chOff x="0" y="0"/>
              <a:chExt cx="268" cy="480"/>
            </a:xfrm>
          </p:grpSpPr>
          <p:sp>
            <p:nvSpPr>
              <p:cNvPr id="28937" name="Rectangle 11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38" name="Rectangle 28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39" name="Group 267"/>
            <p:cNvGrpSpPr>
              <a:grpSpLocks/>
            </p:cNvGrpSpPr>
            <p:nvPr/>
          </p:nvGrpSpPr>
          <p:grpSpPr bwMode="auto">
            <a:xfrm>
              <a:off x="1679" y="1824"/>
              <a:ext cx="322" cy="337"/>
              <a:chOff x="0" y="0"/>
              <a:chExt cx="268" cy="480"/>
            </a:xfrm>
          </p:grpSpPr>
          <p:sp>
            <p:nvSpPr>
              <p:cNvPr id="28940" name="Rectangle 11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41" name="Rectangle 28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42" name="Group 270"/>
            <p:cNvGrpSpPr>
              <a:grpSpLocks/>
            </p:cNvGrpSpPr>
            <p:nvPr/>
          </p:nvGrpSpPr>
          <p:grpSpPr bwMode="auto">
            <a:xfrm>
              <a:off x="2001" y="1824"/>
              <a:ext cx="322" cy="337"/>
              <a:chOff x="0" y="0"/>
              <a:chExt cx="268" cy="480"/>
            </a:xfrm>
          </p:grpSpPr>
          <p:sp>
            <p:nvSpPr>
              <p:cNvPr id="28943" name="Rectangle 11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44" name="Rectangle 28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45" name="Group 273"/>
            <p:cNvGrpSpPr>
              <a:grpSpLocks/>
            </p:cNvGrpSpPr>
            <p:nvPr/>
          </p:nvGrpSpPr>
          <p:grpSpPr bwMode="auto">
            <a:xfrm>
              <a:off x="2323" y="1824"/>
              <a:ext cx="323" cy="337"/>
              <a:chOff x="0" y="0"/>
              <a:chExt cx="268" cy="480"/>
            </a:xfrm>
          </p:grpSpPr>
          <p:sp>
            <p:nvSpPr>
              <p:cNvPr id="28946" name="Rectangle 11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47" name="Rectangle 28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48" name="Group 276"/>
            <p:cNvGrpSpPr>
              <a:grpSpLocks/>
            </p:cNvGrpSpPr>
            <p:nvPr/>
          </p:nvGrpSpPr>
          <p:grpSpPr bwMode="auto">
            <a:xfrm>
              <a:off x="2646" y="1824"/>
              <a:ext cx="322" cy="337"/>
              <a:chOff x="0" y="0"/>
              <a:chExt cx="268" cy="480"/>
            </a:xfrm>
          </p:grpSpPr>
          <p:sp>
            <p:nvSpPr>
              <p:cNvPr id="28949" name="Rectangle 11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50" name="Rectangle 29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51" name="Group 279"/>
            <p:cNvGrpSpPr>
              <a:grpSpLocks/>
            </p:cNvGrpSpPr>
            <p:nvPr/>
          </p:nvGrpSpPr>
          <p:grpSpPr bwMode="auto">
            <a:xfrm>
              <a:off x="2968" y="1824"/>
              <a:ext cx="323" cy="337"/>
              <a:chOff x="0" y="0"/>
              <a:chExt cx="268" cy="480"/>
            </a:xfrm>
          </p:grpSpPr>
          <p:sp>
            <p:nvSpPr>
              <p:cNvPr id="28952" name="Rectangle 11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53" name="Rectangle 29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54" name="Group 282"/>
            <p:cNvGrpSpPr>
              <a:grpSpLocks/>
            </p:cNvGrpSpPr>
            <p:nvPr/>
          </p:nvGrpSpPr>
          <p:grpSpPr bwMode="auto">
            <a:xfrm>
              <a:off x="3291" y="1824"/>
              <a:ext cx="322" cy="337"/>
              <a:chOff x="0" y="0"/>
              <a:chExt cx="268" cy="480"/>
            </a:xfrm>
          </p:grpSpPr>
          <p:sp>
            <p:nvSpPr>
              <p:cNvPr id="28955" name="Rectangle 11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56" name="Rectangle 29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57" name="Group 285"/>
            <p:cNvGrpSpPr>
              <a:grpSpLocks/>
            </p:cNvGrpSpPr>
            <p:nvPr/>
          </p:nvGrpSpPr>
          <p:grpSpPr bwMode="auto">
            <a:xfrm>
              <a:off x="3613" y="1824"/>
              <a:ext cx="322" cy="337"/>
              <a:chOff x="0" y="0"/>
              <a:chExt cx="268" cy="480"/>
            </a:xfrm>
          </p:grpSpPr>
          <p:sp>
            <p:nvSpPr>
              <p:cNvPr id="28958" name="Rectangle 11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59" name="Rectangle 29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60" name="Group 288"/>
            <p:cNvGrpSpPr>
              <a:grpSpLocks/>
            </p:cNvGrpSpPr>
            <p:nvPr/>
          </p:nvGrpSpPr>
          <p:grpSpPr bwMode="auto">
            <a:xfrm>
              <a:off x="3935" y="1824"/>
              <a:ext cx="323" cy="337"/>
              <a:chOff x="0" y="0"/>
              <a:chExt cx="268" cy="480"/>
            </a:xfrm>
          </p:grpSpPr>
          <p:sp>
            <p:nvSpPr>
              <p:cNvPr id="28961" name="Rectangle 11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62" name="Rectangle 29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8963" name="Group 291"/>
            <p:cNvGrpSpPr>
              <a:grpSpLocks/>
            </p:cNvGrpSpPr>
            <p:nvPr/>
          </p:nvGrpSpPr>
          <p:grpSpPr bwMode="auto">
            <a:xfrm>
              <a:off x="4258" y="1824"/>
              <a:ext cx="322" cy="337"/>
              <a:chOff x="0" y="0"/>
              <a:chExt cx="268" cy="480"/>
            </a:xfrm>
          </p:grpSpPr>
          <p:sp>
            <p:nvSpPr>
              <p:cNvPr id="28964" name="Rectangle 11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CC0000"/>
                    </a:solidFill>
                    <a:latin typeface="Times New Roman" panose="02020603050405020304" pitchFamily="18" charset="0"/>
                    <a:ea typeface="宋体" panose="02010600030101010101" pitchFamily="2" charset="-122"/>
                  </a:rPr>
                  <a:t>15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65" name="Rectangle 30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28966" name="Rectangle 303"/>
            <p:cNvSpPr>
              <a:spLocks noChangeArrowheads="1"/>
            </p:cNvSpPr>
            <p:nvPr/>
          </p:nvSpPr>
          <p:spPr bwMode="auto">
            <a:xfrm>
              <a:off x="0" y="0"/>
              <a:ext cx="4582" cy="2162"/>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28967" name="Group 295"/>
            <p:cNvGrpSpPr>
              <a:grpSpLocks/>
            </p:cNvGrpSpPr>
            <p:nvPr/>
          </p:nvGrpSpPr>
          <p:grpSpPr bwMode="auto">
            <a:xfrm>
              <a:off x="1678" y="339"/>
              <a:ext cx="323" cy="270"/>
              <a:chOff x="0" y="0"/>
              <a:chExt cx="268" cy="384"/>
            </a:xfrm>
          </p:grpSpPr>
          <p:sp>
            <p:nvSpPr>
              <p:cNvPr id="28968" name="Rectangle 31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8969" name="Rectangle 31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sp>
        <p:nvSpPr>
          <p:cNvPr id="28970" name="Line 298"/>
          <p:cNvSpPr>
            <a:spLocks noChangeShapeType="1"/>
          </p:cNvSpPr>
          <p:nvPr/>
        </p:nvSpPr>
        <p:spPr bwMode="auto">
          <a:xfrm>
            <a:off x="7392989" y="1485900"/>
            <a:ext cx="1800225" cy="3887788"/>
          </a:xfrm>
          <a:prstGeom prst="line">
            <a:avLst/>
          </a:prstGeom>
          <a:noFill/>
          <a:ln w="76200" cap="flat" cmpd="sng">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Tree>
    <p:extLst>
      <p:ext uri="{BB962C8B-B14F-4D97-AF65-F5344CB8AC3E}">
        <p14:creationId xmlns:p14="http://schemas.microsoft.com/office/powerpoint/2010/main" val="2892150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05"/>
          <p:cNvSpPr txBox="1">
            <a:spLocks noChangeArrowheads="1"/>
          </p:cNvSpPr>
          <p:nvPr/>
        </p:nvSpPr>
        <p:spPr bwMode="auto">
          <a:xfrm>
            <a:off x="2136776" y="404813"/>
            <a:ext cx="8207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eaLnBrk="1" fontAlgn="base" hangingPunct="1">
              <a:spcBef>
                <a:spcPct val="50000"/>
              </a:spcBef>
              <a:spcAft>
                <a:spcPct val="0"/>
              </a:spcAft>
              <a:buFont typeface="Arial" panose="020B0604020202020204" pitchFamily="34" charset="0"/>
              <a:buNone/>
            </a:pPr>
            <a:r>
              <a:rPr lang="en-US" altLang="zh-CN" sz="2400">
                <a:solidFill>
                  <a:srgbClr val="000000"/>
                </a:solidFill>
                <a:latin typeface="Times New Roman" panose="02020603050405020304" pitchFamily="18" charset="0"/>
                <a:ea typeface="宋体" panose="02010600030101010101" pitchFamily="2" charset="-122"/>
              </a:rPr>
              <a:t>With</a:t>
            </a:r>
            <a:r>
              <a:rPr lang="zh-CN" altLang="en-US" sz="2400">
                <a:solidFill>
                  <a:srgbClr val="000000"/>
                </a:solidFill>
                <a:latin typeface="Times New Roman" panose="02020603050405020304" pitchFamily="18" charset="0"/>
                <a:ea typeface="宋体" panose="02010600030101010101" pitchFamily="2" charset="-122"/>
              </a:rPr>
              <a:t> </a:t>
            </a:r>
            <a:r>
              <a:rPr lang="en-US" altLang="zh-CN" sz="2400">
                <a:solidFill>
                  <a:srgbClr val="000000"/>
                </a:solidFill>
                <a:latin typeface="Times New Roman" panose="02020603050405020304" pitchFamily="18" charset="0"/>
                <a:ea typeface="宋体" panose="02010600030101010101" pitchFamily="2" charset="-122"/>
              </a:rPr>
              <a:t>x</a:t>
            </a:r>
            <a:r>
              <a:rPr lang="en-US" altLang="zh-CN" sz="2400" baseline="-25000">
                <a:solidFill>
                  <a:srgbClr val="000000"/>
                </a:solidFill>
                <a:latin typeface="Times New Roman" panose="02020603050405020304" pitchFamily="18" charset="0"/>
                <a:ea typeface="宋体" panose="02010600030101010101" pitchFamily="2" charset="-122"/>
              </a:rPr>
              <a:t>5</a:t>
            </a:r>
            <a:r>
              <a:rPr lang="en-US" altLang="zh-CN" sz="2400">
                <a:solidFill>
                  <a:srgbClr val="000000"/>
                </a:solidFill>
                <a:latin typeface="Times New Roman" panose="02020603050405020304" pitchFamily="18" charset="0"/>
                <a:ea typeface="宋体" panose="02010600030101010101" pitchFamily="2" charset="-122"/>
              </a:rPr>
              <a:t>=1,</a:t>
            </a:r>
            <a:r>
              <a:rPr lang="zh-CN" altLang="en-US" sz="2400">
                <a:solidFill>
                  <a:srgbClr val="000000"/>
                </a:solidFill>
                <a:latin typeface="Times New Roman" panose="02020603050405020304" pitchFamily="18" charset="0"/>
                <a:ea typeface="宋体" panose="02010600030101010101" pitchFamily="2" charset="-122"/>
              </a:rPr>
              <a:t> </a:t>
            </a:r>
            <a:r>
              <a:rPr lang="en-US" altLang="zh-CN" sz="2400">
                <a:solidFill>
                  <a:srgbClr val="000000"/>
                </a:solidFill>
                <a:latin typeface="Times New Roman" panose="02020603050405020304" pitchFamily="18" charset="0"/>
                <a:ea typeface="宋体" panose="02010600030101010101" pitchFamily="2" charset="-122"/>
              </a:rPr>
              <a:t>W(or</a:t>
            </a:r>
            <a:r>
              <a:rPr lang="zh-CN" altLang="en-US" sz="2400">
                <a:solidFill>
                  <a:srgbClr val="000000"/>
                </a:solidFill>
                <a:latin typeface="Times New Roman" panose="02020603050405020304" pitchFamily="18" charset="0"/>
                <a:ea typeface="宋体" panose="02010600030101010101" pitchFamily="2" charset="-122"/>
              </a:rPr>
              <a:t> </a:t>
            </a:r>
            <a:r>
              <a:rPr lang="en-US" altLang="zh-CN" sz="2400">
                <a:solidFill>
                  <a:srgbClr val="000000"/>
                </a:solidFill>
                <a:latin typeface="Times New Roman" panose="02020603050405020304" pitchFamily="18" charset="0"/>
                <a:ea typeface="宋体" panose="02010600030101010101" pitchFamily="2" charset="-122"/>
              </a:rPr>
              <a:t>C)</a:t>
            </a:r>
            <a:r>
              <a:rPr lang="zh-CN" altLang="en-US" sz="2400">
                <a:solidFill>
                  <a:srgbClr val="000000"/>
                </a:solidFill>
                <a:latin typeface="Times New Roman" panose="02020603050405020304" pitchFamily="18" charset="0"/>
                <a:ea typeface="宋体" panose="02010600030101010101" pitchFamily="2" charset="-122"/>
              </a:rPr>
              <a:t> </a:t>
            </a:r>
            <a:r>
              <a:rPr lang="en-US" altLang="zh-CN" sz="2400">
                <a:solidFill>
                  <a:srgbClr val="000000"/>
                </a:solidFill>
                <a:latin typeface="Times New Roman" panose="02020603050405020304" pitchFamily="18" charset="0"/>
                <a:ea typeface="宋体" panose="02010600030101010101" pitchFamily="2" charset="-122"/>
              </a:rPr>
              <a:t>=10-</a:t>
            </a:r>
            <a:r>
              <a:rPr lang="zh-CN" altLang="en-US" sz="2400">
                <a:solidFill>
                  <a:srgbClr val="3333CC"/>
                </a:solidFill>
                <a:latin typeface="Times New Roman" panose="02020603050405020304" pitchFamily="18" charset="0"/>
                <a:ea typeface="宋体" panose="02010600030101010101" pitchFamily="2" charset="-122"/>
              </a:rPr>
              <a:t>4</a:t>
            </a:r>
            <a:r>
              <a:rPr lang="en-US" altLang="zh-CN" sz="2400">
                <a:solidFill>
                  <a:srgbClr val="3333CC"/>
                </a:solidFill>
                <a:latin typeface="Times New Roman" panose="02020603050405020304" pitchFamily="18" charset="0"/>
                <a:ea typeface="宋体" panose="02010600030101010101" pitchFamily="2" charset="-122"/>
              </a:rPr>
              <a:t>=6. 9=9 </a:t>
            </a:r>
            <a:r>
              <a:rPr lang="en-US" altLang="zh-CN" sz="2400">
                <a:solidFill>
                  <a:schemeClr val="tx1"/>
                </a:solidFill>
                <a:latin typeface="Times New Roman" panose="02020603050405020304" pitchFamily="18" charset="0"/>
                <a:ea typeface="宋体" panose="02010600030101010101" pitchFamily="2" charset="-122"/>
              </a:rPr>
              <a:t>means x</a:t>
            </a:r>
            <a:r>
              <a:rPr lang="en-US" altLang="zh-CN" sz="2400" baseline="-25000">
                <a:solidFill>
                  <a:schemeClr val="tx1"/>
                </a:solidFill>
                <a:latin typeface="Times New Roman" panose="02020603050405020304" pitchFamily="18" charset="0"/>
                <a:ea typeface="宋体" panose="02010600030101010101" pitchFamily="2" charset="-122"/>
              </a:rPr>
              <a:t>4</a:t>
            </a:r>
            <a:r>
              <a:rPr lang="en-US" altLang="zh-CN" sz="2400">
                <a:solidFill>
                  <a:schemeClr val="tx1"/>
                </a:solidFill>
                <a:latin typeface="Times New Roman" panose="02020603050405020304" pitchFamily="18" charset="0"/>
                <a:ea typeface="宋体" panose="02010600030101010101" pitchFamily="2" charset="-122"/>
              </a:rPr>
              <a:t>=0</a:t>
            </a:r>
          </a:p>
        </p:txBody>
      </p:sp>
      <p:grpSp>
        <p:nvGrpSpPr>
          <p:cNvPr id="29699" name="Group 3"/>
          <p:cNvGrpSpPr>
            <a:grpSpLocks/>
          </p:cNvGrpSpPr>
          <p:nvPr/>
        </p:nvGrpSpPr>
        <p:grpSpPr bwMode="auto">
          <a:xfrm>
            <a:off x="2344738" y="2492376"/>
            <a:ext cx="8323262" cy="3432175"/>
            <a:chOff x="0" y="0"/>
            <a:chExt cx="5243" cy="2162"/>
          </a:xfrm>
        </p:grpSpPr>
        <p:sp>
          <p:nvSpPr>
            <p:cNvPr id="29700" name="Line 20"/>
            <p:cNvSpPr>
              <a:spLocks noChangeShapeType="1"/>
            </p:cNvSpPr>
            <p:nvPr/>
          </p:nvSpPr>
          <p:spPr bwMode="auto">
            <a:xfrm flipV="1">
              <a:off x="4519" y="1545"/>
              <a:ext cx="0" cy="363"/>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01" name="Line 19"/>
            <p:cNvSpPr>
              <a:spLocks noChangeShapeType="1"/>
            </p:cNvSpPr>
            <p:nvPr/>
          </p:nvSpPr>
          <p:spPr bwMode="auto">
            <a:xfrm>
              <a:off x="4536" y="1724"/>
              <a:ext cx="382"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02" name="Text Box 18"/>
            <p:cNvSpPr txBox="1">
              <a:spLocks noChangeArrowheads="1"/>
            </p:cNvSpPr>
            <p:nvPr/>
          </p:nvSpPr>
          <p:spPr bwMode="auto">
            <a:xfrm>
              <a:off x="4936" y="1507"/>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5</a:t>
              </a:r>
              <a:r>
                <a:rPr lang="en-US" altLang="zh-CN" sz="1600">
                  <a:solidFill>
                    <a:srgbClr val="000000"/>
                  </a:solidFill>
                  <a:latin typeface="Times New Roman" panose="02020603050405020304" pitchFamily="18" charset="0"/>
                  <a:ea typeface="宋体" panose="02010600030101010101" pitchFamily="2" charset="-122"/>
                </a:rPr>
                <a:t>=1</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9703" name="Line 17"/>
            <p:cNvSpPr>
              <a:spLocks noChangeShapeType="1"/>
            </p:cNvSpPr>
            <p:nvPr/>
          </p:nvSpPr>
          <p:spPr bwMode="auto">
            <a:xfrm flipH="1">
              <a:off x="2908" y="1550"/>
              <a:ext cx="1584" cy="0"/>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04" name="Line 16"/>
            <p:cNvSpPr>
              <a:spLocks noChangeShapeType="1"/>
            </p:cNvSpPr>
            <p:nvPr/>
          </p:nvSpPr>
          <p:spPr bwMode="auto">
            <a:xfrm flipH="1" flipV="1">
              <a:off x="2919" y="1254"/>
              <a:ext cx="0" cy="283"/>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05" name="Line 15"/>
            <p:cNvSpPr>
              <a:spLocks noChangeShapeType="1"/>
            </p:cNvSpPr>
            <p:nvPr/>
          </p:nvSpPr>
          <p:spPr bwMode="auto">
            <a:xfrm>
              <a:off x="2949" y="1406"/>
              <a:ext cx="1946"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06" name="Text Box 14"/>
            <p:cNvSpPr txBox="1">
              <a:spLocks noChangeArrowheads="1"/>
            </p:cNvSpPr>
            <p:nvPr/>
          </p:nvSpPr>
          <p:spPr bwMode="auto">
            <a:xfrm>
              <a:off x="4935" y="1195"/>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4</a:t>
              </a:r>
              <a:r>
                <a:rPr lang="en-US" altLang="zh-CN" sz="1600">
                  <a:solidFill>
                    <a:srgbClr val="000000"/>
                  </a:solidFill>
                  <a:latin typeface="Times New Roman" panose="02020603050405020304" pitchFamily="18" charset="0"/>
                  <a:ea typeface="宋体" panose="02010600030101010101" pitchFamily="2" charset="-122"/>
                </a:rPr>
                <a:t>=0</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9707" name="Line 13"/>
            <p:cNvSpPr>
              <a:spLocks noChangeShapeType="1"/>
            </p:cNvSpPr>
            <p:nvPr/>
          </p:nvSpPr>
          <p:spPr bwMode="auto">
            <a:xfrm flipV="1">
              <a:off x="2917" y="952"/>
              <a:ext cx="0" cy="273"/>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08" name="Line 12"/>
            <p:cNvSpPr>
              <a:spLocks noChangeShapeType="1"/>
            </p:cNvSpPr>
            <p:nvPr/>
          </p:nvSpPr>
          <p:spPr bwMode="auto">
            <a:xfrm>
              <a:off x="2949" y="1089"/>
              <a:ext cx="1946"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09" name="Text Box 11"/>
            <p:cNvSpPr txBox="1">
              <a:spLocks noChangeArrowheads="1"/>
            </p:cNvSpPr>
            <p:nvPr/>
          </p:nvSpPr>
          <p:spPr bwMode="auto">
            <a:xfrm>
              <a:off x="4935" y="914"/>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3</a:t>
              </a:r>
              <a:r>
                <a:rPr lang="en-US" altLang="zh-CN" sz="1600">
                  <a:solidFill>
                    <a:srgbClr val="000000"/>
                  </a:solidFill>
                  <a:latin typeface="Times New Roman" panose="02020603050405020304" pitchFamily="18" charset="0"/>
                  <a:ea typeface="宋体" panose="02010600030101010101" pitchFamily="2" charset="-122"/>
                </a:rPr>
                <a:t>=0</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9710" name="Line 10"/>
            <p:cNvSpPr>
              <a:spLocks noChangeShapeType="1"/>
            </p:cNvSpPr>
            <p:nvPr/>
          </p:nvSpPr>
          <p:spPr bwMode="auto">
            <a:xfrm flipV="1">
              <a:off x="2922" y="642"/>
              <a:ext cx="0" cy="288"/>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11" name="Line 9"/>
            <p:cNvSpPr>
              <a:spLocks noChangeShapeType="1"/>
            </p:cNvSpPr>
            <p:nvPr/>
          </p:nvSpPr>
          <p:spPr bwMode="auto">
            <a:xfrm>
              <a:off x="2935" y="816"/>
              <a:ext cx="1946" cy="0"/>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12" name="Text Box 8"/>
            <p:cNvSpPr txBox="1">
              <a:spLocks noChangeArrowheads="1"/>
            </p:cNvSpPr>
            <p:nvPr/>
          </p:nvSpPr>
          <p:spPr bwMode="auto">
            <a:xfrm>
              <a:off x="4935" y="609"/>
              <a:ext cx="30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2</a:t>
              </a:r>
              <a:r>
                <a:rPr lang="en-US" altLang="zh-CN" sz="1600">
                  <a:solidFill>
                    <a:srgbClr val="000000"/>
                  </a:solidFill>
                  <a:latin typeface="Times New Roman" panose="02020603050405020304" pitchFamily="18" charset="0"/>
                  <a:ea typeface="宋体" panose="02010600030101010101" pitchFamily="2" charset="-122"/>
                </a:rPr>
                <a:t>=1</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sp>
          <p:nvSpPr>
            <p:cNvPr id="29713" name="Line 7"/>
            <p:cNvSpPr>
              <a:spLocks noChangeShapeType="1"/>
            </p:cNvSpPr>
            <p:nvPr/>
          </p:nvSpPr>
          <p:spPr bwMode="auto">
            <a:xfrm flipH="1">
              <a:off x="2286" y="652"/>
              <a:ext cx="601" cy="0"/>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14" name="Line 6"/>
            <p:cNvSpPr>
              <a:spLocks noChangeShapeType="1"/>
            </p:cNvSpPr>
            <p:nvPr/>
          </p:nvSpPr>
          <p:spPr bwMode="auto">
            <a:xfrm flipV="1">
              <a:off x="2275" y="379"/>
              <a:ext cx="0" cy="288"/>
            </a:xfrm>
            <a:prstGeom prst="line">
              <a:avLst/>
            </a:prstGeom>
            <a:noFill/>
            <a:ln w="9525" cmpd="sng">
              <a:solidFill>
                <a:srgbClr val="000000"/>
              </a:solidFill>
              <a:round/>
              <a:headEnd/>
              <a:tailEnd type="stealth" w="sm" len="med"/>
            </a:ln>
            <a:extLst>
              <a:ext uri="{909E8E84-426E-40DD-AFC4-6F175D3DCCD1}">
                <a14:hiddenFill xmlns:a14="http://schemas.microsoft.com/office/drawing/2010/main">
                  <a:noFill/>
                </a14:hiddenFill>
              </a:ext>
            </a:extLst>
          </p:spPr>
          <p:txBody>
            <a:bodyPr lIns="72000" tIns="108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15" name="Line 5"/>
            <p:cNvSpPr>
              <a:spLocks noChangeShapeType="1"/>
            </p:cNvSpPr>
            <p:nvPr/>
          </p:nvSpPr>
          <p:spPr bwMode="auto">
            <a:xfrm>
              <a:off x="2313" y="544"/>
              <a:ext cx="2559" cy="1"/>
            </a:xfrm>
            <a:prstGeom prst="line">
              <a:avLst/>
            </a:prstGeom>
            <a:noFill/>
            <a:ln w="9525" cmpd="sng">
              <a:solidFill>
                <a:srgbClr val="000000"/>
              </a:solidFill>
              <a:prstDash val="dashDot"/>
              <a:round/>
              <a:headEnd/>
              <a:tailEnd/>
            </a:ln>
            <a:extLst>
              <a:ext uri="{909E8E84-426E-40DD-AFC4-6F175D3DCCD1}">
                <a14:hiddenFill xmlns:a14="http://schemas.microsoft.com/office/drawing/2010/main">
                  <a:noFill/>
                </a14:hiddenFill>
              </a:ext>
            </a:extLst>
          </p:spPr>
          <p:txBody>
            <a:bodyPr lIns="72000" tIns="180000" rIns="0"/>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
          <p:nvSpPr>
            <p:cNvPr id="29716" name="Text Box 4"/>
            <p:cNvSpPr txBox="1">
              <a:spLocks noChangeArrowheads="1"/>
            </p:cNvSpPr>
            <p:nvPr/>
          </p:nvSpPr>
          <p:spPr bwMode="auto">
            <a:xfrm>
              <a:off x="4933" y="334"/>
              <a:ext cx="3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b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i="1">
                  <a:solidFill>
                    <a:srgbClr val="000000"/>
                  </a:solidFill>
                  <a:latin typeface="Times New Roman" panose="02020603050405020304" pitchFamily="18" charset="0"/>
                  <a:ea typeface="宋体" panose="02010600030101010101" pitchFamily="2" charset="-122"/>
                </a:rPr>
                <a:t>x</a:t>
              </a:r>
              <a:r>
                <a:rPr lang="en-US" altLang="zh-CN" sz="1600" baseline="-30000">
                  <a:solidFill>
                    <a:srgbClr val="000000"/>
                  </a:solidFill>
                  <a:latin typeface="Times New Roman" panose="02020603050405020304" pitchFamily="18" charset="0"/>
                  <a:ea typeface="宋体" panose="02010600030101010101" pitchFamily="2" charset="-122"/>
                </a:rPr>
                <a:t>1</a:t>
              </a:r>
              <a:r>
                <a:rPr lang="en-US" altLang="zh-CN" sz="1600">
                  <a:solidFill>
                    <a:srgbClr val="000000"/>
                  </a:solidFill>
                  <a:latin typeface="Times New Roman" panose="02020603050405020304" pitchFamily="18" charset="0"/>
                  <a:ea typeface="宋体" panose="02010600030101010101" pitchFamily="2" charset="-122"/>
                </a:rPr>
                <a:t>=1</a:t>
              </a:r>
            </a:p>
            <a:p>
              <a:pPr fontAlgn="base">
                <a:spcBef>
                  <a:spcPct val="0"/>
                </a:spcBef>
                <a:spcAft>
                  <a:spcPct val="0"/>
                </a:spcAft>
                <a:buFont typeface="Arial" panose="020B0604020202020204" pitchFamily="34" charset="0"/>
                <a:buNone/>
              </a:pPr>
              <a:endParaRPr lang="en-US" altLang="zh-CN" sz="1600">
                <a:solidFill>
                  <a:srgbClr val="000000"/>
                </a:solidFill>
                <a:latin typeface="Times New Roman" panose="02020603050405020304" pitchFamily="18" charset="0"/>
                <a:ea typeface="宋体" panose="02010600030101010101" pitchFamily="2" charset="-122"/>
              </a:endParaRPr>
            </a:p>
          </p:txBody>
        </p:sp>
        <p:grpSp>
          <p:nvGrpSpPr>
            <p:cNvPr id="29717" name="Group 21"/>
            <p:cNvGrpSpPr>
              <a:grpSpLocks/>
            </p:cNvGrpSpPr>
            <p:nvPr/>
          </p:nvGrpSpPr>
          <p:grpSpPr bwMode="auto">
            <a:xfrm>
              <a:off x="2" y="1"/>
              <a:ext cx="710" cy="338"/>
              <a:chOff x="0" y="0"/>
              <a:chExt cx="590" cy="480"/>
            </a:xfrm>
          </p:grpSpPr>
          <p:sp>
            <p:nvSpPr>
              <p:cNvPr id="29718" name="Rectangle 22"/>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9719" name="Rectangle 120"/>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20" name="Group 24"/>
            <p:cNvGrpSpPr>
              <a:grpSpLocks/>
            </p:cNvGrpSpPr>
            <p:nvPr/>
          </p:nvGrpSpPr>
          <p:grpSpPr bwMode="auto">
            <a:xfrm>
              <a:off x="712" y="1"/>
              <a:ext cx="322" cy="338"/>
              <a:chOff x="0" y="0"/>
              <a:chExt cx="268" cy="480"/>
            </a:xfrm>
          </p:grpSpPr>
          <p:sp>
            <p:nvSpPr>
              <p:cNvPr id="29721" name="Rectangle 2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22" name="Rectangle 12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23" name="Group 27"/>
            <p:cNvGrpSpPr>
              <a:grpSpLocks/>
            </p:cNvGrpSpPr>
            <p:nvPr/>
          </p:nvGrpSpPr>
          <p:grpSpPr bwMode="auto">
            <a:xfrm>
              <a:off x="1034" y="1"/>
              <a:ext cx="322" cy="338"/>
              <a:chOff x="0" y="0"/>
              <a:chExt cx="268" cy="480"/>
            </a:xfrm>
          </p:grpSpPr>
          <p:sp>
            <p:nvSpPr>
              <p:cNvPr id="29724" name="Rectangle 2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25" name="Rectangle 124"/>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26" name="Group 30"/>
            <p:cNvGrpSpPr>
              <a:grpSpLocks/>
            </p:cNvGrpSpPr>
            <p:nvPr/>
          </p:nvGrpSpPr>
          <p:grpSpPr bwMode="auto">
            <a:xfrm>
              <a:off x="1356" y="1"/>
              <a:ext cx="323" cy="338"/>
              <a:chOff x="0" y="0"/>
              <a:chExt cx="268" cy="480"/>
            </a:xfrm>
          </p:grpSpPr>
          <p:sp>
            <p:nvSpPr>
              <p:cNvPr id="29727" name="Rectangle 2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28" name="Rectangle 126"/>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29" name="Group 33"/>
            <p:cNvGrpSpPr>
              <a:grpSpLocks/>
            </p:cNvGrpSpPr>
            <p:nvPr/>
          </p:nvGrpSpPr>
          <p:grpSpPr bwMode="auto">
            <a:xfrm>
              <a:off x="1679" y="1"/>
              <a:ext cx="322" cy="338"/>
              <a:chOff x="0" y="0"/>
              <a:chExt cx="268" cy="480"/>
            </a:xfrm>
          </p:grpSpPr>
          <p:sp>
            <p:nvSpPr>
              <p:cNvPr id="29730" name="Rectangle 2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31" name="Rectangle 128"/>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32" name="Group 36"/>
            <p:cNvGrpSpPr>
              <a:grpSpLocks/>
            </p:cNvGrpSpPr>
            <p:nvPr/>
          </p:nvGrpSpPr>
          <p:grpSpPr bwMode="auto">
            <a:xfrm>
              <a:off x="2001" y="1"/>
              <a:ext cx="322" cy="338"/>
              <a:chOff x="0" y="0"/>
              <a:chExt cx="268" cy="480"/>
            </a:xfrm>
          </p:grpSpPr>
          <p:sp>
            <p:nvSpPr>
              <p:cNvPr id="29733" name="Rectangle 2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34" name="Rectangle 130"/>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35" name="Group 39"/>
            <p:cNvGrpSpPr>
              <a:grpSpLocks/>
            </p:cNvGrpSpPr>
            <p:nvPr/>
          </p:nvGrpSpPr>
          <p:grpSpPr bwMode="auto">
            <a:xfrm>
              <a:off x="2323" y="1"/>
              <a:ext cx="323" cy="338"/>
              <a:chOff x="0" y="0"/>
              <a:chExt cx="268" cy="480"/>
            </a:xfrm>
          </p:grpSpPr>
          <p:sp>
            <p:nvSpPr>
              <p:cNvPr id="29736" name="Rectangle 2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37" name="Rectangle 13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38" name="Group 42"/>
            <p:cNvGrpSpPr>
              <a:grpSpLocks/>
            </p:cNvGrpSpPr>
            <p:nvPr/>
          </p:nvGrpSpPr>
          <p:grpSpPr bwMode="auto">
            <a:xfrm>
              <a:off x="2646" y="1"/>
              <a:ext cx="322" cy="338"/>
              <a:chOff x="0" y="0"/>
              <a:chExt cx="268" cy="480"/>
            </a:xfrm>
          </p:grpSpPr>
          <p:sp>
            <p:nvSpPr>
              <p:cNvPr id="29739" name="Rectangle 2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40" name="Rectangle 134"/>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41" name="Group 45"/>
            <p:cNvGrpSpPr>
              <a:grpSpLocks/>
            </p:cNvGrpSpPr>
            <p:nvPr/>
          </p:nvGrpSpPr>
          <p:grpSpPr bwMode="auto">
            <a:xfrm>
              <a:off x="2968" y="1"/>
              <a:ext cx="323" cy="338"/>
              <a:chOff x="0" y="0"/>
              <a:chExt cx="268" cy="480"/>
            </a:xfrm>
          </p:grpSpPr>
          <p:sp>
            <p:nvSpPr>
              <p:cNvPr id="29742" name="Rectangle 3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43" name="Rectangle 136"/>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44" name="Group 48"/>
            <p:cNvGrpSpPr>
              <a:grpSpLocks/>
            </p:cNvGrpSpPr>
            <p:nvPr/>
          </p:nvGrpSpPr>
          <p:grpSpPr bwMode="auto">
            <a:xfrm>
              <a:off x="3291" y="1"/>
              <a:ext cx="322" cy="338"/>
              <a:chOff x="0" y="0"/>
              <a:chExt cx="268" cy="480"/>
            </a:xfrm>
          </p:grpSpPr>
          <p:sp>
            <p:nvSpPr>
              <p:cNvPr id="29745" name="Rectangle 3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7</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46" name="Rectangle 138"/>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47" name="Group 51"/>
            <p:cNvGrpSpPr>
              <a:grpSpLocks/>
            </p:cNvGrpSpPr>
            <p:nvPr/>
          </p:nvGrpSpPr>
          <p:grpSpPr bwMode="auto">
            <a:xfrm>
              <a:off x="3613" y="1"/>
              <a:ext cx="322" cy="338"/>
              <a:chOff x="0" y="0"/>
              <a:chExt cx="268" cy="480"/>
            </a:xfrm>
          </p:grpSpPr>
          <p:sp>
            <p:nvSpPr>
              <p:cNvPr id="29748" name="Rectangle 3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8</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49" name="Rectangle 140"/>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50" name="Group 54"/>
            <p:cNvGrpSpPr>
              <a:grpSpLocks/>
            </p:cNvGrpSpPr>
            <p:nvPr/>
          </p:nvGrpSpPr>
          <p:grpSpPr bwMode="auto">
            <a:xfrm>
              <a:off x="3935" y="1"/>
              <a:ext cx="323" cy="338"/>
              <a:chOff x="0" y="0"/>
              <a:chExt cx="268" cy="480"/>
            </a:xfrm>
          </p:grpSpPr>
          <p:sp>
            <p:nvSpPr>
              <p:cNvPr id="29751" name="Rectangle 3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52" name="Rectangle 14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53" name="Group 57"/>
            <p:cNvGrpSpPr>
              <a:grpSpLocks/>
            </p:cNvGrpSpPr>
            <p:nvPr/>
          </p:nvGrpSpPr>
          <p:grpSpPr bwMode="auto">
            <a:xfrm>
              <a:off x="4258" y="1"/>
              <a:ext cx="322" cy="338"/>
              <a:chOff x="0" y="0"/>
              <a:chExt cx="268" cy="480"/>
            </a:xfrm>
          </p:grpSpPr>
          <p:sp>
            <p:nvSpPr>
              <p:cNvPr id="29754" name="Rectangle 3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55" name="Rectangle 144"/>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56" name="Group 60"/>
            <p:cNvGrpSpPr>
              <a:grpSpLocks/>
            </p:cNvGrpSpPr>
            <p:nvPr/>
          </p:nvGrpSpPr>
          <p:grpSpPr bwMode="auto">
            <a:xfrm>
              <a:off x="2" y="339"/>
              <a:ext cx="710" cy="270"/>
              <a:chOff x="0" y="0"/>
              <a:chExt cx="590" cy="384"/>
            </a:xfrm>
          </p:grpSpPr>
          <p:sp>
            <p:nvSpPr>
              <p:cNvPr id="29757" name="Rectangle 35"/>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 </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9758" name="Rectangle 146"/>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59" name="Group 63"/>
            <p:cNvGrpSpPr>
              <a:grpSpLocks/>
            </p:cNvGrpSpPr>
            <p:nvPr/>
          </p:nvGrpSpPr>
          <p:grpSpPr bwMode="auto">
            <a:xfrm>
              <a:off x="712" y="339"/>
              <a:ext cx="322" cy="270"/>
              <a:chOff x="0" y="0"/>
              <a:chExt cx="268" cy="384"/>
            </a:xfrm>
          </p:grpSpPr>
          <p:sp>
            <p:nvSpPr>
              <p:cNvPr id="29760" name="Rectangle 3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61" name="Rectangle 148"/>
              <p:cNvSpPr>
                <a:spLocks noChangeArrowheads="1"/>
              </p:cNvSpPr>
              <p:nvPr/>
            </p:nvSpPr>
            <p:spPr bwMode="auto">
              <a:xfrm>
                <a:off x="0" y="0"/>
                <a:ext cx="2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62" name="Group 66"/>
            <p:cNvGrpSpPr>
              <a:grpSpLocks/>
            </p:cNvGrpSpPr>
            <p:nvPr/>
          </p:nvGrpSpPr>
          <p:grpSpPr bwMode="auto">
            <a:xfrm>
              <a:off x="1034" y="339"/>
              <a:ext cx="322" cy="270"/>
              <a:chOff x="0" y="0"/>
              <a:chExt cx="268" cy="384"/>
            </a:xfrm>
          </p:grpSpPr>
          <p:sp>
            <p:nvSpPr>
              <p:cNvPr id="29763" name="Rectangle 3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64" name="Rectangle 15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65" name="Group 69"/>
            <p:cNvGrpSpPr>
              <a:grpSpLocks/>
            </p:cNvGrpSpPr>
            <p:nvPr/>
          </p:nvGrpSpPr>
          <p:grpSpPr bwMode="auto">
            <a:xfrm>
              <a:off x="1356" y="339"/>
              <a:ext cx="323" cy="270"/>
              <a:chOff x="0" y="0"/>
              <a:chExt cx="268" cy="384"/>
            </a:xfrm>
          </p:grpSpPr>
          <p:sp>
            <p:nvSpPr>
              <p:cNvPr id="29766" name="Rectangle 3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67" name="Rectangle 15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68" name="Group 72"/>
            <p:cNvGrpSpPr>
              <a:grpSpLocks/>
            </p:cNvGrpSpPr>
            <p:nvPr/>
          </p:nvGrpSpPr>
          <p:grpSpPr bwMode="auto">
            <a:xfrm>
              <a:off x="1679" y="339"/>
              <a:ext cx="322" cy="270"/>
              <a:chOff x="0" y="0"/>
              <a:chExt cx="268" cy="384"/>
            </a:xfrm>
          </p:grpSpPr>
          <p:sp>
            <p:nvSpPr>
              <p:cNvPr id="29769" name="Rectangle 3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sp>
            <p:nvSpPr>
              <p:cNvPr id="29770" name="Rectangle 15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71" name="Group 75"/>
            <p:cNvGrpSpPr>
              <a:grpSpLocks/>
            </p:cNvGrpSpPr>
            <p:nvPr/>
          </p:nvGrpSpPr>
          <p:grpSpPr bwMode="auto">
            <a:xfrm>
              <a:off x="2001" y="339"/>
              <a:ext cx="322" cy="270"/>
              <a:chOff x="0" y="0"/>
              <a:chExt cx="268" cy="384"/>
            </a:xfrm>
          </p:grpSpPr>
          <p:sp>
            <p:nvSpPr>
              <p:cNvPr id="29772" name="Rectangle 4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73" name="Rectangle 15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74" name="Group 78"/>
            <p:cNvGrpSpPr>
              <a:grpSpLocks/>
            </p:cNvGrpSpPr>
            <p:nvPr/>
          </p:nvGrpSpPr>
          <p:grpSpPr bwMode="auto">
            <a:xfrm>
              <a:off x="2323" y="339"/>
              <a:ext cx="323" cy="270"/>
              <a:chOff x="0" y="0"/>
              <a:chExt cx="268" cy="384"/>
            </a:xfrm>
          </p:grpSpPr>
          <p:sp>
            <p:nvSpPr>
              <p:cNvPr id="29775" name="Rectangle 4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76" name="Rectangle 15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77" name="Group 81"/>
            <p:cNvGrpSpPr>
              <a:grpSpLocks/>
            </p:cNvGrpSpPr>
            <p:nvPr/>
          </p:nvGrpSpPr>
          <p:grpSpPr bwMode="auto">
            <a:xfrm>
              <a:off x="2646" y="339"/>
              <a:ext cx="322" cy="270"/>
              <a:chOff x="0" y="0"/>
              <a:chExt cx="268" cy="384"/>
            </a:xfrm>
          </p:grpSpPr>
          <p:sp>
            <p:nvSpPr>
              <p:cNvPr id="29778" name="Rectangle 4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79" name="Rectangle 16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80" name="Group 84"/>
            <p:cNvGrpSpPr>
              <a:grpSpLocks/>
            </p:cNvGrpSpPr>
            <p:nvPr/>
          </p:nvGrpSpPr>
          <p:grpSpPr bwMode="auto">
            <a:xfrm>
              <a:off x="2968" y="339"/>
              <a:ext cx="323" cy="270"/>
              <a:chOff x="0" y="0"/>
              <a:chExt cx="268" cy="384"/>
            </a:xfrm>
          </p:grpSpPr>
          <p:sp>
            <p:nvSpPr>
              <p:cNvPr id="29781" name="Rectangle 5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82" name="Rectangle 16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83" name="Group 87"/>
            <p:cNvGrpSpPr>
              <a:grpSpLocks/>
            </p:cNvGrpSpPr>
            <p:nvPr/>
          </p:nvGrpSpPr>
          <p:grpSpPr bwMode="auto">
            <a:xfrm>
              <a:off x="3291" y="339"/>
              <a:ext cx="322" cy="270"/>
              <a:chOff x="0" y="0"/>
              <a:chExt cx="268" cy="384"/>
            </a:xfrm>
          </p:grpSpPr>
          <p:sp>
            <p:nvSpPr>
              <p:cNvPr id="29784" name="Rectangle 5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85" name="Rectangle 16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86" name="Group 90"/>
            <p:cNvGrpSpPr>
              <a:grpSpLocks/>
            </p:cNvGrpSpPr>
            <p:nvPr/>
          </p:nvGrpSpPr>
          <p:grpSpPr bwMode="auto">
            <a:xfrm>
              <a:off x="3613" y="339"/>
              <a:ext cx="322" cy="270"/>
              <a:chOff x="0" y="0"/>
              <a:chExt cx="268" cy="384"/>
            </a:xfrm>
          </p:grpSpPr>
          <p:sp>
            <p:nvSpPr>
              <p:cNvPr id="29787" name="Rectangle 52"/>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88" name="Rectangle 16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89" name="Group 93"/>
            <p:cNvGrpSpPr>
              <a:grpSpLocks/>
            </p:cNvGrpSpPr>
            <p:nvPr/>
          </p:nvGrpSpPr>
          <p:grpSpPr bwMode="auto">
            <a:xfrm>
              <a:off x="3935" y="339"/>
              <a:ext cx="323" cy="270"/>
              <a:chOff x="0" y="0"/>
              <a:chExt cx="268" cy="384"/>
            </a:xfrm>
          </p:grpSpPr>
          <p:sp>
            <p:nvSpPr>
              <p:cNvPr id="29790" name="Rectangle 53"/>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91" name="Rectangle 16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92" name="Group 96"/>
            <p:cNvGrpSpPr>
              <a:grpSpLocks/>
            </p:cNvGrpSpPr>
            <p:nvPr/>
          </p:nvGrpSpPr>
          <p:grpSpPr bwMode="auto">
            <a:xfrm>
              <a:off x="4258" y="339"/>
              <a:ext cx="322" cy="270"/>
              <a:chOff x="0" y="0"/>
              <a:chExt cx="268" cy="384"/>
            </a:xfrm>
          </p:grpSpPr>
          <p:sp>
            <p:nvSpPr>
              <p:cNvPr id="29793" name="Rectangle 54"/>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794" name="Rectangle 17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95" name="Group 99"/>
            <p:cNvGrpSpPr>
              <a:grpSpLocks/>
            </p:cNvGrpSpPr>
            <p:nvPr/>
          </p:nvGrpSpPr>
          <p:grpSpPr bwMode="auto">
            <a:xfrm>
              <a:off x="2" y="609"/>
              <a:ext cx="710" cy="270"/>
              <a:chOff x="0" y="0"/>
              <a:chExt cx="590" cy="384"/>
            </a:xfrm>
          </p:grpSpPr>
          <p:sp>
            <p:nvSpPr>
              <p:cNvPr id="29796" name="Rectangle 55"/>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1</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9797" name="Rectangle 172"/>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798" name="Group 102"/>
            <p:cNvGrpSpPr>
              <a:grpSpLocks/>
            </p:cNvGrpSpPr>
            <p:nvPr/>
          </p:nvGrpSpPr>
          <p:grpSpPr bwMode="auto">
            <a:xfrm>
              <a:off x="712" y="609"/>
              <a:ext cx="322" cy="270"/>
              <a:chOff x="0" y="0"/>
              <a:chExt cx="268" cy="384"/>
            </a:xfrm>
          </p:grpSpPr>
          <p:sp>
            <p:nvSpPr>
              <p:cNvPr id="29799" name="Rectangle 5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00" name="Rectangle 174"/>
              <p:cNvSpPr>
                <a:spLocks noChangeArrowheads="1"/>
              </p:cNvSpPr>
              <p:nvPr/>
            </p:nvSpPr>
            <p:spPr bwMode="auto">
              <a:xfrm>
                <a:off x="0" y="0"/>
                <a:ext cx="2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01" name="Group 105"/>
            <p:cNvGrpSpPr>
              <a:grpSpLocks/>
            </p:cNvGrpSpPr>
            <p:nvPr/>
          </p:nvGrpSpPr>
          <p:grpSpPr bwMode="auto">
            <a:xfrm>
              <a:off x="1034" y="609"/>
              <a:ext cx="322" cy="270"/>
              <a:chOff x="0" y="0"/>
              <a:chExt cx="268" cy="384"/>
            </a:xfrm>
          </p:grpSpPr>
          <p:sp>
            <p:nvSpPr>
              <p:cNvPr id="29802" name="Rectangle 5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03" name="Rectangle 17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04" name="Group 108"/>
            <p:cNvGrpSpPr>
              <a:grpSpLocks/>
            </p:cNvGrpSpPr>
            <p:nvPr/>
          </p:nvGrpSpPr>
          <p:grpSpPr bwMode="auto">
            <a:xfrm>
              <a:off x="1356" y="609"/>
              <a:ext cx="323" cy="270"/>
              <a:chOff x="0" y="0"/>
              <a:chExt cx="268" cy="384"/>
            </a:xfrm>
          </p:grpSpPr>
          <p:sp>
            <p:nvSpPr>
              <p:cNvPr id="29805" name="Rectangle 5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06" name="Rectangle 17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07" name="Group 111"/>
            <p:cNvGrpSpPr>
              <a:grpSpLocks/>
            </p:cNvGrpSpPr>
            <p:nvPr/>
          </p:nvGrpSpPr>
          <p:grpSpPr bwMode="auto">
            <a:xfrm>
              <a:off x="1679" y="609"/>
              <a:ext cx="322" cy="270"/>
              <a:chOff x="0" y="0"/>
              <a:chExt cx="268" cy="384"/>
            </a:xfrm>
          </p:grpSpPr>
          <p:sp>
            <p:nvSpPr>
              <p:cNvPr id="29808" name="Rectangle 5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09" name="Rectangle 18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10" name="Group 114"/>
            <p:cNvGrpSpPr>
              <a:grpSpLocks/>
            </p:cNvGrpSpPr>
            <p:nvPr/>
          </p:nvGrpSpPr>
          <p:grpSpPr bwMode="auto">
            <a:xfrm>
              <a:off x="2001" y="609"/>
              <a:ext cx="322" cy="270"/>
              <a:chOff x="0" y="0"/>
              <a:chExt cx="268" cy="384"/>
            </a:xfrm>
          </p:grpSpPr>
          <p:sp>
            <p:nvSpPr>
              <p:cNvPr id="29811" name="Rectangle 6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12" name="Rectangle 18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13" name="Group 117"/>
            <p:cNvGrpSpPr>
              <a:grpSpLocks/>
            </p:cNvGrpSpPr>
            <p:nvPr/>
          </p:nvGrpSpPr>
          <p:grpSpPr bwMode="auto">
            <a:xfrm>
              <a:off x="2323" y="609"/>
              <a:ext cx="323" cy="270"/>
              <a:chOff x="0" y="0"/>
              <a:chExt cx="268" cy="384"/>
            </a:xfrm>
          </p:grpSpPr>
          <p:sp>
            <p:nvSpPr>
              <p:cNvPr id="29814" name="Rectangle 6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15" name="Rectangle 18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16" name="Group 120"/>
            <p:cNvGrpSpPr>
              <a:grpSpLocks/>
            </p:cNvGrpSpPr>
            <p:nvPr/>
          </p:nvGrpSpPr>
          <p:grpSpPr bwMode="auto">
            <a:xfrm>
              <a:off x="2646" y="609"/>
              <a:ext cx="322" cy="270"/>
              <a:chOff x="0" y="0"/>
              <a:chExt cx="268" cy="384"/>
            </a:xfrm>
          </p:grpSpPr>
          <p:sp>
            <p:nvSpPr>
              <p:cNvPr id="29817" name="Rectangle 62"/>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18" name="Rectangle 18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19" name="Group 123"/>
            <p:cNvGrpSpPr>
              <a:grpSpLocks/>
            </p:cNvGrpSpPr>
            <p:nvPr/>
          </p:nvGrpSpPr>
          <p:grpSpPr bwMode="auto">
            <a:xfrm>
              <a:off x="2968" y="609"/>
              <a:ext cx="323" cy="270"/>
              <a:chOff x="0" y="0"/>
              <a:chExt cx="268" cy="384"/>
            </a:xfrm>
          </p:grpSpPr>
          <p:sp>
            <p:nvSpPr>
              <p:cNvPr id="29820" name="Rectangle 63"/>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21" name="Rectangle 18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22" name="Group 126"/>
            <p:cNvGrpSpPr>
              <a:grpSpLocks/>
            </p:cNvGrpSpPr>
            <p:nvPr/>
          </p:nvGrpSpPr>
          <p:grpSpPr bwMode="auto">
            <a:xfrm>
              <a:off x="3291" y="609"/>
              <a:ext cx="322" cy="270"/>
              <a:chOff x="0" y="0"/>
              <a:chExt cx="268" cy="384"/>
            </a:xfrm>
          </p:grpSpPr>
          <p:sp>
            <p:nvSpPr>
              <p:cNvPr id="29823" name="Rectangle 64"/>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24" name="Rectangle 19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25" name="Group 129"/>
            <p:cNvGrpSpPr>
              <a:grpSpLocks/>
            </p:cNvGrpSpPr>
            <p:nvPr/>
          </p:nvGrpSpPr>
          <p:grpSpPr bwMode="auto">
            <a:xfrm>
              <a:off x="3613" y="609"/>
              <a:ext cx="322" cy="270"/>
              <a:chOff x="0" y="0"/>
              <a:chExt cx="268" cy="384"/>
            </a:xfrm>
          </p:grpSpPr>
          <p:sp>
            <p:nvSpPr>
              <p:cNvPr id="29826" name="Rectangle 65"/>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27" name="Rectangle 19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28" name="Group 132"/>
            <p:cNvGrpSpPr>
              <a:grpSpLocks/>
            </p:cNvGrpSpPr>
            <p:nvPr/>
          </p:nvGrpSpPr>
          <p:grpSpPr bwMode="auto">
            <a:xfrm>
              <a:off x="3935" y="609"/>
              <a:ext cx="323" cy="270"/>
              <a:chOff x="0" y="0"/>
              <a:chExt cx="268" cy="384"/>
            </a:xfrm>
          </p:grpSpPr>
          <p:sp>
            <p:nvSpPr>
              <p:cNvPr id="29829" name="Rectangle 6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30" name="Rectangle 19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31" name="Group 135"/>
            <p:cNvGrpSpPr>
              <a:grpSpLocks/>
            </p:cNvGrpSpPr>
            <p:nvPr/>
          </p:nvGrpSpPr>
          <p:grpSpPr bwMode="auto">
            <a:xfrm>
              <a:off x="4258" y="609"/>
              <a:ext cx="322" cy="270"/>
              <a:chOff x="0" y="0"/>
              <a:chExt cx="268" cy="384"/>
            </a:xfrm>
          </p:grpSpPr>
          <p:sp>
            <p:nvSpPr>
              <p:cNvPr id="29832" name="Rectangle 6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33" name="Rectangle 19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34" name="Group 138"/>
            <p:cNvGrpSpPr>
              <a:grpSpLocks/>
            </p:cNvGrpSpPr>
            <p:nvPr/>
          </p:nvGrpSpPr>
          <p:grpSpPr bwMode="auto">
            <a:xfrm>
              <a:off x="2" y="879"/>
              <a:ext cx="710" cy="270"/>
              <a:chOff x="0" y="0"/>
              <a:chExt cx="590" cy="384"/>
            </a:xfrm>
          </p:grpSpPr>
          <p:sp>
            <p:nvSpPr>
              <p:cNvPr id="29835" name="Rectangle 68"/>
              <p:cNvSpPr>
                <a:spLocks noChangeArrowheads="1"/>
              </p:cNvSpPr>
              <p:nvPr/>
            </p:nvSpPr>
            <p:spPr bwMode="auto">
              <a:xfrm>
                <a:off x="43" y="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=2 v</a:t>
                </a:r>
                <a:r>
                  <a:rPr lang="en-US" altLang="zh-CN" sz="1600" b="1" baseline="-30000">
                    <a:solidFill>
                      <a:srgbClr val="000000"/>
                    </a:solidFill>
                    <a:latin typeface="Times New Roman" panose="02020603050405020304" pitchFamily="18" charset="0"/>
                    <a:ea typeface="宋体" panose="02010600030101010101" pitchFamily="2" charset="-122"/>
                  </a:rPr>
                  <a:t>2</a:t>
                </a:r>
                <a:r>
                  <a:rPr lang="en-US" altLang="zh-CN" sz="16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9836" name="Rectangle 198"/>
              <p:cNvSpPr>
                <a:spLocks noChangeArrowheads="1"/>
              </p:cNvSpPr>
              <p:nvPr/>
            </p:nvSpPr>
            <p:spPr bwMode="auto">
              <a:xfrm>
                <a:off x="0" y="0"/>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37" name="Group 141"/>
            <p:cNvGrpSpPr>
              <a:grpSpLocks/>
            </p:cNvGrpSpPr>
            <p:nvPr/>
          </p:nvGrpSpPr>
          <p:grpSpPr bwMode="auto">
            <a:xfrm>
              <a:off x="712" y="879"/>
              <a:ext cx="322" cy="270"/>
              <a:chOff x="0" y="0"/>
              <a:chExt cx="268" cy="384"/>
            </a:xfrm>
          </p:grpSpPr>
          <p:sp>
            <p:nvSpPr>
              <p:cNvPr id="29838" name="Rectangle 6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39" name="Rectangle 200"/>
              <p:cNvSpPr>
                <a:spLocks noChangeArrowheads="1"/>
              </p:cNvSpPr>
              <p:nvPr/>
            </p:nvSpPr>
            <p:spPr bwMode="auto">
              <a:xfrm>
                <a:off x="0" y="0"/>
                <a:ext cx="2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40" name="Group 144"/>
            <p:cNvGrpSpPr>
              <a:grpSpLocks/>
            </p:cNvGrpSpPr>
            <p:nvPr/>
          </p:nvGrpSpPr>
          <p:grpSpPr bwMode="auto">
            <a:xfrm>
              <a:off x="1034" y="879"/>
              <a:ext cx="322" cy="270"/>
              <a:chOff x="0" y="0"/>
              <a:chExt cx="268" cy="384"/>
            </a:xfrm>
          </p:grpSpPr>
          <p:sp>
            <p:nvSpPr>
              <p:cNvPr id="29841" name="Rectangle 7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42" name="Rectangle 20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43" name="Group 147"/>
            <p:cNvGrpSpPr>
              <a:grpSpLocks/>
            </p:cNvGrpSpPr>
            <p:nvPr/>
          </p:nvGrpSpPr>
          <p:grpSpPr bwMode="auto">
            <a:xfrm>
              <a:off x="1356" y="879"/>
              <a:ext cx="323" cy="270"/>
              <a:chOff x="0" y="0"/>
              <a:chExt cx="268" cy="384"/>
            </a:xfrm>
          </p:grpSpPr>
          <p:sp>
            <p:nvSpPr>
              <p:cNvPr id="29844" name="Rectangle 7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45" name="Rectangle 20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46" name="Group 150"/>
            <p:cNvGrpSpPr>
              <a:grpSpLocks/>
            </p:cNvGrpSpPr>
            <p:nvPr/>
          </p:nvGrpSpPr>
          <p:grpSpPr bwMode="auto">
            <a:xfrm>
              <a:off x="1679" y="879"/>
              <a:ext cx="322" cy="270"/>
              <a:chOff x="0" y="0"/>
              <a:chExt cx="268" cy="384"/>
            </a:xfrm>
          </p:grpSpPr>
          <p:sp>
            <p:nvSpPr>
              <p:cNvPr id="29847" name="Rectangle 72"/>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48" name="Rectangle 20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49" name="Group 153"/>
            <p:cNvGrpSpPr>
              <a:grpSpLocks/>
            </p:cNvGrpSpPr>
            <p:nvPr/>
          </p:nvGrpSpPr>
          <p:grpSpPr bwMode="auto">
            <a:xfrm>
              <a:off x="2001" y="879"/>
              <a:ext cx="322" cy="270"/>
              <a:chOff x="0" y="0"/>
              <a:chExt cx="268" cy="384"/>
            </a:xfrm>
          </p:grpSpPr>
          <p:sp>
            <p:nvSpPr>
              <p:cNvPr id="29850" name="Rectangle 73"/>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51" name="Rectangle 20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52" name="Group 156"/>
            <p:cNvGrpSpPr>
              <a:grpSpLocks/>
            </p:cNvGrpSpPr>
            <p:nvPr/>
          </p:nvGrpSpPr>
          <p:grpSpPr bwMode="auto">
            <a:xfrm>
              <a:off x="2323" y="879"/>
              <a:ext cx="323" cy="270"/>
              <a:chOff x="0" y="0"/>
              <a:chExt cx="268" cy="384"/>
            </a:xfrm>
          </p:grpSpPr>
          <p:sp>
            <p:nvSpPr>
              <p:cNvPr id="29853" name="Rectangle 74"/>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54" name="Rectangle 21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55" name="Group 159"/>
            <p:cNvGrpSpPr>
              <a:grpSpLocks/>
            </p:cNvGrpSpPr>
            <p:nvPr/>
          </p:nvGrpSpPr>
          <p:grpSpPr bwMode="auto">
            <a:xfrm>
              <a:off x="2646" y="879"/>
              <a:ext cx="322" cy="270"/>
              <a:chOff x="0" y="0"/>
              <a:chExt cx="268" cy="384"/>
            </a:xfrm>
          </p:grpSpPr>
          <p:sp>
            <p:nvSpPr>
              <p:cNvPr id="29856" name="Rectangle 75"/>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57" name="Rectangle 21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58" name="Group 162"/>
            <p:cNvGrpSpPr>
              <a:grpSpLocks/>
            </p:cNvGrpSpPr>
            <p:nvPr/>
          </p:nvGrpSpPr>
          <p:grpSpPr bwMode="auto">
            <a:xfrm>
              <a:off x="2949" y="862"/>
              <a:ext cx="323" cy="270"/>
              <a:chOff x="0" y="0"/>
              <a:chExt cx="268" cy="384"/>
            </a:xfrm>
          </p:grpSpPr>
          <p:sp>
            <p:nvSpPr>
              <p:cNvPr id="29859" name="Rectangle 76"/>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60" name="Rectangle 214"/>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61" name="Group 165"/>
            <p:cNvGrpSpPr>
              <a:grpSpLocks/>
            </p:cNvGrpSpPr>
            <p:nvPr/>
          </p:nvGrpSpPr>
          <p:grpSpPr bwMode="auto">
            <a:xfrm>
              <a:off x="3291" y="879"/>
              <a:ext cx="322" cy="270"/>
              <a:chOff x="0" y="0"/>
              <a:chExt cx="268" cy="384"/>
            </a:xfrm>
          </p:grpSpPr>
          <p:sp>
            <p:nvSpPr>
              <p:cNvPr id="29862" name="Rectangle 77"/>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63" name="Rectangle 216"/>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64" name="Group 168"/>
            <p:cNvGrpSpPr>
              <a:grpSpLocks/>
            </p:cNvGrpSpPr>
            <p:nvPr/>
          </p:nvGrpSpPr>
          <p:grpSpPr bwMode="auto">
            <a:xfrm>
              <a:off x="3613" y="879"/>
              <a:ext cx="322" cy="270"/>
              <a:chOff x="0" y="0"/>
              <a:chExt cx="268" cy="384"/>
            </a:xfrm>
          </p:grpSpPr>
          <p:sp>
            <p:nvSpPr>
              <p:cNvPr id="29865" name="Rectangle 78"/>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66" name="Rectangle 218"/>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67" name="Group 171"/>
            <p:cNvGrpSpPr>
              <a:grpSpLocks/>
            </p:cNvGrpSpPr>
            <p:nvPr/>
          </p:nvGrpSpPr>
          <p:grpSpPr bwMode="auto">
            <a:xfrm>
              <a:off x="3935" y="879"/>
              <a:ext cx="323" cy="270"/>
              <a:chOff x="0" y="0"/>
              <a:chExt cx="268" cy="384"/>
            </a:xfrm>
          </p:grpSpPr>
          <p:sp>
            <p:nvSpPr>
              <p:cNvPr id="29868" name="Rectangle 79"/>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69" name="Rectangle 220"/>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70" name="Group 174"/>
            <p:cNvGrpSpPr>
              <a:grpSpLocks/>
            </p:cNvGrpSpPr>
            <p:nvPr/>
          </p:nvGrpSpPr>
          <p:grpSpPr bwMode="auto">
            <a:xfrm>
              <a:off x="4258" y="879"/>
              <a:ext cx="322" cy="270"/>
              <a:chOff x="0" y="0"/>
              <a:chExt cx="268" cy="384"/>
            </a:xfrm>
          </p:grpSpPr>
          <p:sp>
            <p:nvSpPr>
              <p:cNvPr id="29871" name="Rectangle 80"/>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CC0000"/>
                  </a:solidFill>
                  <a:latin typeface="Times New Roman" panose="02020603050405020304" pitchFamily="18" charset="0"/>
                  <a:ea typeface="宋体" panose="02010600030101010101" pitchFamily="2" charset="-122"/>
                </a:endParaRPr>
              </a:p>
            </p:txBody>
          </p:sp>
          <p:sp>
            <p:nvSpPr>
              <p:cNvPr id="29872" name="Rectangle 22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73" name="Group 177"/>
            <p:cNvGrpSpPr>
              <a:grpSpLocks/>
            </p:cNvGrpSpPr>
            <p:nvPr/>
          </p:nvGrpSpPr>
          <p:grpSpPr bwMode="auto">
            <a:xfrm>
              <a:off x="2" y="1149"/>
              <a:ext cx="710" cy="337"/>
              <a:chOff x="0" y="0"/>
              <a:chExt cx="590" cy="480"/>
            </a:xfrm>
          </p:grpSpPr>
          <p:sp>
            <p:nvSpPr>
              <p:cNvPr id="29874" name="Rectangle 81"/>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=6 v</a:t>
                </a:r>
                <a:r>
                  <a:rPr lang="en-US" altLang="zh-CN" sz="1600" b="1" baseline="-30000">
                    <a:solidFill>
                      <a:srgbClr val="000000"/>
                    </a:solidFill>
                    <a:latin typeface="Times New Roman" panose="02020603050405020304" pitchFamily="18" charset="0"/>
                    <a:ea typeface="宋体" panose="02010600030101010101" pitchFamily="2" charset="-122"/>
                  </a:rPr>
                  <a:t>3</a:t>
                </a:r>
                <a:r>
                  <a:rPr lang="en-US" altLang="zh-CN" sz="16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9875" name="Rectangle 224"/>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76" name="Group 180"/>
            <p:cNvGrpSpPr>
              <a:grpSpLocks/>
            </p:cNvGrpSpPr>
            <p:nvPr/>
          </p:nvGrpSpPr>
          <p:grpSpPr bwMode="auto">
            <a:xfrm>
              <a:off x="712" y="1149"/>
              <a:ext cx="322" cy="337"/>
              <a:chOff x="0" y="0"/>
              <a:chExt cx="268" cy="480"/>
            </a:xfrm>
          </p:grpSpPr>
          <p:sp>
            <p:nvSpPr>
              <p:cNvPr id="29877" name="Rectangle 8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78" name="Rectangle 226"/>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79" name="Group 183"/>
            <p:cNvGrpSpPr>
              <a:grpSpLocks/>
            </p:cNvGrpSpPr>
            <p:nvPr/>
          </p:nvGrpSpPr>
          <p:grpSpPr bwMode="auto">
            <a:xfrm>
              <a:off x="1034" y="1149"/>
              <a:ext cx="322" cy="337"/>
              <a:chOff x="0" y="0"/>
              <a:chExt cx="268" cy="480"/>
            </a:xfrm>
          </p:grpSpPr>
          <p:sp>
            <p:nvSpPr>
              <p:cNvPr id="29880" name="Rectangle 8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81" name="Rectangle 22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82" name="Group 186"/>
            <p:cNvGrpSpPr>
              <a:grpSpLocks/>
            </p:cNvGrpSpPr>
            <p:nvPr/>
          </p:nvGrpSpPr>
          <p:grpSpPr bwMode="auto">
            <a:xfrm>
              <a:off x="1356" y="1149"/>
              <a:ext cx="323" cy="337"/>
              <a:chOff x="0" y="0"/>
              <a:chExt cx="268" cy="480"/>
            </a:xfrm>
          </p:grpSpPr>
          <p:sp>
            <p:nvSpPr>
              <p:cNvPr id="29883" name="Rectangle 8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84" name="Rectangle 23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85" name="Group 189"/>
            <p:cNvGrpSpPr>
              <a:grpSpLocks/>
            </p:cNvGrpSpPr>
            <p:nvPr/>
          </p:nvGrpSpPr>
          <p:grpSpPr bwMode="auto">
            <a:xfrm>
              <a:off x="1679" y="1149"/>
              <a:ext cx="322" cy="337"/>
              <a:chOff x="0" y="0"/>
              <a:chExt cx="268" cy="480"/>
            </a:xfrm>
          </p:grpSpPr>
          <p:sp>
            <p:nvSpPr>
              <p:cNvPr id="29886" name="Rectangle 8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87" name="Rectangle 23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88" name="Group 192"/>
            <p:cNvGrpSpPr>
              <a:grpSpLocks/>
            </p:cNvGrpSpPr>
            <p:nvPr/>
          </p:nvGrpSpPr>
          <p:grpSpPr bwMode="auto">
            <a:xfrm>
              <a:off x="2001" y="1149"/>
              <a:ext cx="322" cy="337"/>
              <a:chOff x="0" y="0"/>
              <a:chExt cx="268" cy="480"/>
            </a:xfrm>
          </p:grpSpPr>
          <p:sp>
            <p:nvSpPr>
              <p:cNvPr id="29889" name="Rectangle 8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90" name="Rectangle 23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91" name="Group 195"/>
            <p:cNvGrpSpPr>
              <a:grpSpLocks/>
            </p:cNvGrpSpPr>
            <p:nvPr/>
          </p:nvGrpSpPr>
          <p:grpSpPr bwMode="auto">
            <a:xfrm>
              <a:off x="2323" y="1149"/>
              <a:ext cx="323" cy="337"/>
              <a:chOff x="0" y="0"/>
              <a:chExt cx="268" cy="480"/>
            </a:xfrm>
          </p:grpSpPr>
          <p:sp>
            <p:nvSpPr>
              <p:cNvPr id="29892" name="Rectangle 8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93" name="Rectangle 23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94" name="Group 198"/>
            <p:cNvGrpSpPr>
              <a:grpSpLocks/>
            </p:cNvGrpSpPr>
            <p:nvPr/>
          </p:nvGrpSpPr>
          <p:grpSpPr bwMode="auto">
            <a:xfrm>
              <a:off x="2646" y="1149"/>
              <a:ext cx="322" cy="337"/>
              <a:chOff x="0" y="0"/>
              <a:chExt cx="268" cy="480"/>
            </a:xfrm>
          </p:grpSpPr>
          <p:sp>
            <p:nvSpPr>
              <p:cNvPr id="29895" name="Rectangle 8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96" name="Rectangle 23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897" name="Group 201"/>
            <p:cNvGrpSpPr>
              <a:grpSpLocks/>
            </p:cNvGrpSpPr>
            <p:nvPr/>
          </p:nvGrpSpPr>
          <p:grpSpPr bwMode="auto">
            <a:xfrm>
              <a:off x="2968" y="1149"/>
              <a:ext cx="323" cy="337"/>
              <a:chOff x="0" y="0"/>
              <a:chExt cx="268" cy="480"/>
            </a:xfrm>
          </p:grpSpPr>
          <p:sp>
            <p:nvSpPr>
              <p:cNvPr id="29898" name="Rectangle 8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899" name="Rectangle 24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00" name="Group 204"/>
            <p:cNvGrpSpPr>
              <a:grpSpLocks/>
            </p:cNvGrpSpPr>
            <p:nvPr/>
          </p:nvGrpSpPr>
          <p:grpSpPr bwMode="auto">
            <a:xfrm>
              <a:off x="3291" y="1149"/>
              <a:ext cx="322" cy="337"/>
              <a:chOff x="0" y="0"/>
              <a:chExt cx="268" cy="480"/>
            </a:xfrm>
          </p:grpSpPr>
          <p:sp>
            <p:nvSpPr>
              <p:cNvPr id="29901" name="Rectangle 9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02" name="Rectangle 24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03" name="Group 207"/>
            <p:cNvGrpSpPr>
              <a:grpSpLocks/>
            </p:cNvGrpSpPr>
            <p:nvPr/>
          </p:nvGrpSpPr>
          <p:grpSpPr bwMode="auto">
            <a:xfrm>
              <a:off x="3613" y="1149"/>
              <a:ext cx="322" cy="337"/>
              <a:chOff x="0" y="0"/>
              <a:chExt cx="268" cy="480"/>
            </a:xfrm>
          </p:grpSpPr>
          <p:sp>
            <p:nvSpPr>
              <p:cNvPr id="29904" name="Rectangle 9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05" name="Rectangle 24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06" name="Group 210"/>
            <p:cNvGrpSpPr>
              <a:grpSpLocks/>
            </p:cNvGrpSpPr>
            <p:nvPr/>
          </p:nvGrpSpPr>
          <p:grpSpPr bwMode="auto">
            <a:xfrm>
              <a:off x="3935" y="1149"/>
              <a:ext cx="323" cy="337"/>
              <a:chOff x="0" y="0"/>
              <a:chExt cx="268" cy="480"/>
            </a:xfrm>
          </p:grpSpPr>
          <p:sp>
            <p:nvSpPr>
              <p:cNvPr id="29907" name="Rectangle 9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08" name="Rectangle 24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09" name="Group 213"/>
            <p:cNvGrpSpPr>
              <a:grpSpLocks/>
            </p:cNvGrpSpPr>
            <p:nvPr/>
          </p:nvGrpSpPr>
          <p:grpSpPr bwMode="auto">
            <a:xfrm>
              <a:off x="4258" y="1149"/>
              <a:ext cx="322" cy="337"/>
              <a:chOff x="0" y="0"/>
              <a:chExt cx="268" cy="480"/>
            </a:xfrm>
          </p:grpSpPr>
          <p:sp>
            <p:nvSpPr>
              <p:cNvPr id="29910" name="Rectangle 9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11" name="Rectangle 24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12" name="Group 216"/>
            <p:cNvGrpSpPr>
              <a:grpSpLocks/>
            </p:cNvGrpSpPr>
            <p:nvPr/>
          </p:nvGrpSpPr>
          <p:grpSpPr bwMode="auto">
            <a:xfrm>
              <a:off x="2" y="1486"/>
              <a:ext cx="710" cy="338"/>
              <a:chOff x="0" y="0"/>
              <a:chExt cx="590" cy="480"/>
            </a:xfrm>
          </p:grpSpPr>
          <p:sp>
            <p:nvSpPr>
              <p:cNvPr id="29913" name="Rectangle 94"/>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=5 v</a:t>
                </a:r>
                <a:r>
                  <a:rPr lang="en-US" altLang="zh-CN" sz="1600" b="1" baseline="-30000">
                    <a:solidFill>
                      <a:srgbClr val="000000"/>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9914" name="Rectangle 250"/>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15" name="Group 219"/>
            <p:cNvGrpSpPr>
              <a:grpSpLocks/>
            </p:cNvGrpSpPr>
            <p:nvPr/>
          </p:nvGrpSpPr>
          <p:grpSpPr bwMode="auto">
            <a:xfrm>
              <a:off x="712" y="1486"/>
              <a:ext cx="322" cy="338"/>
              <a:chOff x="0" y="0"/>
              <a:chExt cx="268" cy="480"/>
            </a:xfrm>
          </p:grpSpPr>
          <p:sp>
            <p:nvSpPr>
              <p:cNvPr id="29916" name="Rectangle 9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17" name="Rectangle 252"/>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18" name="Group 222"/>
            <p:cNvGrpSpPr>
              <a:grpSpLocks/>
            </p:cNvGrpSpPr>
            <p:nvPr/>
          </p:nvGrpSpPr>
          <p:grpSpPr bwMode="auto">
            <a:xfrm>
              <a:off x="1034" y="1486"/>
              <a:ext cx="322" cy="338"/>
              <a:chOff x="0" y="0"/>
              <a:chExt cx="268" cy="480"/>
            </a:xfrm>
          </p:grpSpPr>
          <p:sp>
            <p:nvSpPr>
              <p:cNvPr id="29919" name="Rectangle 9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20" name="Rectangle 25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21" name="Group 225"/>
            <p:cNvGrpSpPr>
              <a:grpSpLocks/>
            </p:cNvGrpSpPr>
            <p:nvPr/>
          </p:nvGrpSpPr>
          <p:grpSpPr bwMode="auto">
            <a:xfrm>
              <a:off x="1356" y="1486"/>
              <a:ext cx="323" cy="338"/>
              <a:chOff x="0" y="0"/>
              <a:chExt cx="268" cy="480"/>
            </a:xfrm>
          </p:grpSpPr>
          <p:sp>
            <p:nvSpPr>
              <p:cNvPr id="29922" name="Rectangle 9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23" name="Rectangle 25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24" name="Group 228"/>
            <p:cNvGrpSpPr>
              <a:grpSpLocks/>
            </p:cNvGrpSpPr>
            <p:nvPr/>
          </p:nvGrpSpPr>
          <p:grpSpPr bwMode="auto">
            <a:xfrm>
              <a:off x="1679" y="1486"/>
              <a:ext cx="322" cy="338"/>
              <a:chOff x="0" y="0"/>
              <a:chExt cx="268" cy="480"/>
            </a:xfrm>
          </p:grpSpPr>
          <p:sp>
            <p:nvSpPr>
              <p:cNvPr id="29925" name="Rectangle 9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26" name="Rectangle 25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27" name="Group 231"/>
            <p:cNvGrpSpPr>
              <a:grpSpLocks/>
            </p:cNvGrpSpPr>
            <p:nvPr/>
          </p:nvGrpSpPr>
          <p:grpSpPr bwMode="auto">
            <a:xfrm>
              <a:off x="2001" y="1486"/>
              <a:ext cx="322" cy="338"/>
              <a:chOff x="0" y="0"/>
              <a:chExt cx="268" cy="480"/>
            </a:xfrm>
          </p:grpSpPr>
          <p:sp>
            <p:nvSpPr>
              <p:cNvPr id="29928" name="Rectangle 9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29" name="Rectangle 26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30" name="Group 234"/>
            <p:cNvGrpSpPr>
              <a:grpSpLocks/>
            </p:cNvGrpSpPr>
            <p:nvPr/>
          </p:nvGrpSpPr>
          <p:grpSpPr bwMode="auto">
            <a:xfrm>
              <a:off x="2323" y="1486"/>
              <a:ext cx="323" cy="338"/>
              <a:chOff x="0" y="0"/>
              <a:chExt cx="268" cy="480"/>
            </a:xfrm>
          </p:grpSpPr>
          <p:sp>
            <p:nvSpPr>
              <p:cNvPr id="29931" name="Rectangle 10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32" name="Rectangle 26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33" name="Group 237"/>
            <p:cNvGrpSpPr>
              <a:grpSpLocks/>
            </p:cNvGrpSpPr>
            <p:nvPr/>
          </p:nvGrpSpPr>
          <p:grpSpPr bwMode="auto">
            <a:xfrm>
              <a:off x="2646" y="1486"/>
              <a:ext cx="322" cy="338"/>
              <a:chOff x="0" y="0"/>
              <a:chExt cx="268" cy="480"/>
            </a:xfrm>
          </p:grpSpPr>
          <p:sp>
            <p:nvSpPr>
              <p:cNvPr id="29934" name="Rectangle 10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35" name="Rectangle 26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36" name="Group 240"/>
            <p:cNvGrpSpPr>
              <a:grpSpLocks/>
            </p:cNvGrpSpPr>
            <p:nvPr/>
          </p:nvGrpSpPr>
          <p:grpSpPr bwMode="auto">
            <a:xfrm>
              <a:off x="2968" y="1486"/>
              <a:ext cx="323" cy="338"/>
              <a:chOff x="0" y="0"/>
              <a:chExt cx="268" cy="480"/>
            </a:xfrm>
          </p:grpSpPr>
          <p:sp>
            <p:nvSpPr>
              <p:cNvPr id="29937" name="Rectangle 10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3333CC"/>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38" name="Rectangle 26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39" name="Group 243"/>
            <p:cNvGrpSpPr>
              <a:grpSpLocks/>
            </p:cNvGrpSpPr>
            <p:nvPr/>
          </p:nvGrpSpPr>
          <p:grpSpPr bwMode="auto">
            <a:xfrm>
              <a:off x="3291" y="1486"/>
              <a:ext cx="322" cy="338"/>
              <a:chOff x="0" y="0"/>
              <a:chExt cx="268" cy="480"/>
            </a:xfrm>
          </p:grpSpPr>
          <p:sp>
            <p:nvSpPr>
              <p:cNvPr id="29940" name="Rectangle 10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41" name="Rectangle 26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42" name="Group 246"/>
            <p:cNvGrpSpPr>
              <a:grpSpLocks/>
            </p:cNvGrpSpPr>
            <p:nvPr/>
          </p:nvGrpSpPr>
          <p:grpSpPr bwMode="auto">
            <a:xfrm>
              <a:off x="3613" y="1486"/>
              <a:ext cx="322" cy="338"/>
              <a:chOff x="0" y="0"/>
              <a:chExt cx="268" cy="480"/>
            </a:xfrm>
          </p:grpSpPr>
          <p:sp>
            <p:nvSpPr>
              <p:cNvPr id="29943" name="Rectangle 10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11</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44" name="Rectangle 27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45" name="Group 249"/>
            <p:cNvGrpSpPr>
              <a:grpSpLocks/>
            </p:cNvGrpSpPr>
            <p:nvPr/>
          </p:nvGrpSpPr>
          <p:grpSpPr bwMode="auto">
            <a:xfrm>
              <a:off x="3935" y="1486"/>
              <a:ext cx="323" cy="338"/>
              <a:chOff x="0" y="0"/>
              <a:chExt cx="268" cy="480"/>
            </a:xfrm>
          </p:grpSpPr>
          <p:sp>
            <p:nvSpPr>
              <p:cNvPr id="29946" name="Rectangle 10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13</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47" name="Rectangle 27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48" name="Group 252"/>
            <p:cNvGrpSpPr>
              <a:grpSpLocks/>
            </p:cNvGrpSpPr>
            <p:nvPr/>
          </p:nvGrpSpPr>
          <p:grpSpPr bwMode="auto">
            <a:xfrm>
              <a:off x="4258" y="1486"/>
              <a:ext cx="322" cy="338"/>
              <a:chOff x="0" y="0"/>
              <a:chExt cx="268" cy="480"/>
            </a:xfrm>
          </p:grpSpPr>
          <p:sp>
            <p:nvSpPr>
              <p:cNvPr id="29949" name="Rectangle 10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CC0000"/>
                    </a:solidFill>
                    <a:latin typeface="Times New Roman" panose="02020603050405020304" pitchFamily="18" charset="0"/>
                    <a:ea typeface="宋体" panose="02010600030101010101" pitchFamily="2" charset="-122"/>
                  </a:rPr>
                  <a:t>14</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50" name="Rectangle 27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51" name="Group 255"/>
            <p:cNvGrpSpPr>
              <a:grpSpLocks/>
            </p:cNvGrpSpPr>
            <p:nvPr/>
          </p:nvGrpSpPr>
          <p:grpSpPr bwMode="auto">
            <a:xfrm>
              <a:off x="2" y="1824"/>
              <a:ext cx="710" cy="337"/>
              <a:chOff x="0" y="0"/>
              <a:chExt cx="590" cy="480"/>
            </a:xfrm>
          </p:grpSpPr>
          <p:sp>
            <p:nvSpPr>
              <p:cNvPr id="29952" name="Rectangle 107"/>
              <p:cNvSpPr>
                <a:spLocks noChangeArrowheads="1"/>
              </p:cNvSpPr>
              <p:nvPr/>
            </p:nvSpPr>
            <p:spPr bwMode="auto">
              <a:xfrm>
                <a:off x="43" y="0"/>
                <a:ext cx="5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w</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a:t>
                </a:r>
                <a:r>
                  <a:rPr lang="zh-CN" altLang="en-US" sz="1600" b="1">
                    <a:solidFill>
                      <a:srgbClr val="3333CC"/>
                    </a:solidFill>
                    <a:latin typeface="Times New Roman" panose="02020603050405020304" pitchFamily="18" charset="0"/>
                    <a:ea typeface="宋体" panose="02010600030101010101" pitchFamily="2" charset="-122"/>
                  </a:rPr>
                  <a:t>4</a:t>
                </a:r>
                <a:r>
                  <a:rPr lang="en-US" altLang="zh-CN" sz="1600" b="1">
                    <a:solidFill>
                      <a:srgbClr val="000000"/>
                    </a:solidFill>
                    <a:latin typeface="Times New Roman" panose="02020603050405020304" pitchFamily="18" charset="0"/>
                    <a:ea typeface="宋体" panose="02010600030101010101" pitchFamily="2" charset="-122"/>
                  </a:rPr>
                  <a:t> v</a:t>
                </a:r>
                <a:r>
                  <a:rPr lang="en-US" altLang="zh-CN" sz="1600" b="1" baseline="-30000">
                    <a:solidFill>
                      <a:srgbClr val="000000"/>
                    </a:solidFill>
                    <a:latin typeface="Times New Roman" panose="02020603050405020304" pitchFamily="18" charset="0"/>
                    <a:ea typeface="宋体" panose="02010600030101010101" pitchFamily="2" charset="-122"/>
                  </a:rPr>
                  <a:t>5</a:t>
                </a:r>
                <a:r>
                  <a:rPr lang="en-US" altLang="zh-CN" sz="16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29953" name="Rectangle 276"/>
              <p:cNvSpPr>
                <a:spLocks noChangeArrowheads="1"/>
              </p:cNvSpPr>
              <p:nvPr/>
            </p:nvSpPr>
            <p:spPr bwMode="auto">
              <a:xfrm>
                <a:off x="0" y="0"/>
                <a:ext cx="59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54" name="Group 258"/>
            <p:cNvGrpSpPr>
              <a:grpSpLocks/>
            </p:cNvGrpSpPr>
            <p:nvPr/>
          </p:nvGrpSpPr>
          <p:grpSpPr bwMode="auto">
            <a:xfrm>
              <a:off x="712" y="1824"/>
              <a:ext cx="322" cy="337"/>
              <a:chOff x="0" y="0"/>
              <a:chExt cx="268" cy="480"/>
            </a:xfrm>
          </p:grpSpPr>
          <p:sp>
            <p:nvSpPr>
              <p:cNvPr id="29955" name="Rectangle 10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56" name="Rectangle 278"/>
              <p:cNvSpPr>
                <a:spLocks noChangeArrowheads="1"/>
              </p:cNvSpPr>
              <p:nvPr/>
            </p:nvSpPr>
            <p:spPr bwMode="auto">
              <a:xfrm>
                <a:off x="0" y="0"/>
                <a:ext cx="26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57" name="Group 261"/>
            <p:cNvGrpSpPr>
              <a:grpSpLocks/>
            </p:cNvGrpSpPr>
            <p:nvPr/>
          </p:nvGrpSpPr>
          <p:grpSpPr bwMode="auto">
            <a:xfrm>
              <a:off x="1034" y="1824"/>
              <a:ext cx="322" cy="337"/>
              <a:chOff x="0" y="0"/>
              <a:chExt cx="268" cy="480"/>
            </a:xfrm>
          </p:grpSpPr>
          <p:sp>
            <p:nvSpPr>
              <p:cNvPr id="29958" name="Rectangle 10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59" name="Rectangle 28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60" name="Group 264"/>
            <p:cNvGrpSpPr>
              <a:grpSpLocks/>
            </p:cNvGrpSpPr>
            <p:nvPr/>
          </p:nvGrpSpPr>
          <p:grpSpPr bwMode="auto">
            <a:xfrm>
              <a:off x="1356" y="1824"/>
              <a:ext cx="323" cy="337"/>
              <a:chOff x="0" y="0"/>
              <a:chExt cx="268" cy="480"/>
            </a:xfrm>
          </p:grpSpPr>
          <p:sp>
            <p:nvSpPr>
              <p:cNvPr id="29961" name="Rectangle 110"/>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62" name="Rectangle 28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63" name="Group 267"/>
            <p:cNvGrpSpPr>
              <a:grpSpLocks/>
            </p:cNvGrpSpPr>
            <p:nvPr/>
          </p:nvGrpSpPr>
          <p:grpSpPr bwMode="auto">
            <a:xfrm>
              <a:off x="1679" y="1824"/>
              <a:ext cx="322" cy="337"/>
              <a:chOff x="0" y="0"/>
              <a:chExt cx="268" cy="480"/>
            </a:xfrm>
          </p:grpSpPr>
          <p:sp>
            <p:nvSpPr>
              <p:cNvPr id="29964" name="Rectangle 111"/>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65" name="Rectangle 28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66" name="Group 270"/>
            <p:cNvGrpSpPr>
              <a:grpSpLocks/>
            </p:cNvGrpSpPr>
            <p:nvPr/>
          </p:nvGrpSpPr>
          <p:grpSpPr bwMode="auto">
            <a:xfrm>
              <a:off x="2001" y="1824"/>
              <a:ext cx="322" cy="337"/>
              <a:chOff x="0" y="0"/>
              <a:chExt cx="268" cy="480"/>
            </a:xfrm>
          </p:grpSpPr>
          <p:sp>
            <p:nvSpPr>
              <p:cNvPr id="29967" name="Rectangle 112"/>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6</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68" name="Rectangle 28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69" name="Group 273"/>
            <p:cNvGrpSpPr>
              <a:grpSpLocks/>
            </p:cNvGrpSpPr>
            <p:nvPr/>
          </p:nvGrpSpPr>
          <p:grpSpPr bwMode="auto">
            <a:xfrm>
              <a:off x="2323" y="1824"/>
              <a:ext cx="323" cy="337"/>
              <a:chOff x="0" y="0"/>
              <a:chExt cx="268" cy="480"/>
            </a:xfrm>
          </p:grpSpPr>
          <p:sp>
            <p:nvSpPr>
              <p:cNvPr id="29970" name="Rectangle 113"/>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71" name="Rectangle 28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72" name="Group 276"/>
            <p:cNvGrpSpPr>
              <a:grpSpLocks/>
            </p:cNvGrpSpPr>
            <p:nvPr/>
          </p:nvGrpSpPr>
          <p:grpSpPr bwMode="auto">
            <a:xfrm>
              <a:off x="2646" y="1824"/>
              <a:ext cx="322" cy="337"/>
              <a:chOff x="0" y="0"/>
              <a:chExt cx="268" cy="480"/>
            </a:xfrm>
          </p:grpSpPr>
          <p:sp>
            <p:nvSpPr>
              <p:cNvPr id="29973" name="Rectangle 114"/>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9</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74" name="Rectangle 29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75" name="Group 279"/>
            <p:cNvGrpSpPr>
              <a:grpSpLocks/>
            </p:cNvGrpSpPr>
            <p:nvPr/>
          </p:nvGrpSpPr>
          <p:grpSpPr bwMode="auto">
            <a:xfrm>
              <a:off x="2968" y="1824"/>
              <a:ext cx="323" cy="337"/>
              <a:chOff x="0" y="0"/>
              <a:chExt cx="268" cy="480"/>
            </a:xfrm>
          </p:grpSpPr>
          <p:sp>
            <p:nvSpPr>
              <p:cNvPr id="29976" name="Rectangle 115"/>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77" name="Rectangle 292"/>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78" name="Group 282"/>
            <p:cNvGrpSpPr>
              <a:grpSpLocks/>
            </p:cNvGrpSpPr>
            <p:nvPr/>
          </p:nvGrpSpPr>
          <p:grpSpPr bwMode="auto">
            <a:xfrm>
              <a:off x="3291" y="1824"/>
              <a:ext cx="322" cy="337"/>
              <a:chOff x="0" y="0"/>
              <a:chExt cx="268" cy="480"/>
            </a:xfrm>
          </p:grpSpPr>
          <p:sp>
            <p:nvSpPr>
              <p:cNvPr id="29979" name="Rectangle 116"/>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12</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80" name="Rectangle 294"/>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81" name="Group 285"/>
            <p:cNvGrpSpPr>
              <a:grpSpLocks/>
            </p:cNvGrpSpPr>
            <p:nvPr/>
          </p:nvGrpSpPr>
          <p:grpSpPr bwMode="auto">
            <a:xfrm>
              <a:off x="3613" y="1824"/>
              <a:ext cx="322" cy="337"/>
              <a:chOff x="0" y="0"/>
              <a:chExt cx="268" cy="480"/>
            </a:xfrm>
          </p:grpSpPr>
          <p:sp>
            <p:nvSpPr>
              <p:cNvPr id="29982" name="Rectangle 117"/>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83" name="Rectangle 296"/>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84" name="Group 288"/>
            <p:cNvGrpSpPr>
              <a:grpSpLocks/>
            </p:cNvGrpSpPr>
            <p:nvPr/>
          </p:nvGrpSpPr>
          <p:grpSpPr bwMode="auto">
            <a:xfrm>
              <a:off x="3935" y="1824"/>
              <a:ext cx="323" cy="337"/>
              <a:chOff x="0" y="0"/>
              <a:chExt cx="268" cy="480"/>
            </a:xfrm>
          </p:grpSpPr>
          <p:sp>
            <p:nvSpPr>
              <p:cNvPr id="29985" name="Rectangle 118"/>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15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86" name="Rectangle 298"/>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nvGrpSpPr>
            <p:cNvPr id="29987" name="Group 291"/>
            <p:cNvGrpSpPr>
              <a:grpSpLocks/>
            </p:cNvGrpSpPr>
            <p:nvPr/>
          </p:nvGrpSpPr>
          <p:grpSpPr bwMode="auto">
            <a:xfrm>
              <a:off x="4258" y="1824"/>
              <a:ext cx="322" cy="337"/>
              <a:chOff x="0" y="0"/>
              <a:chExt cx="268" cy="480"/>
            </a:xfrm>
          </p:grpSpPr>
          <p:sp>
            <p:nvSpPr>
              <p:cNvPr id="29988" name="Rectangle 119"/>
              <p:cNvSpPr>
                <a:spLocks noChangeArrowheads="1"/>
              </p:cNvSpPr>
              <p:nvPr/>
            </p:nvSpPr>
            <p:spPr bwMode="auto">
              <a:xfrm>
                <a:off x="43" y="0"/>
                <a:ext cx="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CC0000"/>
                    </a:solidFill>
                    <a:latin typeface="Times New Roman" panose="02020603050405020304" pitchFamily="18" charset="0"/>
                    <a:ea typeface="宋体" panose="02010600030101010101" pitchFamily="2" charset="-122"/>
                  </a:rPr>
                  <a:t>15</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89" name="Rectangle 300"/>
              <p:cNvSpPr>
                <a:spLocks noChangeArrowheads="1"/>
              </p:cNvSpPr>
              <p:nvPr/>
            </p:nvSpPr>
            <p:spPr bwMode="auto">
              <a:xfrm>
                <a:off x="0" y="0"/>
                <a:ext cx="268" cy="480"/>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sp>
          <p:nvSpPr>
            <p:cNvPr id="29990" name="Rectangle 303"/>
            <p:cNvSpPr>
              <a:spLocks noChangeArrowheads="1"/>
            </p:cNvSpPr>
            <p:nvPr/>
          </p:nvSpPr>
          <p:spPr bwMode="auto">
            <a:xfrm>
              <a:off x="0" y="0"/>
              <a:ext cx="4582" cy="2162"/>
            </a:xfrm>
            <a:prstGeom prst="rect">
              <a:avLst/>
            </a:prstGeom>
            <a:noFill/>
            <a:ln w="6350"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80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nvGrpSpPr>
            <p:cNvPr id="29991" name="Group 295"/>
            <p:cNvGrpSpPr>
              <a:grpSpLocks/>
            </p:cNvGrpSpPr>
            <p:nvPr/>
          </p:nvGrpSpPr>
          <p:grpSpPr bwMode="auto">
            <a:xfrm>
              <a:off x="1678" y="339"/>
              <a:ext cx="323" cy="270"/>
              <a:chOff x="0" y="0"/>
              <a:chExt cx="268" cy="384"/>
            </a:xfrm>
          </p:grpSpPr>
          <p:sp>
            <p:nvSpPr>
              <p:cNvPr id="29992" name="Rectangle 311"/>
              <p:cNvSpPr>
                <a:spLocks noChangeArrowheads="1"/>
              </p:cNvSpPr>
              <p:nvPr/>
            </p:nvSpPr>
            <p:spPr bwMode="auto">
              <a:xfrm>
                <a:off x="43" y="0"/>
                <a:ext cx="18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just" eaLnBrk="1" fontAlgn="base" hangingPunct="1">
                  <a:spcBef>
                    <a:spcPct val="0"/>
                  </a:spcBef>
                  <a:spcAft>
                    <a:spcPct val="0"/>
                  </a:spcAft>
                  <a:buFont typeface="Arial" panose="020B0604020202020204" pitchFamily="34" charset="0"/>
                  <a:buNone/>
                </a:pPr>
                <a:r>
                  <a:rPr lang="en-US" altLang="zh-CN" sz="2000" b="1">
                    <a:solidFill>
                      <a:srgbClr val="000000"/>
                    </a:solidFill>
                    <a:latin typeface="Times New Roman" panose="02020603050405020304" pitchFamily="18" charset="0"/>
                    <a:ea typeface="宋体" panose="02010600030101010101" pitchFamily="2" charset="-122"/>
                  </a:rPr>
                  <a:t>0</a:t>
                </a:r>
              </a:p>
              <a:p>
                <a:pPr algn="just" fontAlgn="base">
                  <a:spcBef>
                    <a:spcPct val="0"/>
                  </a:spcBef>
                  <a:spcAft>
                    <a:spcPct val="0"/>
                  </a:spcAft>
                  <a:buFont typeface="Arial" panose="020B0604020202020204" pitchFamily="34" charset="0"/>
                  <a:buNone/>
                </a:pP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29993" name="Rectangle 312"/>
              <p:cNvSpPr>
                <a:spLocks noChangeArrowheads="1"/>
              </p:cNvSpPr>
              <p:nvPr/>
            </p:nvSpPr>
            <p:spPr bwMode="auto">
              <a:xfrm>
                <a:off x="0" y="0"/>
                <a:ext cx="268" cy="384"/>
              </a:xfrm>
              <a:prstGeom prst="rect">
                <a:avLst/>
              </a:prstGeom>
              <a:noFill/>
              <a:ln w="7" cmpd="sng">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72000" tIns="108000" rIns="0"/>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6pPr>
                <a:lvl7pPr marL="29718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7pPr>
                <a:lvl8pPr marL="34290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8pPr>
                <a:lvl9pPr marL="3886200" indent="-228600" algn="ctr" eaLnBrk="0" fontAlgn="base" hangingPunct="0">
                  <a:spcBef>
                    <a:spcPct val="0"/>
                  </a:spcBef>
                  <a:spcAft>
                    <a:spcPct val="0"/>
                  </a:spcAft>
                  <a:buFont typeface="Arial" panose="020B0604020202020204" pitchFamily="34" charset="0"/>
                  <a:defRPr>
                    <a:solidFill>
                      <a:schemeClr val="accent2"/>
                    </a:solidFill>
                    <a:latin typeface="Arial" panose="020B0604020202020204" pitchFamily="34" charset="0"/>
                    <a:ea typeface="华文行楷" panose="0201080004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en-US">
                  <a:solidFill>
                    <a:srgbClr val="3333CC"/>
                  </a:solidFill>
                </a:endParaRPr>
              </a:p>
            </p:txBody>
          </p:sp>
        </p:grpSp>
      </p:grpSp>
      <p:sp>
        <p:nvSpPr>
          <p:cNvPr id="29994" name="Line 298"/>
          <p:cNvSpPr>
            <a:spLocks noChangeShapeType="1"/>
          </p:cNvSpPr>
          <p:nvPr/>
        </p:nvSpPr>
        <p:spPr bwMode="auto">
          <a:xfrm>
            <a:off x="5499378" y="839202"/>
            <a:ext cx="1873250" cy="4176712"/>
          </a:xfrm>
          <a:prstGeom prst="line">
            <a:avLst/>
          </a:prstGeom>
          <a:noFill/>
          <a:ln w="76200" cap="flat" cmpd="sng">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fontAlgn="base">
              <a:spcBef>
                <a:spcPct val="0"/>
              </a:spcBef>
              <a:spcAft>
                <a:spcPct val="0"/>
              </a:spcAft>
              <a:buFont typeface="Arial" panose="020B0604020202020204" pitchFamily="34" charset="0"/>
              <a:buNone/>
            </a:pPr>
            <a:endParaRPr lang="zh-CN" altLang="en-US">
              <a:solidFill>
                <a:srgbClr val="3333CC"/>
              </a:solidFill>
              <a:latin typeface="Arial" panose="020B0604020202020204" pitchFamily="34" charset="0"/>
              <a:ea typeface="华文行楷" panose="02010800040101010101" pitchFamily="2" charset="-122"/>
            </a:endParaRPr>
          </a:p>
        </p:txBody>
      </p:sp>
    </p:spTree>
    <p:extLst>
      <p:ext uri="{BB962C8B-B14F-4D97-AF65-F5344CB8AC3E}">
        <p14:creationId xmlns:p14="http://schemas.microsoft.com/office/powerpoint/2010/main" val="1717907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A01757-A839-4FEE-963F-F797F71BB000}"/>
              </a:ext>
            </a:extLst>
          </p:cNvPr>
          <p:cNvSpPr>
            <a:spLocks noGrp="1"/>
          </p:cNvSpPr>
          <p:nvPr>
            <p:ph type="title"/>
          </p:nvPr>
        </p:nvSpPr>
        <p:spPr/>
        <p:txBody>
          <a:bodyPr/>
          <a:lstStyle/>
          <a:p>
            <a:r>
              <a:rPr lang="en-US" altLang="zh-CN" b="1"/>
              <a:t>state &amp; state transition equation</a:t>
            </a:r>
            <a:endParaRPr lang="zh-CN" altLang="en-US"/>
          </a:p>
        </p:txBody>
      </p:sp>
      <p:sp>
        <p:nvSpPr>
          <p:cNvPr id="3" name="内容占位符 2">
            <a:extLst>
              <a:ext uri="{FF2B5EF4-FFF2-40B4-BE49-F238E27FC236}">
                <a16:creationId xmlns:a16="http://schemas.microsoft.com/office/drawing/2014/main" id="{A52A6503-A3C8-4BF8-924C-06A3048C919C}"/>
              </a:ext>
            </a:extLst>
          </p:cNvPr>
          <p:cNvSpPr>
            <a:spLocks noGrp="1"/>
          </p:cNvSpPr>
          <p:nvPr>
            <p:ph idx="1"/>
          </p:nvPr>
        </p:nvSpPr>
        <p:spPr/>
        <p:txBody>
          <a:bodyPr/>
          <a:lstStyle/>
          <a:p>
            <a:r>
              <a:rPr lang="en-US" altLang="zh-CN" dirty="0"/>
              <a:t>Define f(</a:t>
            </a:r>
            <a:r>
              <a:rPr lang="en-US" altLang="zh-CN" dirty="0" err="1"/>
              <a:t>i,j</a:t>
            </a:r>
            <a:r>
              <a:rPr lang="en-US" altLang="zh-CN" dirty="0"/>
              <a:t>) to be the maximum value that can be attained with weight less than or equal to j using items up to </a:t>
            </a:r>
            <a:r>
              <a:rPr lang="en-US" altLang="zh-CN" dirty="0">
                <a:solidFill>
                  <a:srgbClr val="FF0000"/>
                </a:solidFill>
              </a:rPr>
              <a:t>first </a:t>
            </a:r>
            <a:r>
              <a:rPr lang="en-US" altLang="zh-CN" dirty="0" err="1">
                <a:solidFill>
                  <a:srgbClr val="FF0000"/>
                </a:solidFill>
              </a:rPr>
              <a:t>i</a:t>
            </a:r>
            <a:r>
              <a:rPr lang="en-US" altLang="zh-CN" dirty="0"/>
              <a:t> items.</a:t>
            </a:r>
          </a:p>
          <a:p>
            <a:endParaRPr lang="en-US" altLang="zh-CN" dirty="0"/>
          </a:p>
          <a:p>
            <a:r>
              <a:rPr lang="en-US" altLang="zh-CN" dirty="0"/>
              <a:t>f(</a:t>
            </a:r>
            <a:r>
              <a:rPr lang="en-US" altLang="zh-CN" dirty="0" err="1"/>
              <a:t>i,j</a:t>
            </a:r>
            <a:r>
              <a:rPr lang="en-US" altLang="zh-CN" dirty="0"/>
              <a:t>) = max{f(i-1,j),f(i-1,j-w</a:t>
            </a:r>
            <a:r>
              <a:rPr lang="en-US" altLang="zh-CN" baseline="-25000" dirty="0"/>
              <a:t>i</a:t>
            </a:r>
            <a:r>
              <a:rPr lang="en-US" altLang="zh-CN" dirty="0"/>
              <a:t>)+v</a:t>
            </a:r>
            <a:r>
              <a:rPr lang="en-US" altLang="zh-CN" baseline="-25000" dirty="0"/>
              <a:t>i</a:t>
            </a:r>
            <a:r>
              <a:rPr lang="en-US" altLang="zh-CN" dirty="0"/>
              <a:t>}</a:t>
            </a:r>
          </a:p>
          <a:p>
            <a:endParaRPr lang="zh-CN" altLang="en-US" dirty="0"/>
          </a:p>
        </p:txBody>
      </p:sp>
    </p:spTree>
    <p:extLst>
      <p:ext uri="{BB962C8B-B14F-4D97-AF65-F5344CB8AC3E}">
        <p14:creationId xmlns:p14="http://schemas.microsoft.com/office/powerpoint/2010/main" val="745219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t>The border</a:t>
            </a:r>
            <a:endParaRPr lang="zh-CN" altLang="en-US" b="1" dirty="0"/>
          </a:p>
        </p:txBody>
      </p:sp>
      <p:sp>
        <p:nvSpPr>
          <p:cNvPr id="3" name="内容占位符 2"/>
          <p:cNvSpPr>
            <a:spLocks noGrp="1"/>
          </p:cNvSpPr>
          <p:nvPr>
            <p:ph idx="1"/>
          </p:nvPr>
        </p:nvSpPr>
        <p:spPr/>
        <p:txBody>
          <a:bodyPr/>
          <a:lstStyle/>
          <a:p>
            <a:pPr marL="0" indent="0">
              <a:buNone/>
            </a:pPr>
            <a:r>
              <a:rPr lang="en-US" altLang="zh-CN" dirty="0"/>
              <a:t>	if (w[1] &lt;= j)   </a:t>
            </a:r>
          </a:p>
          <a:p>
            <a:pPr marL="0" indent="0">
              <a:buNone/>
            </a:pPr>
            <a:r>
              <a:rPr lang="en-US" altLang="zh-CN" dirty="0"/>
              <a:t>		F[1][j] = v[1];  </a:t>
            </a:r>
          </a:p>
          <a:p>
            <a:pPr marL="0" indent="0">
              <a:buNone/>
            </a:pPr>
            <a:r>
              <a:rPr lang="en-US" altLang="zh-CN" dirty="0"/>
              <a:t>	else   </a:t>
            </a:r>
          </a:p>
          <a:p>
            <a:pPr marL="0" indent="0">
              <a:buNone/>
            </a:pPr>
            <a:r>
              <a:rPr lang="en-US" altLang="zh-CN" dirty="0"/>
              <a:t>		F[1][j] = 0;</a:t>
            </a:r>
            <a:endParaRPr lang="zh-CN" altLang="en-US" dirty="0"/>
          </a:p>
        </p:txBody>
      </p:sp>
    </p:spTree>
    <p:extLst>
      <p:ext uri="{BB962C8B-B14F-4D97-AF65-F5344CB8AC3E}">
        <p14:creationId xmlns:p14="http://schemas.microsoft.com/office/powerpoint/2010/main" val="341266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t>Recurrence</a:t>
            </a:r>
            <a:endParaRPr lang="zh-CN" altLang="en-US" b="1" dirty="0"/>
          </a:p>
        </p:txBody>
      </p:sp>
      <p:sp>
        <p:nvSpPr>
          <p:cNvPr id="3" name="内容占位符 2"/>
          <p:cNvSpPr>
            <a:spLocks noGrp="1"/>
          </p:cNvSpPr>
          <p:nvPr>
            <p:ph idx="1"/>
          </p:nvPr>
        </p:nvSpPr>
        <p:spPr/>
        <p:txBody>
          <a:bodyPr/>
          <a:lstStyle/>
          <a:p>
            <a:pPr marL="0" indent="0">
              <a:buNone/>
            </a:pPr>
            <a:r>
              <a:rPr lang="en-US" altLang="zh-CN" dirty="0"/>
              <a:t>	F[</a:t>
            </a:r>
            <a:r>
              <a:rPr lang="en-US" altLang="zh-CN" dirty="0" err="1"/>
              <a:t>i</a:t>
            </a:r>
            <a:r>
              <a:rPr lang="en-US" altLang="zh-CN" dirty="0"/>
              <a:t>][j] = max(F[i-1][j],F[i-1][j-w[</a:t>
            </a:r>
            <a:r>
              <a:rPr lang="en-US" altLang="zh-CN" dirty="0" err="1"/>
              <a:t>i</a:t>
            </a:r>
            <a:r>
              <a:rPr lang="en-US" altLang="zh-CN" dirty="0"/>
              <a:t>]]+v[</a:t>
            </a:r>
            <a:r>
              <a:rPr lang="en-US" altLang="zh-CN" dirty="0" err="1"/>
              <a:t>i</a:t>
            </a:r>
            <a:r>
              <a:rPr lang="en-US" altLang="zh-CN"/>
              <a:t>])       </a:t>
            </a:r>
            <a:endParaRPr lang="en-US" altLang="zh-CN" dirty="0"/>
          </a:p>
        </p:txBody>
      </p:sp>
    </p:spTree>
    <p:extLst>
      <p:ext uri="{BB962C8B-B14F-4D97-AF65-F5344CB8AC3E}">
        <p14:creationId xmlns:p14="http://schemas.microsoft.com/office/powerpoint/2010/main" val="2660449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E02E39-BCED-4CEE-9371-FF8B20440A90}"/>
              </a:ext>
            </a:extLst>
          </p:cNvPr>
          <p:cNvSpPr>
            <a:spLocks noGrp="1"/>
          </p:cNvSpPr>
          <p:nvPr>
            <p:ph type="title"/>
          </p:nvPr>
        </p:nvSpPr>
        <p:spPr/>
        <p:txBody>
          <a:bodyPr/>
          <a:lstStyle/>
          <a:p>
            <a:r>
              <a:rPr lang="en-US" altLang="zh-CN" dirty="0"/>
              <a:t>Complexity</a:t>
            </a:r>
            <a:endParaRPr lang="zh-CN" altLang="en-US" dirty="0"/>
          </a:p>
        </p:txBody>
      </p:sp>
      <p:sp>
        <p:nvSpPr>
          <p:cNvPr id="3" name="内容占位符 2">
            <a:extLst>
              <a:ext uri="{FF2B5EF4-FFF2-40B4-BE49-F238E27FC236}">
                <a16:creationId xmlns:a16="http://schemas.microsoft.com/office/drawing/2014/main" id="{77135940-CA88-4C0F-9E6D-65C7A899007C}"/>
              </a:ext>
            </a:extLst>
          </p:cNvPr>
          <p:cNvSpPr>
            <a:spLocks noGrp="1"/>
          </p:cNvSpPr>
          <p:nvPr>
            <p:ph idx="1"/>
          </p:nvPr>
        </p:nvSpPr>
        <p:spPr/>
        <p:txBody>
          <a:bodyPr/>
          <a:lstStyle/>
          <a:p>
            <a:r>
              <a:rPr lang="en-US" altLang="zh-CN" dirty="0"/>
              <a:t>Time complexity: O(n*W)</a:t>
            </a:r>
          </a:p>
          <a:p>
            <a:r>
              <a:rPr lang="en-US" altLang="zh-CN" dirty="0"/>
              <a:t>Space complexity: O(n*W) </a:t>
            </a:r>
            <a:r>
              <a:rPr lang="en-US" altLang="zh-CN" dirty="0">
                <a:solidFill>
                  <a:srgbClr val="FF0000"/>
                </a:solidFill>
              </a:rPr>
              <a:t>-&gt; O(W)</a:t>
            </a:r>
            <a:endParaRPr lang="zh-CN" altLang="en-US" dirty="0">
              <a:solidFill>
                <a:srgbClr val="FF0000"/>
              </a:solidFill>
            </a:endParaRPr>
          </a:p>
        </p:txBody>
      </p:sp>
      <p:sp>
        <p:nvSpPr>
          <p:cNvPr id="5" name="文本框 4">
            <a:extLst>
              <a:ext uri="{FF2B5EF4-FFF2-40B4-BE49-F238E27FC236}">
                <a16:creationId xmlns:a16="http://schemas.microsoft.com/office/drawing/2014/main" id="{AF1E8401-8BC2-486D-865D-663088390DD4}"/>
              </a:ext>
            </a:extLst>
          </p:cNvPr>
          <p:cNvSpPr txBox="1"/>
          <p:nvPr/>
        </p:nvSpPr>
        <p:spPr>
          <a:xfrm>
            <a:off x="838200" y="5110863"/>
            <a:ext cx="6094520" cy="646331"/>
          </a:xfrm>
          <a:prstGeom prst="rect">
            <a:avLst/>
          </a:prstGeom>
          <a:noFill/>
        </p:spPr>
        <p:txBody>
          <a:bodyPr wrap="square">
            <a:spAutoFit/>
          </a:bodyPr>
          <a:lstStyle/>
          <a:p>
            <a:r>
              <a:rPr lang="en-US" altLang="zh-CN" dirty="0"/>
              <a:t>More knapsack problems: </a:t>
            </a:r>
            <a:r>
              <a:rPr lang="zh-CN" altLang="en-US" dirty="0"/>
              <a:t>https://blog.csdn.net/cprimesplus/article/details/82467468</a:t>
            </a:r>
          </a:p>
        </p:txBody>
      </p:sp>
    </p:spTree>
    <p:extLst>
      <p:ext uri="{BB962C8B-B14F-4D97-AF65-F5344CB8AC3E}">
        <p14:creationId xmlns:p14="http://schemas.microsoft.com/office/powerpoint/2010/main" val="1645915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8C1854-3A6D-488E-BFD0-BEBF43F23D7B}"/>
              </a:ext>
            </a:extLst>
          </p:cNvPr>
          <p:cNvSpPr>
            <a:spLocks noGrp="1"/>
          </p:cNvSpPr>
          <p:nvPr>
            <p:ph type="title"/>
          </p:nvPr>
        </p:nvSpPr>
        <p:spPr/>
        <p:txBody>
          <a:bodyPr/>
          <a:lstStyle/>
          <a:p>
            <a:r>
              <a:rPr lang="en-US" altLang="zh-CN"/>
              <a:t>Computational complexity of the knapsack problem</a:t>
            </a:r>
            <a:endParaRPr lang="zh-CN" altLang="en-US"/>
          </a:p>
        </p:txBody>
      </p:sp>
      <p:sp>
        <p:nvSpPr>
          <p:cNvPr id="3" name="内容占位符 2">
            <a:extLst>
              <a:ext uri="{FF2B5EF4-FFF2-40B4-BE49-F238E27FC236}">
                <a16:creationId xmlns:a16="http://schemas.microsoft.com/office/drawing/2014/main" id="{8B4264D3-41AB-4227-A427-1EA3E16E2113}"/>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US" altLang="zh-CN" b="0" i="0">
                <a:solidFill>
                  <a:srgbClr val="202122"/>
                </a:solidFill>
                <a:effectLst/>
                <a:latin typeface="Arial" panose="020B0604020202020204" pitchFamily="34" charset="0"/>
              </a:rPr>
              <a:t>The </a:t>
            </a:r>
            <a:r>
              <a:rPr lang="en-US" altLang="zh-CN" b="0" i="0" u="none" strike="noStrike">
                <a:solidFill>
                  <a:srgbClr val="0645AD"/>
                </a:solidFill>
                <a:effectLst/>
                <a:latin typeface="Arial" panose="020B0604020202020204" pitchFamily="34" charset="0"/>
              </a:rPr>
              <a:t>decision problem</a:t>
            </a:r>
            <a:r>
              <a:rPr lang="en-US" altLang="zh-CN" b="0" i="0">
                <a:solidFill>
                  <a:srgbClr val="202122"/>
                </a:solidFill>
                <a:effectLst/>
                <a:latin typeface="Arial" panose="020B0604020202020204" pitchFamily="34" charset="0"/>
              </a:rPr>
              <a:t> form of the knapsack problem (</a:t>
            </a:r>
            <a:r>
              <a:rPr lang="en-US" altLang="zh-CN" b="0" i="1">
                <a:solidFill>
                  <a:srgbClr val="202122"/>
                </a:solidFill>
                <a:effectLst/>
                <a:latin typeface="Arial" panose="020B0604020202020204" pitchFamily="34" charset="0"/>
              </a:rPr>
              <a:t>Can a value of at least </a:t>
            </a:r>
            <a:r>
              <a:rPr lang="en-US" altLang="zh-CN" b="0" i="0">
                <a:solidFill>
                  <a:srgbClr val="202122"/>
                </a:solidFill>
                <a:effectLst/>
                <a:latin typeface="Arial" panose="020B0604020202020204" pitchFamily="34" charset="0"/>
              </a:rPr>
              <a:t>V</a:t>
            </a:r>
            <a:r>
              <a:rPr lang="en-US" altLang="zh-CN" b="0" i="1">
                <a:solidFill>
                  <a:srgbClr val="202122"/>
                </a:solidFill>
                <a:effectLst/>
                <a:latin typeface="Arial" panose="020B0604020202020204" pitchFamily="34" charset="0"/>
              </a:rPr>
              <a:t> be achieved without exceeding the weight </a:t>
            </a:r>
            <a:r>
              <a:rPr lang="en-US" altLang="zh-CN" b="0" i="0">
                <a:solidFill>
                  <a:srgbClr val="202122"/>
                </a:solidFill>
                <a:effectLst/>
                <a:latin typeface="Arial" panose="020B0604020202020204" pitchFamily="34" charset="0"/>
              </a:rPr>
              <a:t>W</a:t>
            </a:r>
            <a:r>
              <a:rPr lang="en-US" altLang="zh-CN" b="0" i="1">
                <a:solidFill>
                  <a:srgbClr val="202122"/>
                </a:solidFill>
                <a:effectLst/>
                <a:latin typeface="Arial" panose="020B0604020202020204" pitchFamily="34" charset="0"/>
              </a:rPr>
              <a:t>?</a:t>
            </a:r>
            <a:r>
              <a:rPr lang="en-US" altLang="zh-CN" b="0" i="0">
                <a:solidFill>
                  <a:srgbClr val="202122"/>
                </a:solidFill>
                <a:effectLst/>
                <a:latin typeface="Arial" panose="020B0604020202020204" pitchFamily="34" charset="0"/>
              </a:rPr>
              <a:t>) is </a:t>
            </a:r>
            <a:r>
              <a:rPr lang="en-US" altLang="zh-CN" b="0" i="0" u="none" strike="noStrike">
                <a:solidFill>
                  <a:srgbClr val="0645AD"/>
                </a:solidFill>
                <a:effectLst/>
                <a:latin typeface="Arial" panose="020B0604020202020204" pitchFamily="34" charset="0"/>
              </a:rPr>
              <a:t>NP-complete</a:t>
            </a:r>
            <a:r>
              <a:rPr lang="en-US" altLang="zh-CN" b="0" i="0">
                <a:solidFill>
                  <a:srgbClr val="202122"/>
                </a:solidFill>
                <a:effectLst/>
                <a:latin typeface="Arial" panose="020B0604020202020204" pitchFamily="34" charset="0"/>
              </a:rPr>
              <a:t>, thus there is no known algorithm both correct and fast (polynomial-time) in all cases.</a:t>
            </a:r>
          </a:p>
          <a:p>
            <a:pPr algn="l">
              <a:buFont typeface="Arial" panose="020B0604020202020204" pitchFamily="34" charset="0"/>
              <a:buChar char="•"/>
            </a:pPr>
            <a:r>
              <a:rPr lang="en-US" altLang="zh-CN" b="0" i="0">
                <a:solidFill>
                  <a:srgbClr val="202122"/>
                </a:solidFill>
                <a:effectLst/>
                <a:latin typeface="Arial" panose="020B0604020202020204" pitchFamily="34" charset="0"/>
              </a:rPr>
              <a:t>While the decision problem is NP-complete, the optimization problem is not, its resolution is at least as difficult as the decision problem, and there is no known polynomial algorithm which can tell, given a solution, whether it is optimal (which would mean that there is no solution with a larger </a:t>
            </a:r>
            <a:r>
              <a:rPr lang="en-US" altLang="zh-CN" b="0" i="1">
                <a:solidFill>
                  <a:srgbClr val="202122"/>
                </a:solidFill>
                <a:effectLst/>
                <a:latin typeface="Arial" panose="020B0604020202020204" pitchFamily="34" charset="0"/>
              </a:rPr>
              <a:t>V</a:t>
            </a:r>
            <a:r>
              <a:rPr lang="en-US" altLang="zh-CN" b="0" i="0">
                <a:solidFill>
                  <a:srgbClr val="202122"/>
                </a:solidFill>
                <a:effectLst/>
                <a:latin typeface="Arial" panose="020B0604020202020204" pitchFamily="34" charset="0"/>
              </a:rPr>
              <a:t>, thus solving the NP-complete decision problem).</a:t>
            </a:r>
          </a:p>
          <a:p>
            <a:pPr algn="l">
              <a:buFont typeface="Arial" panose="020B0604020202020204" pitchFamily="34" charset="0"/>
              <a:buChar char="•"/>
            </a:pPr>
            <a:r>
              <a:rPr lang="en-US" altLang="zh-CN" b="0" i="0">
                <a:solidFill>
                  <a:srgbClr val="202122"/>
                </a:solidFill>
                <a:effectLst/>
                <a:latin typeface="Arial" panose="020B0604020202020204" pitchFamily="34" charset="0"/>
              </a:rPr>
              <a:t>There is a </a:t>
            </a:r>
            <a:r>
              <a:rPr lang="en-US" altLang="zh-CN" b="0" i="0" u="none" strike="noStrike">
                <a:solidFill>
                  <a:srgbClr val="0645AD"/>
                </a:solidFill>
                <a:effectLst/>
                <a:latin typeface="Arial" panose="020B0604020202020204" pitchFamily="34" charset="0"/>
              </a:rPr>
              <a:t>pseudo-polynomial time</a:t>
            </a:r>
            <a:r>
              <a:rPr lang="en-US" altLang="zh-CN" b="0" i="0">
                <a:solidFill>
                  <a:srgbClr val="202122"/>
                </a:solidFill>
                <a:effectLst/>
                <a:latin typeface="Arial" panose="020B0604020202020204" pitchFamily="34" charset="0"/>
              </a:rPr>
              <a:t> algorithm using </a:t>
            </a:r>
            <a:r>
              <a:rPr lang="en-US" altLang="zh-CN" b="0" i="0" u="none" strike="noStrike">
                <a:solidFill>
                  <a:srgbClr val="0645AD"/>
                </a:solidFill>
                <a:effectLst/>
                <a:latin typeface="Arial" panose="020B0604020202020204" pitchFamily="34" charset="0"/>
              </a:rPr>
              <a:t>dynamic programming</a:t>
            </a:r>
            <a:r>
              <a:rPr lang="en-US" altLang="zh-CN" b="0" i="0">
                <a:solidFill>
                  <a:srgbClr val="202122"/>
                </a:solidFill>
                <a:effectLst/>
                <a:latin typeface="Arial" panose="020B0604020202020204" pitchFamily="34" charset="0"/>
              </a:rPr>
              <a:t>.</a:t>
            </a:r>
          </a:p>
        </p:txBody>
      </p:sp>
    </p:spTree>
    <p:extLst>
      <p:ext uri="{BB962C8B-B14F-4D97-AF65-F5344CB8AC3E}">
        <p14:creationId xmlns:p14="http://schemas.microsoft.com/office/powerpoint/2010/main" val="3552266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F8C846E-6839-4F50-883C-6A61598D83FD}"/>
              </a:ext>
            </a:extLst>
          </p:cNvPr>
          <p:cNvSpPr>
            <a:spLocks noGrp="1"/>
          </p:cNvSpPr>
          <p:nvPr>
            <p:ph idx="1"/>
          </p:nvPr>
        </p:nvSpPr>
        <p:spPr/>
        <p:txBody>
          <a:bodyPr/>
          <a:lstStyle/>
          <a:p>
            <a:r>
              <a:rPr lang="en-US" altLang="zh-CN"/>
              <a:t>Even if </a:t>
            </a:r>
            <a:r>
              <a:rPr lang="en-US" altLang="zh-CN">
                <a:solidFill>
                  <a:srgbClr val="0070C0"/>
                </a:solidFill>
              </a:rPr>
              <a:t>P≠NP</a:t>
            </a:r>
            <a:r>
              <a:rPr lang="en-US" altLang="zh-CN"/>
              <a:t>, the O(nW) complexity does not contradict the fact that the knapsack problem is </a:t>
            </a:r>
            <a:r>
              <a:rPr lang="en-US" altLang="zh-CN">
                <a:solidFill>
                  <a:srgbClr val="0070C0"/>
                </a:solidFill>
              </a:rPr>
              <a:t>NP-complete</a:t>
            </a:r>
            <a:r>
              <a:rPr lang="en-US" altLang="zh-CN"/>
              <a:t>, </a:t>
            </a:r>
            <a:r>
              <a:rPr lang="en-US" altLang="zh-CN">
                <a:solidFill>
                  <a:srgbClr val="FF0000"/>
                </a:solidFill>
              </a:rPr>
              <a:t>since W, unlike n, is not polynomial in the length of the input to the problem</a:t>
            </a:r>
            <a:r>
              <a:rPr lang="en-US" altLang="zh-CN"/>
              <a:t>. The length of the W input to the problem is proportional to the number of bits in W, log</a:t>
            </a:r>
            <a:r>
              <a:rPr lang="en-US" altLang="zh-CN" baseline="-25000"/>
              <a:t>2</a:t>
            </a:r>
            <a:r>
              <a:rPr lang="en-US" altLang="zh-CN"/>
              <a:t>W, not to W itself. However, since this runtime is </a:t>
            </a:r>
            <a:r>
              <a:rPr lang="en-US" altLang="zh-CN">
                <a:solidFill>
                  <a:srgbClr val="0070C0"/>
                </a:solidFill>
              </a:rPr>
              <a:t>pseudopolynomial</a:t>
            </a:r>
            <a:r>
              <a:rPr lang="en-US" altLang="zh-CN"/>
              <a:t>, this makes the (decision version of the) knapsack problem a </a:t>
            </a:r>
            <a:r>
              <a:rPr lang="en-US" altLang="zh-CN">
                <a:solidFill>
                  <a:srgbClr val="0070C0"/>
                </a:solidFill>
              </a:rPr>
              <a:t>weakly NP-complete problem</a:t>
            </a:r>
            <a:r>
              <a:rPr lang="en-US" altLang="zh-CN"/>
              <a:t>.</a:t>
            </a:r>
            <a:endParaRPr lang="zh-CN" altLang="en-US"/>
          </a:p>
        </p:txBody>
      </p:sp>
    </p:spTree>
    <p:extLst>
      <p:ext uri="{BB962C8B-B14F-4D97-AF65-F5344CB8AC3E}">
        <p14:creationId xmlns:p14="http://schemas.microsoft.com/office/powerpoint/2010/main" val="508107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E64618-1F5B-4ED1-9277-43839D951624}"/>
              </a:ext>
            </a:extLst>
          </p:cNvPr>
          <p:cNvSpPr>
            <a:spLocks noGrp="1"/>
          </p:cNvSpPr>
          <p:nvPr>
            <p:ph idx="1"/>
          </p:nvPr>
        </p:nvSpPr>
        <p:spPr/>
        <p:txBody>
          <a:bodyPr/>
          <a:lstStyle/>
          <a:p>
            <a:r>
              <a:rPr lang="en-US" altLang="zh-CN" b="0" i="0">
                <a:solidFill>
                  <a:srgbClr val="202122"/>
                </a:solidFill>
                <a:effectLst/>
                <a:latin typeface="Arial" panose="020B0604020202020204" pitchFamily="34" charset="0"/>
              </a:rPr>
              <a:t>There is a link between the "decision" and "optimization" problems in that if there exists a polynomial algorithm that solves the "decision" problem, then one can find the maximum value for the optimization problem in polynomial time by applying this algorithm iteratively while increasing the value of k . On the other hand, if an algorithm finds the optimal value of the optimization problem in polynomial time, then the decision problem can be solved in polynomial time by comparing the value of the solution output by this algorithm with the value of k . Thus, both versions of the problem are of similar difficulty.</a:t>
            </a:r>
            <a:endParaRPr lang="zh-CN" altLang="en-US"/>
          </a:p>
        </p:txBody>
      </p:sp>
    </p:spTree>
    <p:extLst>
      <p:ext uri="{BB962C8B-B14F-4D97-AF65-F5344CB8AC3E}">
        <p14:creationId xmlns:p14="http://schemas.microsoft.com/office/powerpoint/2010/main" val="2360772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238B37-7210-4EC7-9190-1A9ED4E4FF38}"/>
              </a:ext>
            </a:extLst>
          </p:cNvPr>
          <p:cNvSpPr>
            <a:spLocks noGrp="1"/>
          </p:cNvSpPr>
          <p:nvPr>
            <p:ph type="title"/>
          </p:nvPr>
        </p:nvSpPr>
        <p:spPr/>
        <p:txBody>
          <a:bodyPr/>
          <a:lstStyle/>
          <a:p>
            <a:r>
              <a:rPr lang="en-US" altLang="zh-CN" b="1"/>
              <a:t>Dynamic programming on linear structure</a:t>
            </a:r>
            <a:endParaRPr lang="zh-CN" altLang="en-US" b="1"/>
          </a:p>
        </p:txBody>
      </p:sp>
      <p:sp>
        <p:nvSpPr>
          <p:cNvPr id="3" name="内容占位符 2">
            <a:extLst>
              <a:ext uri="{FF2B5EF4-FFF2-40B4-BE49-F238E27FC236}">
                <a16:creationId xmlns:a16="http://schemas.microsoft.com/office/drawing/2014/main" id="{2F902FC7-8662-4230-93C7-D9B75636ECF6}"/>
              </a:ext>
            </a:extLst>
          </p:cNvPr>
          <p:cNvSpPr>
            <a:spLocks noGrp="1"/>
          </p:cNvSpPr>
          <p:nvPr>
            <p:ph idx="1"/>
          </p:nvPr>
        </p:nvSpPr>
        <p:spPr/>
        <p:txBody>
          <a:bodyPr/>
          <a:lstStyle/>
          <a:p>
            <a:r>
              <a:rPr lang="en-US" altLang="zh-CN"/>
              <a:t>The longest common subsequence problem (LCS)</a:t>
            </a:r>
          </a:p>
          <a:p>
            <a:pPr marL="0" indent="0">
              <a:buNone/>
            </a:pPr>
            <a:endParaRPr lang="en-US" altLang="zh-CN"/>
          </a:p>
          <a:p>
            <a:r>
              <a:rPr lang="en-US" altLang="zh-CN"/>
              <a:t>The longest increasing subsequence problem (LIS)</a:t>
            </a:r>
            <a:endParaRPr lang="zh-CN" altLang="en-US"/>
          </a:p>
        </p:txBody>
      </p:sp>
    </p:spTree>
    <p:extLst>
      <p:ext uri="{BB962C8B-B14F-4D97-AF65-F5344CB8AC3E}">
        <p14:creationId xmlns:p14="http://schemas.microsoft.com/office/powerpoint/2010/main" val="1413179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52B63-CD90-4D27-AD4D-4A1222C9FE71}"/>
              </a:ext>
            </a:extLst>
          </p:cNvPr>
          <p:cNvSpPr>
            <a:spLocks noGrp="1"/>
          </p:cNvSpPr>
          <p:nvPr>
            <p:ph type="title"/>
          </p:nvPr>
        </p:nvSpPr>
        <p:spPr>
          <a:xfrm>
            <a:off x="838200" y="2103437"/>
            <a:ext cx="10515600" cy="1325563"/>
          </a:xfrm>
        </p:spPr>
        <p:txBody>
          <a:bodyPr/>
          <a:lstStyle/>
          <a:p>
            <a:r>
              <a:rPr lang="en-US" altLang="zh-CN">
                <a:hlinkClick r:id="rId2" action="ppaction://hlinkfile"/>
              </a:rPr>
              <a:t>The longest common subsequence problem</a:t>
            </a:r>
            <a:endParaRPr lang="zh-CN" altLang="en-US"/>
          </a:p>
        </p:txBody>
      </p:sp>
      <p:sp>
        <p:nvSpPr>
          <p:cNvPr id="3" name="文本框 2">
            <a:extLst>
              <a:ext uri="{FF2B5EF4-FFF2-40B4-BE49-F238E27FC236}">
                <a16:creationId xmlns:a16="http://schemas.microsoft.com/office/drawing/2014/main" id="{FDC7F307-6D12-64C1-02A4-B8024AC3DE49}"/>
              </a:ext>
            </a:extLst>
          </p:cNvPr>
          <p:cNvSpPr txBox="1"/>
          <p:nvPr/>
        </p:nvSpPr>
        <p:spPr>
          <a:xfrm>
            <a:off x="4826493" y="3136612"/>
            <a:ext cx="2539014" cy="584775"/>
          </a:xfrm>
          <a:prstGeom prst="rect">
            <a:avLst/>
          </a:prstGeom>
          <a:noFill/>
        </p:spPr>
        <p:txBody>
          <a:bodyPr wrap="square" rtlCol="0">
            <a:spAutoFit/>
          </a:bodyPr>
          <a:lstStyle/>
          <a:p>
            <a:pPr algn="ctr"/>
            <a:r>
              <a:rPr lang="en-US" altLang="zh-CN" sz="3200"/>
              <a:t>LCS</a:t>
            </a:r>
            <a:endParaRPr lang="zh-CN" altLang="en-US" sz="3200"/>
          </a:p>
        </p:txBody>
      </p:sp>
    </p:spTree>
    <p:extLst>
      <p:ext uri="{BB962C8B-B14F-4D97-AF65-F5344CB8AC3E}">
        <p14:creationId xmlns:p14="http://schemas.microsoft.com/office/powerpoint/2010/main" val="1648157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3AF2AFD-A481-4BE1-A876-50FEE3817F31}"/>
              </a:ext>
            </a:extLst>
          </p:cNvPr>
          <p:cNvSpPr>
            <a:spLocks noGrp="1"/>
          </p:cNvSpPr>
          <p:nvPr>
            <p:ph type="title"/>
          </p:nvPr>
        </p:nvSpPr>
        <p:spPr/>
        <p:txBody>
          <a:bodyPr/>
          <a:lstStyle/>
          <a:p>
            <a:r>
              <a:rPr lang="en-US" altLang="zh-CN" b="1"/>
              <a:t>Brute force</a:t>
            </a:r>
            <a:endParaRPr lang="zh-CN" altLang="en-US" b="1"/>
          </a:p>
        </p:txBody>
      </p:sp>
      <p:sp>
        <p:nvSpPr>
          <p:cNvPr id="66562" name="Rectangle 3">
            <a:extLst>
              <a:ext uri="{FF2B5EF4-FFF2-40B4-BE49-F238E27FC236}">
                <a16:creationId xmlns:a16="http://schemas.microsoft.com/office/drawing/2014/main" id="{6BDD8BB1-0E67-4C3F-AB75-9914198FF7CC}"/>
              </a:ext>
            </a:extLst>
          </p:cNvPr>
          <p:cNvSpPr>
            <a:spLocks noGrp="1" noChangeArrowheads="1"/>
          </p:cNvSpPr>
          <p:nvPr>
            <p:ph idx="1"/>
          </p:nvPr>
        </p:nvSpPr>
        <p:spPr/>
        <p:txBody>
          <a:bodyPr/>
          <a:lstStyle/>
          <a:p>
            <a:pPr algn="l">
              <a:lnSpc>
                <a:spcPct val="150000"/>
              </a:lnSpc>
            </a:pPr>
            <a:r>
              <a:rPr lang="en-US" altLang="zh-CN" sz="2800">
                <a:latin typeface="Times New Roman" panose="02020603050405020304" pitchFamily="18" charset="0"/>
                <a:sym typeface="Calibri" panose="020F0502020204030204" pitchFamily="34" charset="0"/>
              </a:rPr>
              <a:t>Compute whether a subsequence of X={x</a:t>
            </a:r>
            <a:r>
              <a:rPr lang="en-US" altLang="zh-CN" sz="2800" baseline="-25000">
                <a:latin typeface="Times New Roman" panose="02020603050405020304" pitchFamily="18" charset="0"/>
                <a:sym typeface="Calibri" panose="020F0502020204030204" pitchFamily="34" charset="0"/>
              </a:rPr>
              <a:t>1</a:t>
            </a:r>
            <a:r>
              <a:rPr lang="en-US" altLang="zh-CN" sz="2800">
                <a:latin typeface="Times New Roman" panose="02020603050405020304" pitchFamily="18" charset="0"/>
                <a:sym typeface="Calibri" panose="020F0502020204030204" pitchFamily="34" charset="0"/>
              </a:rPr>
              <a:t>,x</a:t>
            </a:r>
            <a:r>
              <a:rPr lang="en-US" altLang="zh-CN" sz="2800" baseline="-25000">
                <a:latin typeface="Times New Roman" panose="02020603050405020304" pitchFamily="18" charset="0"/>
                <a:sym typeface="Calibri" panose="020F0502020204030204" pitchFamily="34" charset="0"/>
              </a:rPr>
              <a:t>2</a:t>
            </a:r>
            <a:r>
              <a:rPr lang="en-US" altLang="zh-CN" sz="2800">
                <a:latin typeface="Times New Roman" panose="02020603050405020304" pitchFamily="18" charset="0"/>
                <a:sym typeface="Calibri" panose="020F0502020204030204" pitchFamily="34" charset="0"/>
              </a:rPr>
              <a:t>,</a:t>
            </a:r>
            <a:r>
              <a:rPr lang="en-US" altLang="zh-CN" sz="280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800">
                <a:latin typeface="Times New Roman" panose="02020603050405020304" pitchFamily="18" charset="0"/>
                <a:sym typeface="Calibri" panose="020F0502020204030204" pitchFamily="34" charset="0"/>
              </a:rPr>
              <a:t>,x</a:t>
            </a:r>
            <a:r>
              <a:rPr lang="en-US" altLang="zh-CN" sz="2800" baseline="-25000">
                <a:latin typeface="Times New Roman" panose="02020603050405020304" pitchFamily="18" charset="0"/>
                <a:sym typeface="Calibri" panose="020F0502020204030204" pitchFamily="34" charset="0"/>
              </a:rPr>
              <a:t>m</a:t>
            </a:r>
            <a:r>
              <a:rPr lang="en-US" altLang="zh-CN" sz="2800">
                <a:latin typeface="Times New Roman" panose="02020603050405020304" pitchFamily="18" charset="0"/>
                <a:sym typeface="Calibri" panose="020F0502020204030204" pitchFamily="34" charset="0"/>
              </a:rPr>
              <a:t>}</a:t>
            </a:r>
            <a:r>
              <a:rPr lang="zh-CN" altLang="en-US" sz="2800">
                <a:latin typeface="Times New Roman" panose="02020603050405020304" pitchFamily="18" charset="0"/>
                <a:sym typeface="Calibri" panose="020F0502020204030204" pitchFamily="34" charset="0"/>
              </a:rPr>
              <a:t>  </a:t>
            </a:r>
            <a:r>
              <a:rPr lang="en-US" altLang="zh-CN" sz="2800">
                <a:latin typeface="Times New Roman" panose="02020603050405020304" pitchFamily="18" charset="0"/>
                <a:sym typeface="Calibri" panose="020F0502020204030204" pitchFamily="34" charset="0"/>
              </a:rPr>
              <a:t>is also a subsequence of Y={y</a:t>
            </a:r>
            <a:r>
              <a:rPr lang="en-US" altLang="zh-CN" sz="2800" baseline="-25000">
                <a:latin typeface="Times New Roman" panose="02020603050405020304" pitchFamily="18" charset="0"/>
                <a:sym typeface="Calibri" panose="020F0502020204030204" pitchFamily="34" charset="0"/>
              </a:rPr>
              <a:t>1</a:t>
            </a:r>
            <a:r>
              <a:rPr lang="en-US" altLang="zh-CN" sz="2800">
                <a:latin typeface="Times New Roman" panose="02020603050405020304" pitchFamily="18" charset="0"/>
                <a:sym typeface="Calibri" panose="020F0502020204030204" pitchFamily="34" charset="0"/>
              </a:rPr>
              <a:t>,y</a:t>
            </a:r>
            <a:r>
              <a:rPr lang="en-US" altLang="zh-CN" sz="2800" baseline="-25000">
                <a:latin typeface="Times New Roman" panose="02020603050405020304" pitchFamily="18" charset="0"/>
                <a:sym typeface="Calibri" panose="020F0502020204030204" pitchFamily="34" charset="0"/>
              </a:rPr>
              <a:t>2</a:t>
            </a:r>
            <a:r>
              <a:rPr lang="en-US" altLang="zh-CN" sz="2800">
                <a:latin typeface="Times New Roman" panose="02020603050405020304" pitchFamily="18" charset="0"/>
                <a:sym typeface="Calibri" panose="020F0502020204030204" pitchFamily="34" charset="0"/>
              </a:rPr>
              <a:t>,</a:t>
            </a:r>
            <a:r>
              <a:rPr lang="en-US" altLang="zh-CN" sz="280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800">
                <a:latin typeface="Times New Roman" panose="02020603050405020304" pitchFamily="18" charset="0"/>
                <a:sym typeface="Calibri" panose="020F0502020204030204" pitchFamily="34" charset="0"/>
              </a:rPr>
              <a:t>, y</a:t>
            </a:r>
            <a:r>
              <a:rPr lang="en-US" altLang="zh-CN" sz="2800" baseline="-25000">
                <a:latin typeface="Times New Roman" panose="02020603050405020304" pitchFamily="18" charset="0"/>
                <a:sym typeface="Calibri" panose="020F0502020204030204" pitchFamily="34" charset="0"/>
              </a:rPr>
              <a:t>n</a:t>
            </a:r>
            <a:r>
              <a:rPr lang="en-US" altLang="zh-CN" sz="2800">
                <a:latin typeface="Times New Roman" panose="02020603050405020304" pitchFamily="18" charset="0"/>
                <a:sym typeface="Calibri" panose="020F0502020204030204" pitchFamily="34" charset="0"/>
              </a:rPr>
              <a:t>}  </a:t>
            </a:r>
            <a:r>
              <a:rPr lang="en-US" altLang="zh-CN" sz="2800">
                <a:solidFill>
                  <a:srgbClr val="FF0000"/>
                </a:solidFill>
                <a:latin typeface="Times New Roman" panose="02020603050405020304" pitchFamily="18" charset="0"/>
                <a:sym typeface="Calibri" panose="020F0502020204030204" pitchFamily="34" charset="0"/>
              </a:rPr>
              <a:t>O(n)</a:t>
            </a:r>
            <a:endParaRPr lang="zh-CN" altLang="en-US">
              <a:solidFill>
                <a:srgbClr val="FF0000"/>
              </a:solidFill>
              <a:latin typeface="Times New Roman" panose="02020603050405020304" pitchFamily="18" charset="0"/>
              <a:sym typeface="Calibri" panose="020F0502020204030204" pitchFamily="34" charset="0"/>
            </a:endParaRPr>
          </a:p>
          <a:p>
            <a:pPr algn="l">
              <a:lnSpc>
                <a:spcPct val="150000"/>
              </a:lnSpc>
            </a:pPr>
            <a:r>
              <a:rPr lang="en-US" altLang="zh-CN">
                <a:latin typeface="Times New Roman" panose="02020603050405020304" pitchFamily="18" charset="0"/>
                <a:sym typeface="Calibri" panose="020F0502020204030204" pitchFamily="34" charset="0"/>
              </a:rPr>
              <a:t>X</a:t>
            </a:r>
            <a:r>
              <a:rPr lang="en-US" altLang="zh-CN" sz="2800">
                <a:latin typeface="Times New Roman" panose="02020603050405020304" pitchFamily="18" charset="0"/>
                <a:sym typeface="Calibri" panose="020F0502020204030204" pitchFamily="34" charset="0"/>
              </a:rPr>
              <a:t> has 2</a:t>
            </a:r>
            <a:r>
              <a:rPr lang="en-US" altLang="zh-CN" baseline="30000">
                <a:latin typeface="Times New Roman" panose="02020603050405020304" pitchFamily="18" charset="0"/>
                <a:sym typeface="Calibri" panose="020F0502020204030204" pitchFamily="34" charset="0"/>
              </a:rPr>
              <a:t>m</a:t>
            </a:r>
            <a:r>
              <a:rPr lang="en-US" altLang="zh-CN" sz="2800">
                <a:latin typeface="Times New Roman" panose="02020603050405020304" pitchFamily="18" charset="0"/>
                <a:sym typeface="Calibri" panose="020F0502020204030204" pitchFamily="34" charset="0"/>
              </a:rPr>
              <a:t> subsequences</a:t>
            </a:r>
          </a:p>
          <a:p>
            <a:pPr algn="l">
              <a:lnSpc>
                <a:spcPct val="150000"/>
              </a:lnSpc>
            </a:pPr>
            <a:r>
              <a:rPr lang="zh-CN" altLang="en-US" sz="2800">
                <a:solidFill>
                  <a:srgbClr val="FF0000"/>
                </a:solidFill>
                <a:latin typeface="Times New Roman" panose="02020603050405020304" pitchFamily="18" charset="0"/>
                <a:sym typeface="Calibri" panose="020F0502020204030204" pitchFamily="34" charset="0"/>
              </a:rPr>
              <a:t>O</a:t>
            </a:r>
            <a:r>
              <a:rPr lang="en-US" altLang="zh-CN" sz="2800">
                <a:solidFill>
                  <a:srgbClr val="FF0000"/>
                </a:solidFill>
                <a:latin typeface="Times New Roman" panose="02020603050405020304" pitchFamily="18" charset="0"/>
                <a:sym typeface="Calibri" panose="020F0502020204030204" pitchFamily="34" charset="0"/>
              </a:rPr>
              <a:t>(</a:t>
            </a:r>
            <a:r>
              <a:rPr lang="en-US" altLang="zh-CN" sz="2800" i="1">
                <a:solidFill>
                  <a:srgbClr val="FF0000"/>
                </a:solidFill>
                <a:latin typeface="Times New Roman" panose="02020603050405020304" pitchFamily="18" charset="0"/>
                <a:sym typeface="Calibri" panose="020F0502020204030204" pitchFamily="34" charset="0"/>
              </a:rPr>
              <a:t>n</a:t>
            </a:r>
            <a:r>
              <a:rPr lang="en-US" altLang="zh-CN" sz="2800">
                <a:solidFill>
                  <a:srgbClr val="FF0000"/>
                </a:solidFill>
                <a:latin typeface="Times New Roman" panose="02020603050405020304" pitchFamily="18" charset="0"/>
                <a:sym typeface="Calibri" panose="020F0502020204030204" pitchFamily="34" charset="0"/>
              </a:rPr>
              <a:t>2</a:t>
            </a:r>
            <a:r>
              <a:rPr lang="en-US" altLang="zh-CN" sz="2800" i="1" baseline="30000">
                <a:solidFill>
                  <a:srgbClr val="FF0000"/>
                </a:solidFill>
                <a:latin typeface="Times New Roman" panose="02020603050405020304" pitchFamily="18" charset="0"/>
                <a:sym typeface="Calibri" panose="020F0502020204030204" pitchFamily="34" charset="0"/>
              </a:rPr>
              <a:t>m</a:t>
            </a:r>
            <a:r>
              <a:rPr lang="en-US" altLang="zh-CN" sz="2800">
                <a:solidFill>
                  <a:srgbClr val="FF0000"/>
                </a:solidFill>
                <a:latin typeface="Times New Roman" panose="02020603050405020304" pitchFamily="18" charset="0"/>
                <a:sym typeface="Calibri" panose="020F0502020204030204" pitchFamily="34" charset="0"/>
              </a:rPr>
              <a:t>)</a:t>
            </a:r>
            <a:endParaRPr lang="en-US" altLang="zh-CN" sz="2800">
              <a:solidFill>
                <a:srgbClr val="FF0000"/>
              </a:solidFill>
              <a:latin typeface="Times New Roman" panose="02020603050405020304" pitchFamily="18" charset="0"/>
              <a:cs typeface="Times New Roman" panose="02020603050405020304" pitchFamily="18" charset="0"/>
              <a:sym typeface="Calibri" panose="020F0502020204030204" pitchFamily="34" charset="0"/>
            </a:endParaRPr>
          </a:p>
        </p:txBody>
      </p:sp>
      <p:sp>
        <p:nvSpPr>
          <p:cNvPr id="51203" name="灯片编号占位符 1">
            <a:extLst>
              <a:ext uri="{FF2B5EF4-FFF2-40B4-BE49-F238E27FC236}">
                <a16:creationId xmlns:a16="http://schemas.microsoft.com/office/drawing/2014/main" id="{0EB077A7-4021-4B63-B8FD-76350C651A8C}"/>
              </a:ext>
            </a:extLst>
          </p:cNvPr>
          <p:cNvSpPr>
            <a:spLocks noGrp="1"/>
          </p:cNvSpPr>
          <p:nvPr>
            <p:ph type="sldNum" sz="quarter" idx="12"/>
          </p:nvPr>
        </p:nvSpPr>
        <p:spPr/>
        <p:txBody>
          <a:bodyPr anchor="ctr"/>
          <a:lstStyle/>
          <a:p>
            <a:pPr eaLnBrk="0" hangingPunct="0"/>
            <a:fld id="{6CDDAC42-57FC-4F5B-AD9D-10A5CEDE4974}" type="slidenum">
              <a:rPr lang="zh-CN" altLang="en-US">
                <a:solidFill>
                  <a:srgbClr val="898989"/>
                </a:solidFill>
              </a:rPr>
              <a:pPr eaLnBrk="0" hangingPunct="0"/>
              <a:t>30</a:t>
            </a:fld>
            <a:endParaRPr lang="zh-CN" altLang="en-US">
              <a:solidFill>
                <a:srgbClr val="89898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D3477C-0F1E-49DF-BB0F-423050AC9897}"/>
              </a:ext>
            </a:extLst>
          </p:cNvPr>
          <p:cNvSpPr>
            <a:spLocks noGrp="1"/>
          </p:cNvSpPr>
          <p:nvPr>
            <p:ph type="title"/>
          </p:nvPr>
        </p:nvSpPr>
        <p:spPr/>
        <p:txBody>
          <a:bodyPr/>
          <a:lstStyle/>
          <a:p>
            <a:r>
              <a:rPr lang="en-US" altLang="zh-CN" b="1"/>
              <a:t>DP: state &amp; state transition equation</a:t>
            </a:r>
            <a:endParaRPr lang="zh-CN" altLang="en-US"/>
          </a:p>
        </p:txBody>
      </p:sp>
      <p:sp>
        <p:nvSpPr>
          <p:cNvPr id="3" name="内容占位符 2">
            <a:extLst>
              <a:ext uri="{FF2B5EF4-FFF2-40B4-BE49-F238E27FC236}">
                <a16:creationId xmlns:a16="http://schemas.microsoft.com/office/drawing/2014/main" id="{F28BEA4A-2B78-4F68-9147-A4F68C775CCC}"/>
              </a:ext>
            </a:extLst>
          </p:cNvPr>
          <p:cNvSpPr>
            <a:spLocks noGrp="1"/>
          </p:cNvSpPr>
          <p:nvPr>
            <p:ph idx="1"/>
          </p:nvPr>
        </p:nvSpPr>
        <p:spPr/>
        <p:txBody>
          <a:bodyPr/>
          <a:lstStyle/>
          <a:p>
            <a:r>
              <a:rPr lang="en-US" altLang="zh-CN"/>
              <a:t>Define d(i,j) to be the length of LCS of {x</a:t>
            </a:r>
            <a:r>
              <a:rPr lang="en-US" altLang="zh-CN" baseline="-25000"/>
              <a:t>1</a:t>
            </a:r>
            <a:r>
              <a:rPr lang="en-US" altLang="zh-CN"/>
              <a:t>,x</a:t>
            </a:r>
            <a:r>
              <a:rPr lang="en-US" altLang="zh-CN" baseline="-25000"/>
              <a:t>2</a:t>
            </a:r>
            <a:r>
              <a:rPr lang="en-US" altLang="zh-CN"/>
              <a:t>,…,x</a:t>
            </a:r>
            <a:r>
              <a:rPr lang="en-US" altLang="zh-CN" baseline="-25000"/>
              <a:t>i</a:t>
            </a:r>
            <a:r>
              <a:rPr lang="en-US" altLang="zh-CN"/>
              <a:t>} and {y</a:t>
            </a:r>
            <a:r>
              <a:rPr lang="en-US" altLang="zh-CN" baseline="-25000"/>
              <a:t>1</a:t>
            </a:r>
            <a:r>
              <a:rPr lang="en-US" altLang="zh-CN"/>
              <a:t>,y</a:t>
            </a:r>
            <a:r>
              <a:rPr lang="en-US" altLang="zh-CN" baseline="-25000"/>
              <a:t>2</a:t>
            </a:r>
            <a:r>
              <a:rPr lang="en-US" altLang="zh-CN"/>
              <a:t>,…,y</a:t>
            </a:r>
            <a:r>
              <a:rPr lang="en-US" altLang="zh-CN" baseline="-25000"/>
              <a:t>j</a:t>
            </a:r>
            <a:r>
              <a:rPr lang="en-US" altLang="zh-CN"/>
              <a:t>}</a:t>
            </a:r>
          </a:p>
          <a:p>
            <a:pPr marL="0" indent="0">
              <a:buNone/>
            </a:pPr>
            <a:endParaRPr lang="en-US" altLang="zh-CN"/>
          </a:p>
          <a:p>
            <a:pPr marL="0" indent="0">
              <a:buNone/>
            </a:pPr>
            <a:r>
              <a:rPr lang="en-US" altLang="zh-CN"/>
              <a:t> </a:t>
            </a:r>
            <a:r>
              <a:rPr lang="en-US" altLang="zh-CN">
                <a:latin typeface="Times New Roman" panose="02020603050405020304" pitchFamily="18" charset="0"/>
              </a:rPr>
              <a:t>d</a:t>
            </a:r>
            <a:r>
              <a:rPr lang="en-US" altLang="zh-CN" sz="2800">
                <a:latin typeface="Times New Roman" panose="02020603050405020304" pitchFamily="18" charset="0"/>
              </a:rPr>
              <a:t>[0][0]=d[i][0]=d[0][j]=0 (1≤i≤m,1≤j≤n)</a:t>
            </a:r>
          </a:p>
          <a:p>
            <a:pPr marL="0" indent="0">
              <a:buNone/>
            </a:pPr>
            <a:endParaRPr lang="en-US" altLang="zh-CN">
              <a:latin typeface="Times New Roman" panose="02020603050405020304" pitchFamily="18" charset="0"/>
            </a:endParaRPr>
          </a:p>
          <a:p>
            <a:pPr marL="0" indent="0">
              <a:buNone/>
            </a:pPr>
            <a:endParaRPr lang="en-US" altLang="zh-CN" sz="2800">
              <a:latin typeface="Times New Roman" panose="02020603050405020304" pitchFamily="18" charset="0"/>
            </a:endParaRPr>
          </a:p>
          <a:p>
            <a:pPr marL="0" indent="0">
              <a:buNone/>
            </a:pPr>
            <a:endParaRPr lang="en-US" altLang="zh-CN">
              <a:latin typeface="Times New Roman" panose="02020603050405020304" pitchFamily="18" charset="0"/>
            </a:endParaRPr>
          </a:p>
          <a:p>
            <a:pPr marL="0" indent="0">
              <a:buNone/>
            </a:pPr>
            <a:endParaRPr lang="en-US" altLang="zh-CN" sz="2800">
              <a:latin typeface="Times New Roman" panose="02020603050405020304" pitchFamily="18" charset="0"/>
            </a:endParaRPr>
          </a:p>
          <a:p>
            <a:pPr marL="0" indent="0">
              <a:buNone/>
            </a:pPr>
            <a:r>
              <a:rPr lang="en-US" altLang="zh-CN">
                <a:solidFill>
                  <a:srgbClr val="FF0000"/>
                </a:solidFill>
                <a:latin typeface="Times New Roman" panose="02020603050405020304" pitchFamily="18" charset="0"/>
              </a:rPr>
              <a:t>O(m*n)</a:t>
            </a:r>
            <a:endParaRPr lang="en-US" altLang="zh-CN" sz="2800">
              <a:solidFill>
                <a:srgbClr val="FF0000"/>
              </a:solidFill>
              <a:latin typeface="Times New Roman" panose="02020603050405020304" pitchFamily="18" charset="0"/>
            </a:endParaRPr>
          </a:p>
          <a:p>
            <a:pPr marL="0" indent="0">
              <a:buNone/>
            </a:pPr>
            <a:endParaRPr lang="zh-CN" altLang="en-US" sz="2800">
              <a:latin typeface="Times New Roman" panose="02020603050405020304" pitchFamily="18" charset="0"/>
            </a:endParaRPr>
          </a:p>
          <a:p>
            <a:endParaRPr lang="zh-CN" altLang="en-US"/>
          </a:p>
        </p:txBody>
      </p:sp>
      <mc:AlternateContent xmlns:mc="http://schemas.openxmlformats.org/markup-compatibility/2006" xmlns:a14="http://schemas.microsoft.com/office/drawing/2010/main">
        <mc:Choice Requires="a14">
          <p:sp>
            <p:nvSpPr>
              <p:cNvPr id="4" name="对象 51203">
                <a:extLst>
                  <a:ext uri="{FF2B5EF4-FFF2-40B4-BE49-F238E27FC236}">
                    <a16:creationId xmlns:a16="http://schemas.microsoft.com/office/drawing/2014/main" id="{B5AF297E-D39D-4FA7-B8FA-DFCEE44E532F}"/>
                  </a:ext>
                </a:extLst>
              </p:cNvPr>
              <p:cNvSpPr txBox="1"/>
              <p:nvPr/>
            </p:nvSpPr>
            <p:spPr bwMode="auto">
              <a:xfrm>
                <a:off x="918529" y="3800767"/>
                <a:ext cx="8571699" cy="1268381"/>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sty m:val="p"/>
                        </m:rPr>
                        <a:rPr lang="en-US" altLang="zh-CN" sz="2400" smtClean="0">
                          <a:solidFill>
                            <a:srgbClr val="000000"/>
                          </a:solidFill>
                          <a:latin typeface="Cambria Math" panose="02040503050406030204" pitchFamily="18" charset="0"/>
                        </a:rPr>
                        <m:t>d</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i</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j</m:t>
                      </m:r>
                      <m:r>
                        <a:rPr lang="zh-CN" altLang="en-US" sz="2400" i="1">
                          <a:solidFill>
                            <a:srgbClr val="000000"/>
                          </a:solidFill>
                          <a:latin typeface="Cambria Math" panose="02040503050406030204" pitchFamily="18" charset="0"/>
                        </a:rPr>
                        <m:t>]</m:t>
                      </m:r>
                      <m:m>
                        <m:mPr>
                          <m:plcHide m:val="on"/>
                          <m:mcs>
                            <m:mc>
                              <m:mcPr>
                                <m:count m:val="1"/>
                                <m:mcJc m:val="center"/>
                              </m:mcPr>
                            </m:mc>
                          </m:mcs>
                          <m:ctrlPr>
                            <a:rPr lang="zh-CN" altLang="en-US" sz="2400" i="1">
                              <a:solidFill>
                                <a:srgbClr val="000000"/>
                              </a:solidFill>
                              <a:latin typeface="Cambria Math" panose="02040503050406030204" pitchFamily="18" charset="0"/>
                            </a:rPr>
                          </m:ctrlPr>
                        </m:mPr>
                        <m:mr>
                          <m:e/>
                        </m:mr>
                      </m:m>
                      <m:r>
                        <a:rPr lang="zh-CN" altLang="en-US" sz="2400" i="1">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eqArr>
                            <m:eqArrPr>
                              <m:ctrlPr>
                                <a:rPr lang="zh-CN" altLang="en-US" sz="2400" i="1">
                                  <a:solidFill>
                                    <a:srgbClr val="000000"/>
                                  </a:solidFill>
                                  <a:latin typeface="Cambria Math" panose="02040503050406030204" pitchFamily="18" charset="0"/>
                                </a:rPr>
                              </m:ctrlPr>
                            </m:eqArrPr>
                            <m:e>
                              <m:r>
                                <a:rPr lang="zh-CN" altLang="en-US" sz="2400" i="1">
                                  <a:solidFill>
                                    <a:srgbClr val="000000"/>
                                  </a:solidFill>
                                  <a:latin typeface="Cambria Math" panose="02040503050406030204" pitchFamily="18" charset="0"/>
                                </a:rPr>
                                <m:t>&amp;</m:t>
                              </m:r>
                              <m:m>
                                <m:mPr>
                                  <m:plcHide m:val="on"/>
                                  <m:mcs>
                                    <m:mc>
                                      <m:mcPr>
                                        <m:count m:val="1"/>
                                        <m:mcJc m:val="center"/>
                                      </m:mcPr>
                                    </m:mc>
                                  </m:mcs>
                                  <m:ctrlPr>
                                    <a:rPr lang="zh-CN" altLang="en-US" sz="2400" i="1">
                                      <a:solidFill>
                                        <a:srgbClr val="000000"/>
                                      </a:solidFill>
                                      <a:latin typeface="Cambria Math" panose="02040503050406030204" pitchFamily="18" charset="0"/>
                                    </a:rPr>
                                  </m:ctrlPr>
                                </m:mPr>
                                <m:mr>
                                  <m:e/>
                                </m:mr>
                              </m:m>
                              <m:r>
                                <m:rPr>
                                  <m:sty m:val="p"/>
                                </m:rPr>
                                <a:rPr lang="en-US" altLang="zh-CN" sz="2400" b="0" i="0" smtClean="0">
                                  <a:solidFill>
                                    <a:srgbClr val="000000"/>
                                  </a:solidFill>
                                  <a:latin typeface="Cambria Math" panose="02040503050406030204" pitchFamily="18" charset="0"/>
                                </a:rPr>
                                <m:t>d</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i</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j</m:t>
                              </m:r>
                              <m:m>
                                <m:mPr>
                                  <m:plcHide m:val="on"/>
                                  <m:mcs>
                                    <m:mc>
                                      <m:mcPr>
                                        <m:count m:val="1"/>
                                        <m:mcJc m:val="center"/>
                                      </m:mcPr>
                                    </m:mc>
                                  </m:mcs>
                                  <m:ctrlPr>
                                    <a:rPr lang="zh-CN" altLang="en-US" sz="2400" i="1">
                                      <a:solidFill>
                                        <a:srgbClr val="000000"/>
                                      </a:solidFill>
                                      <a:latin typeface="Cambria Math" panose="02040503050406030204" pitchFamily="18" charset="0"/>
                                    </a:rPr>
                                  </m:ctrlPr>
                                </m:mPr>
                                <m:mr>
                                  <m:e/>
                                </m:mr>
                              </m:m>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m>
                                <m:mPr>
                                  <m:plcHide m:val="on"/>
                                  <m:mcs>
                                    <m:mc>
                                      <m:mcPr>
                                        <m:count m:val="2"/>
                                        <m:mcJc m:val="center"/>
                                      </m:mcPr>
                                    </m:mc>
                                  </m:mcs>
                                  <m:ctrlPr>
                                    <a:rPr lang="zh-CN" altLang="en-US" sz="2400" i="1">
                                      <a:solidFill>
                                        <a:srgbClr val="000000"/>
                                      </a:solidFill>
                                      <a:latin typeface="Cambria Math" panose="02040503050406030204" pitchFamily="18" charset="0"/>
                                    </a:rPr>
                                  </m:ctrlPr>
                                </m:mPr>
                                <m:mr>
                                  <m:e/>
                                  <m:e/>
                                </m:mr>
                              </m:m>
                              <m:m>
                                <m:mPr>
                                  <m:plcHide m:val="on"/>
                                  <m:mcs>
                                    <m:mc>
                                      <m:mcPr>
                                        <m:count m:val="2"/>
                                        <m:mcJc m:val="center"/>
                                      </m:mcPr>
                                    </m:mc>
                                  </m:mcs>
                                  <m:ctrlPr>
                                    <a:rPr lang="zh-CN" altLang="en-US" sz="2400" i="1">
                                      <a:solidFill>
                                        <a:srgbClr val="000000"/>
                                      </a:solidFill>
                                      <a:latin typeface="Cambria Math" panose="02040503050406030204" pitchFamily="18" charset="0"/>
                                    </a:rPr>
                                  </m:ctrlPr>
                                </m:mPr>
                                <m:mr>
                                  <m:e>
                                    <m:m>
                                      <m:mPr>
                                        <m:plcHide m:val="on"/>
                                        <m:mcs>
                                          <m:mc>
                                            <m:mcPr>
                                              <m:count m:val="2"/>
                                              <m:mcJc m:val="center"/>
                                            </m:mcPr>
                                          </m:mc>
                                        </m:mcs>
                                        <m:ctrlPr>
                                          <a:rPr lang="zh-CN" altLang="en-US" sz="2400" i="1">
                                            <a:solidFill>
                                              <a:srgbClr val="000000"/>
                                            </a:solidFill>
                                            <a:latin typeface="Cambria Math" panose="02040503050406030204" pitchFamily="18" charset="0"/>
                                          </a:rPr>
                                        </m:ctrlPr>
                                      </m:mPr>
                                      <m:mr>
                                        <m:e/>
                                        <m:e/>
                                      </m:mr>
                                    </m:m>
                                  </m:e>
                                  <m:e/>
                                </m:mr>
                              </m: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&gt;1,</m:t>
                              </m:r>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&gt;1</m:t>
                              </m:r>
                            </m:e>
                            <m:e>
                              <m:r>
                                <a:rPr lang="zh-CN" altLang="en-US" sz="2400" i="1">
                                  <a:solidFill>
                                    <a:srgbClr val="000000"/>
                                  </a:solidFill>
                                  <a:latin typeface="Cambria Math" panose="02040503050406030204" pitchFamily="18" charset="0"/>
                                </a:rPr>
                                <m:t>&amp;</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max</m:t>
                                  </m:r>
                                </m:fName>
                                <m:e>
                                  <m:r>
                                    <a:rPr lang="zh-CN" altLang="en-US" sz="2400" i="1">
                                      <a:solidFill>
                                        <a:srgbClr val="000000"/>
                                      </a:solidFill>
                                      <a:latin typeface="Cambria Math" panose="02040503050406030204" pitchFamily="18" charset="0"/>
                                    </a:rPr>
                                    <m:t>{</m:t>
                                  </m:r>
                                </m:e>
                              </m:func>
                              <m:m>
                                <m:mPr>
                                  <m:plcHide m:val="on"/>
                                  <m:mcs>
                                    <m:mc>
                                      <m:mcPr>
                                        <m:count m:val="1"/>
                                        <m:mcJc m:val="center"/>
                                      </m:mcPr>
                                    </m:mc>
                                  </m:mcs>
                                  <m:ctrlPr>
                                    <a:rPr lang="zh-CN" altLang="en-US" sz="2400" i="1">
                                      <a:solidFill>
                                        <a:srgbClr val="000000"/>
                                      </a:solidFill>
                                      <a:latin typeface="Cambria Math" panose="02040503050406030204" pitchFamily="18" charset="0"/>
                                    </a:rPr>
                                  </m:ctrlPr>
                                </m:mPr>
                                <m:mr>
                                  <m:e/>
                                </m:mr>
                              </m:m>
                              <m:r>
                                <m:rPr>
                                  <m:sty m:val="p"/>
                                </m:rPr>
                                <a:rPr lang="en-US" altLang="zh-CN" sz="2400" b="0" i="0" smtClean="0">
                                  <a:solidFill>
                                    <a:srgbClr val="000000"/>
                                  </a:solidFill>
                                  <a:latin typeface="Cambria Math" panose="02040503050406030204" pitchFamily="18" charset="0"/>
                                </a:rPr>
                                <m:t>d</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i</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j</m:t>
                              </m:r>
                              <m:m>
                                <m:mPr>
                                  <m:plcHide m:val="on"/>
                                  <m:mcs>
                                    <m:mc>
                                      <m:mcPr>
                                        <m:count m:val="1"/>
                                        <m:mcJc m:val="center"/>
                                      </m:mcPr>
                                    </m:mc>
                                  </m:mcs>
                                  <m:ctrlPr>
                                    <a:rPr lang="zh-CN" altLang="en-US" sz="2400" i="1">
                                      <a:solidFill>
                                        <a:srgbClr val="000000"/>
                                      </a:solidFill>
                                      <a:latin typeface="Cambria Math" panose="02040503050406030204" pitchFamily="18" charset="0"/>
                                    </a:rPr>
                                  </m:ctrlPr>
                                </m:mPr>
                                <m:mr>
                                  <m:e/>
                                </m:mr>
                              </m:m>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m:t>
                              </m:r>
                              <m:m>
                                <m:mPr>
                                  <m:plcHide m:val="on"/>
                                  <m:mcs>
                                    <m:mc>
                                      <m:mcPr>
                                        <m:count m:val="1"/>
                                        <m:mcJc m:val="center"/>
                                      </m:mcPr>
                                    </m:mc>
                                  </m:mcs>
                                  <m:ctrlPr>
                                    <a:rPr lang="zh-CN" altLang="en-US" sz="2400" i="1">
                                      <a:solidFill>
                                        <a:srgbClr val="000000"/>
                                      </a:solidFill>
                                      <a:latin typeface="Cambria Math" panose="02040503050406030204" pitchFamily="18" charset="0"/>
                                    </a:rPr>
                                  </m:ctrlPr>
                                </m:mPr>
                                <m:mr>
                                  <m:e/>
                                </m:mr>
                              </m:m>
                              <m:r>
                                <m:rPr>
                                  <m:sty m:val="p"/>
                                </m:rPr>
                                <a:rPr lang="en-US" altLang="zh-CN" sz="2400" b="0" i="0" smtClean="0">
                                  <a:solidFill>
                                    <a:srgbClr val="000000"/>
                                  </a:solidFill>
                                  <a:latin typeface="Cambria Math" panose="02040503050406030204" pitchFamily="18" charset="0"/>
                                </a:rPr>
                                <m:t>d</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i</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j</m:t>
                              </m:r>
                              <m:r>
                                <a:rPr lang="zh-CN" altLang="en-US" sz="2400" i="1">
                                  <a:solidFill>
                                    <a:srgbClr val="000000"/>
                                  </a:solidFill>
                                  <a:latin typeface="Cambria Math" panose="02040503050406030204" pitchFamily="18" charset="0"/>
                                </a:rPr>
                                <m:t>]</m:t>
                              </m:r>
                              <m:m>
                                <m:mPr>
                                  <m:plcHide m:val="on"/>
                                  <m:mcs>
                                    <m:mc>
                                      <m:mcPr>
                                        <m:count m:val="1"/>
                                        <m:mcJc m:val="center"/>
                                      </m:mcPr>
                                    </m:mc>
                                  </m:mcs>
                                  <m:ctrlPr>
                                    <a:rPr lang="zh-CN" altLang="en-US" sz="2400" i="1">
                                      <a:solidFill>
                                        <a:srgbClr val="000000"/>
                                      </a:solidFill>
                                      <a:latin typeface="Cambria Math" panose="02040503050406030204" pitchFamily="18" charset="0"/>
                                    </a:rPr>
                                  </m:ctrlPr>
                                </m:mPr>
                                <m:mr>
                                  <m:e/>
                                </m:mr>
                              </m:m>
                              <m:r>
                                <a:rPr lang="zh-CN" altLang="en-US" sz="2400" i="1">
                                  <a:solidFill>
                                    <a:srgbClr val="000000"/>
                                  </a:solidFill>
                                  <a:latin typeface="Cambria Math" panose="02040503050406030204" pitchFamily="18" charset="0"/>
                                </a:rPr>
                                <m:t>}</m:t>
                              </m:r>
                              <m:m>
                                <m:mPr>
                                  <m:plcHide m:val="on"/>
                                  <m:mcs>
                                    <m:mc>
                                      <m:mcPr>
                                        <m:count m:val="1"/>
                                        <m:mcJc m:val="center"/>
                                      </m:mcPr>
                                    </m:mc>
                                  </m:mcs>
                                  <m:ctrlPr>
                                    <a:rPr lang="zh-CN" altLang="en-US" sz="2400" i="1">
                                      <a:solidFill>
                                        <a:srgbClr val="000000"/>
                                      </a:solidFill>
                                      <a:latin typeface="Cambria Math" panose="02040503050406030204" pitchFamily="18" charset="0"/>
                                    </a:rPr>
                                  </m:ctrlPr>
                                </m:mPr>
                                <m:mr>
                                  <m:e>
                                    <m:m>
                                      <m:mPr>
                                        <m:plcHide m:val="on"/>
                                        <m:mcs>
                                          <m:mc>
                                            <m:mcPr>
                                              <m:count m:val="2"/>
                                              <m:mcJc m:val="center"/>
                                            </m:mcPr>
                                          </m:mc>
                                        </m:mcs>
                                        <m:ctrlPr>
                                          <a:rPr lang="zh-CN" altLang="en-US" sz="2400" i="1">
                                            <a:solidFill>
                                              <a:srgbClr val="000000"/>
                                            </a:solidFill>
                                            <a:latin typeface="Cambria Math" panose="02040503050406030204" pitchFamily="18" charset="0"/>
                                          </a:rPr>
                                        </m:ctrlPr>
                                      </m:mPr>
                                      <m:mr>
                                        <m:e/>
                                        <m:e/>
                                      </m:mr>
                                    </m:m>
                                  </m:e>
                                </m:mr>
                              </m: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&gt;1,</m:t>
                              </m:r>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&gt;1</m:t>
                              </m:r>
                            </m:e>
                          </m:eqArr>
                        </m:e>
                      </m:d>
                    </m:oMath>
                  </m:oMathPara>
                </a14:m>
                <a:endParaRPr lang="zh-CN" altLang="en-US" sz="2400"/>
              </a:p>
            </p:txBody>
          </p:sp>
        </mc:Choice>
        <mc:Fallback xmlns="">
          <p:sp>
            <p:nvSpPr>
              <p:cNvPr id="4" name="对象 51203">
                <a:extLst>
                  <a:ext uri="{FF2B5EF4-FFF2-40B4-BE49-F238E27FC236}">
                    <a16:creationId xmlns:a16="http://schemas.microsoft.com/office/drawing/2014/main" id="{B5AF297E-D39D-4FA7-B8FA-DFCEE44E532F}"/>
                  </a:ext>
                </a:extLst>
              </p:cNvPr>
              <p:cNvSpPr txBox="1">
                <a:spLocks noRot="1" noChangeAspect="1" noMove="1" noResize="1" noEditPoints="1" noAdjustHandles="1" noChangeArrowheads="1" noChangeShapeType="1" noTextEdit="1"/>
              </p:cNvSpPr>
              <p:nvPr/>
            </p:nvSpPr>
            <p:spPr bwMode="auto">
              <a:xfrm>
                <a:off x="918529" y="3800767"/>
                <a:ext cx="8571699" cy="1268381"/>
              </a:xfrm>
              <a:prstGeom prst="rect">
                <a:avLst/>
              </a:prstGeom>
              <a:blipFill>
                <a:blip r:embed="rId2"/>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238218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19">
            <a:extLst>
              <a:ext uri="{FF2B5EF4-FFF2-40B4-BE49-F238E27FC236}">
                <a16:creationId xmlns:a16="http://schemas.microsoft.com/office/drawing/2014/main" id="{B0D167E4-B3BD-4EE0-8200-F5F083EBAB1C}"/>
              </a:ext>
            </a:extLst>
          </p:cNvPr>
          <p:cNvSpPr>
            <a:spLocks noChangeArrowheads="1"/>
          </p:cNvSpPr>
          <p:nvPr/>
        </p:nvSpPr>
        <p:spPr bwMode="auto">
          <a:xfrm>
            <a:off x="3628735" y="9985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endParaRPr lang="zh-CN" altLang="en-US">
              <a:ea typeface="华文行楷" panose="02010800040101010101" pitchFamily="2" charset="-122"/>
            </a:endParaRPr>
          </a:p>
        </p:txBody>
      </p:sp>
      <p:sp>
        <p:nvSpPr>
          <p:cNvPr id="70658" name="Text Box 258">
            <a:extLst>
              <a:ext uri="{FF2B5EF4-FFF2-40B4-BE49-F238E27FC236}">
                <a16:creationId xmlns:a16="http://schemas.microsoft.com/office/drawing/2014/main" id="{B9767EC9-2C55-429E-85D0-2F3308EF3D66}"/>
              </a:ext>
            </a:extLst>
          </p:cNvPr>
          <p:cNvSpPr txBox="1">
            <a:spLocks noChangeArrowheads="1"/>
          </p:cNvSpPr>
          <p:nvPr/>
        </p:nvSpPr>
        <p:spPr bwMode="auto">
          <a:xfrm>
            <a:off x="1774825" y="1989139"/>
            <a:ext cx="194468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2400" b="1">
                <a:latin typeface="Times New Roman" panose="02020603050405020304" pitchFamily="18" charset="0"/>
              </a:rPr>
              <a:t>(a) d[i][j]                             </a:t>
            </a:r>
            <a:r>
              <a:rPr lang="zh-CN" altLang="en-US" sz="2400" b="1">
                <a:latin typeface="Times New Roman" panose="02020603050405020304" pitchFamily="18" charset="0"/>
              </a:rPr>
              <a:t> </a:t>
            </a:r>
          </a:p>
        </p:txBody>
      </p:sp>
      <p:graphicFrame>
        <p:nvGraphicFramePr>
          <p:cNvPr id="53252" name="表格 53251">
            <a:extLst>
              <a:ext uri="{FF2B5EF4-FFF2-40B4-BE49-F238E27FC236}">
                <a16:creationId xmlns:a16="http://schemas.microsoft.com/office/drawing/2014/main" id="{89BE816F-B63B-4D6B-B1A3-6BDC56577DB2}"/>
              </a:ext>
            </a:extLst>
          </p:cNvPr>
          <p:cNvGraphicFramePr>
            <a:graphicFrameLocks noGrp="1"/>
          </p:cNvGraphicFramePr>
          <p:nvPr/>
        </p:nvGraphicFramePr>
        <p:xfrm>
          <a:off x="3906838" y="2452688"/>
          <a:ext cx="5141912" cy="4151310"/>
        </p:xfrm>
        <a:graphic>
          <a:graphicData uri="http://schemas.openxmlformats.org/drawingml/2006/table">
            <a:tbl>
              <a:tblPr/>
              <a:tblGrid>
                <a:gridCol w="46672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6725">
                  <a:extLst>
                    <a:ext uri="{9D8B030D-6E8A-4147-A177-3AD203B41FA5}">
                      <a16:colId xmlns:a16="http://schemas.microsoft.com/office/drawing/2014/main" val="20010"/>
                    </a:ext>
                  </a:extLst>
                </a:gridCol>
              </a:tblGrid>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0769" name="Text Box 1500">
            <a:extLst>
              <a:ext uri="{FF2B5EF4-FFF2-40B4-BE49-F238E27FC236}">
                <a16:creationId xmlns:a16="http://schemas.microsoft.com/office/drawing/2014/main" id="{CCA15269-30A2-4D13-930B-0D0FFBB1781E}"/>
              </a:ext>
            </a:extLst>
          </p:cNvPr>
          <p:cNvSpPr txBox="1">
            <a:spLocks noChangeArrowheads="1"/>
          </p:cNvSpPr>
          <p:nvPr/>
        </p:nvSpPr>
        <p:spPr bwMode="auto">
          <a:xfrm>
            <a:off x="2208213" y="461963"/>
            <a:ext cx="79930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sz="2400" b="1" i="1">
                <a:latin typeface="Times New Roman" panose="02020603050405020304" pitchFamily="18" charset="0"/>
              </a:rPr>
              <a:t>Example:</a:t>
            </a:r>
            <a:r>
              <a:rPr lang="zh-CN" altLang="en-US" sz="2400" b="1" i="1">
                <a:latin typeface="Times New Roman" panose="02020603050405020304" pitchFamily="18" charset="0"/>
              </a:rPr>
              <a:t> </a:t>
            </a:r>
            <a:r>
              <a:rPr lang="en-US" altLang="zh-CN" sz="2400" b="1" i="1">
                <a:latin typeface="Times New Roman" panose="02020603050405020304" pitchFamily="18" charset="0"/>
              </a:rPr>
              <a:t>X</a:t>
            </a:r>
            <a:r>
              <a:rPr lang="en-US" altLang="zh-CN" sz="2400" b="1">
                <a:latin typeface="Times New Roman" panose="02020603050405020304" pitchFamily="18" charset="0"/>
              </a:rPr>
              <a:t>=(</a:t>
            </a:r>
            <a:r>
              <a:rPr lang="en-US" altLang="zh-CN" sz="2400" b="1" i="1">
                <a:latin typeface="Times New Roman" panose="02020603050405020304" pitchFamily="18" charset="0"/>
              </a:rPr>
              <a:t>a</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a:latin typeface="Times New Roman" panose="02020603050405020304" pitchFamily="18" charset="0"/>
              </a:rPr>
              <a:t>, </a:t>
            </a:r>
            <a:r>
              <a:rPr lang="en-US" altLang="zh-CN" sz="2400" b="1" i="1">
                <a:latin typeface="Times New Roman" panose="02020603050405020304" pitchFamily="18" charset="0"/>
              </a:rPr>
              <a:t>c</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a:latin typeface="Times New Roman" panose="02020603050405020304" pitchFamily="18" charset="0"/>
              </a:rPr>
              <a:t>, </a:t>
            </a:r>
            <a:r>
              <a:rPr lang="en-US" altLang="zh-CN" sz="2400" b="1" i="1">
                <a:latin typeface="Times New Roman" panose="02020603050405020304" pitchFamily="18" charset="0"/>
              </a:rPr>
              <a:t>d</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a:latin typeface="Times New Roman" panose="02020603050405020304" pitchFamily="18" charset="0"/>
              </a:rPr>
              <a:t>)</a:t>
            </a:r>
            <a:r>
              <a:rPr lang="zh-CN" altLang="en-US" sz="2400" b="1">
                <a:latin typeface="Times New Roman" panose="02020603050405020304" pitchFamily="18" charset="0"/>
              </a:rPr>
              <a:t>，</a:t>
            </a:r>
            <a:r>
              <a:rPr lang="en-US" altLang="zh-CN" sz="2400" b="1" i="1">
                <a:latin typeface="Times New Roman" panose="02020603050405020304" pitchFamily="18" charset="0"/>
              </a:rPr>
              <a:t>Y</a:t>
            </a:r>
            <a:r>
              <a:rPr lang="en-US" altLang="zh-CN" sz="2400" b="1">
                <a:latin typeface="Times New Roman" panose="02020603050405020304" pitchFamily="18" charset="0"/>
              </a:rPr>
              <a:t>=(</a:t>
            </a:r>
            <a:r>
              <a:rPr lang="en-US" altLang="zh-CN" sz="2400" b="1" i="1">
                <a:latin typeface="Times New Roman" panose="02020603050405020304" pitchFamily="18" charset="0"/>
              </a:rPr>
              <a:t>a</a:t>
            </a:r>
            <a:r>
              <a:rPr lang="en-US" altLang="zh-CN" sz="2400" b="1">
                <a:latin typeface="Times New Roman" panose="02020603050405020304" pitchFamily="18" charset="0"/>
              </a:rPr>
              <a:t>, </a:t>
            </a:r>
            <a:r>
              <a:rPr lang="en-US" altLang="zh-CN" sz="2400" b="1" i="1">
                <a:latin typeface="Times New Roman" panose="02020603050405020304" pitchFamily="18" charset="0"/>
              </a:rPr>
              <a:t>c</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a:latin typeface="Times New Roman" panose="02020603050405020304" pitchFamily="18" charset="0"/>
              </a:rPr>
              <a:t>, </a:t>
            </a:r>
            <a:r>
              <a:rPr lang="en-US" altLang="zh-CN" sz="2400" b="1" i="1">
                <a:latin typeface="Times New Roman" panose="02020603050405020304" pitchFamily="18" charset="0"/>
              </a:rPr>
              <a:t>a</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a:latin typeface="Times New Roman" panose="02020603050405020304" pitchFamily="18" charset="0"/>
              </a:rPr>
              <a:t>,</a:t>
            </a:r>
            <a:r>
              <a:rPr lang="en-US" altLang="zh-CN" sz="2400" b="1" i="1">
                <a:latin typeface="Times New Roman" panose="02020603050405020304" pitchFamily="18" charset="0"/>
              </a:rPr>
              <a:t> d</a:t>
            </a:r>
            <a:r>
              <a:rPr lang="en-US" altLang="zh-CN" sz="2400" b="1">
                <a:latin typeface="Times New Roman" panose="02020603050405020304" pitchFamily="18" charset="0"/>
              </a:rPr>
              <a:t>,</a:t>
            </a:r>
            <a:r>
              <a:rPr lang="en-US" altLang="zh-CN" sz="2400" b="1" i="1">
                <a:latin typeface="Times New Roman" panose="02020603050405020304" pitchFamily="18" charset="0"/>
              </a:rPr>
              <a:t> b</a:t>
            </a:r>
            <a:r>
              <a:rPr lang="en-US" altLang="zh-CN" sz="2400" b="1">
                <a:latin typeface="Times New Roman" panose="02020603050405020304" pitchFamily="18" charset="0"/>
              </a:rPr>
              <a:t>, </a:t>
            </a:r>
            <a:r>
              <a:rPr lang="en-US" altLang="zh-CN" sz="2400" b="1" i="1">
                <a:latin typeface="Times New Roman" panose="02020603050405020304" pitchFamily="18" charset="0"/>
              </a:rPr>
              <a:t>b</a:t>
            </a:r>
            <a:r>
              <a:rPr lang="en-US" altLang="zh-CN" sz="2400" b="1">
                <a:latin typeface="Times New Roman" panose="02020603050405020304" pitchFamily="18" charset="0"/>
              </a:rPr>
              <a:t>)</a:t>
            </a:r>
          </a:p>
          <a:p>
            <a:pPr eaLnBrk="0" hangingPunct="0">
              <a:spcBef>
                <a:spcPct val="50000"/>
              </a:spcBef>
            </a:pPr>
            <a:r>
              <a:rPr lang="en-US" altLang="zh-CN" sz="2400">
                <a:ea typeface="华文行楷" panose="02010800040101010101" pitchFamily="2" charset="-122"/>
              </a:rPr>
              <a:t>d[0][0]=d[i][0]=d[0][j]=0 (1≤i≤m,1≤j≤n)    </a:t>
            </a:r>
            <a:endParaRPr lang="zh-CN" altLang="en-US" sz="2400">
              <a:ea typeface="华文行楷" panose="02010800040101010101" pitchFamily="2" charset="-122"/>
            </a:endParaRPr>
          </a:p>
        </p:txBody>
      </p:sp>
      <p:sp>
        <p:nvSpPr>
          <p:cNvPr id="70770" name="文本框 53362">
            <a:extLst>
              <a:ext uri="{FF2B5EF4-FFF2-40B4-BE49-F238E27FC236}">
                <a16:creationId xmlns:a16="http://schemas.microsoft.com/office/drawing/2014/main" id="{118131A9-60C6-422A-91CE-19D7810E255A}"/>
              </a:ext>
            </a:extLst>
          </p:cNvPr>
          <p:cNvSpPr txBox="1">
            <a:spLocks noChangeArrowheads="1"/>
          </p:cNvSpPr>
          <p:nvPr/>
        </p:nvSpPr>
        <p:spPr bwMode="auto">
          <a:xfrm>
            <a:off x="3289300" y="2730501"/>
            <a:ext cx="5794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500">
                <a:ea typeface="华文行楷" panose="02010800040101010101" pitchFamily="2" charset="-122"/>
              </a:rPr>
              <a:t>X=</a:t>
            </a:r>
          </a:p>
          <a:p>
            <a:pPr algn="ctr" eaLnBrk="0" hangingPunct="0"/>
            <a:endParaRPr lang="zh-CN" altLang="en-US" sz="2500">
              <a:ea typeface="华文行楷" panose="02010800040101010101" pitchFamily="2" charset="-122"/>
            </a:endParaRPr>
          </a:p>
          <a:p>
            <a:pPr algn="ctr" eaLnBrk="0" hangingPunct="0"/>
            <a:r>
              <a:rPr lang="zh-CN" altLang="en-US" sz="2500">
                <a:ea typeface="华文行楷" panose="02010800040101010101" pitchFamily="2" charset="-122"/>
              </a:rPr>
              <a:t>a</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c</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d</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p:txBody>
      </p:sp>
      <p:sp>
        <p:nvSpPr>
          <p:cNvPr id="70771" name="文本框 53363">
            <a:extLst>
              <a:ext uri="{FF2B5EF4-FFF2-40B4-BE49-F238E27FC236}">
                <a16:creationId xmlns:a16="http://schemas.microsoft.com/office/drawing/2014/main" id="{902C1ADA-69D4-48C9-B42F-699E08928A11}"/>
              </a:ext>
            </a:extLst>
          </p:cNvPr>
          <p:cNvSpPr txBox="1">
            <a:spLocks noChangeArrowheads="1"/>
          </p:cNvSpPr>
          <p:nvPr/>
        </p:nvSpPr>
        <p:spPr bwMode="auto">
          <a:xfrm>
            <a:off x="4008439" y="1959367"/>
            <a:ext cx="54006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500">
                <a:ea typeface="华文行楷" panose="02010800040101010101" pitchFamily="2" charset="-122"/>
              </a:rPr>
              <a:t> Y=    a   c    b   b   a    b   d   b    b</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319">
            <a:extLst>
              <a:ext uri="{FF2B5EF4-FFF2-40B4-BE49-F238E27FC236}">
                <a16:creationId xmlns:a16="http://schemas.microsoft.com/office/drawing/2014/main" id="{71DD4AA7-BC86-475A-A6C6-DEAE70E16B15}"/>
              </a:ext>
            </a:extLst>
          </p:cNvPr>
          <p:cNvSpPr>
            <a:spLocks noChangeArrowheads="1"/>
          </p:cNvSpPr>
          <p:nvPr/>
        </p:nvSpPr>
        <p:spPr bwMode="auto">
          <a:xfrm>
            <a:off x="3628735" y="9985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endParaRPr lang="zh-CN" altLang="en-US">
              <a:ea typeface="华文行楷" panose="02010800040101010101" pitchFamily="2" charset="-122"/>
            </a:endParaRPr>
          </a:p>
        </p:txBody>
      </p:sp>
      <p:sp>
        <p:nvSpPr>
          <p:cNvPr id="71682" name="Text Box 258">
            <a:extLst>
              <a:ext uri="{FF2B5EF4-FFF2-40B4-BE49-F238E27FC236}">
                <a16:creationId xmlns:a16="http://schemas.microsoft.com/office/drawing/2014/main" id="{3677CB42-6479-41A0-BAC3-FC9FF714FCC7}"/>
              </a:ext>
            </a:extLst>
          </p:cNvPr>
          <p:cNvSpPr txBox="1">
            <a:spLocks noChangeArrowheads="1"/>
          </p:cNvSpPr>
          <p:nvPr/>
        </p:nvSpPr>
        <p:spPr bwMode="auto">
          <a:xfrm>
            <a:off x="2352675" y="981075"/>
            <a:ext cx="77041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0</a:t>
            </a:r>
            <a:r>
              <a:rPr lang="en-US" altLang="zh-CN" sz="3200">
                <a:latin typeface="Times New Roman" panose="02020603050405020304" pitchFamily="18" charset="0"/>
                <a:ea typeface="华文行楷" panose="02010800040101010101" pitchFamily="2" charset="-122"/>
              </a:rPr>
              <a:t>][0]</a:t>
            </a:r>
            <a:r>
              <a:rPr lang="zh-CN" altLang="en-US" sz="3200">
                <a:latin typeface="Times New Roman" panose="02020603050405020304" pitchFamily="18" charset="0"/>
                <a:ea typeface="华文行楷" panose="02010800040101010101" pitchFamily="2" charset="-122"/>
              </a:rPr>
              <a:t>+1        (x</a:t>
            </a:r>
            <a:r>
              <a:rPr lang="zh-CN" altLang="en-US" sz="3200" baseline="-25000">
                <a:latin typeface="Times New Roman" panose="02020603050405020304" pitchFamily="18" charset="0"/>
                <a:ea typeface="华文行楷" panose="02010800040101010101" pitchFamily="2" charset="-122"/>
              </a:rPr>
              <a:t>1</a:t>
            </a:r>
            <a:r>
              <a:rPr lang="zh-CN" altLang="en-US" sz="3200">
                <a:latin typeface="Times New Roman" panose="02020603050405020304" pitchFamily="18" charset="0"/>
                <a:ea typeface="华文行楷" panose="02010800040101010101" pitchFamily="2" charset="-122"/>
              </a:rPr>
              <a:t>=</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y</a:t>
            </a:r>
            <a:r>
              <a:rPr lang="zh-CN" altLang="en-US" sz="3200" baseline="-25000">
                <a:latin typeface="Times New Roman" panose="02020603050405020304" pitchFamily="18" charset="0"/>
                <a:ea typeface="华文行楷" panose="02010800040101010101" pitchFamily="2" charset="-122"/>
              </a:rPr>
              <a:t>1</a:t>
            </a:r>
            <a:r>
              <a:rPr lang="zh-CN" altLang="en-US" sz="3200">
                <a:latin typeface="Times New Roman" panose="02020603050405020304" pitchFamily="18" charset="0"/>
                <a:ea typeface="华文行楷" panose="02010800040101010101" pitchFamily="2" charset="-122"/>
              </a:rPr>
              <a:t>)</a:t>
            </a:r>
          </a:p>
        </p:txBody>
      </p:sp>
      <p:graphicFrame>
        <p:nvGraphicFramePr>
          <p:cNvPr id="54276" name="表格 54275">
            <a:extLst>
              <a:ext uri="{FF2B5EF4-FFF2-40B4-BE49-F238E27FC236}">
                <a16:creationId xmlns:a16="http://schemas.microsoft.com/office/drawing/2014/main" id="{B1F8F80F-F51C-440A-AD15-57A85B175BAC}"/>
              </a:ext>
            </a:extLst>
          </p:cNvPr>
          <p:cNvGraphicFramePr>
            <a:graphicFrameLocks noGrp="1"/>
          </p:cNvGraphicFramePr>
          <p:nvPr/>
        </p:nvGraphicFramePr>
        <p:xfrm>
          <a:off x="3906838" y="2452688"/>
          <a:ext cx="5141912" cy="4151310"/>
        </p:xfrm>
        <a:graphic>
          <a:graphicData uri="http://schemas.openxmlformats.org/drawingml/2006/table">
            <a:tbl>
              <a:tblPr/>
              <a:tblGrid>
                <a:gridCol w="46672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6725">
                  <a:extLst>
                    <a:ext uri="{9D8B030D-6E8A-4147-A177-3AD203B41FA5}">
                      <a16:colId xmlns:a16="http://schemas.microsoft.com/office/drawing/2014/main" val="20010"/>
                    </a:ext>
                  </a:extLst>
                </a:gridCol>
              </a:tblGrid>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1793" name="文本框 54385">
            <a:extLst>
              <a:ext uri="{FF2B5EF4-FFF2-40B4-BE49-F238E27FC236}">
                <a16:creationId xmlns:a16="http://schemas.microsoft.com/office/drawing/2014/main" id="{C7DE1543-5586-4E3B-85EB-C7B82B55BA48}"/>
              </a:ext>
            </a:extLst>
          </p:cNvPr>
          <p:cNvSpPr txBox="1">
            <a:spLocks noChangeArrowheads="1"/>
          </p:cNvSpPr>
          <p:nvPr/>
        </p:nvSpPr>
        <p:spPr bwMode="auto">
          <a:xfrm>
            <a:off x="3289300" y="2730501"/>
            <a:ext cx="5794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500">
                <a:ea typeface="华文行楷" panose="02010800040101010101" pitchFamily="2" charset="-122"/>
              </a:rPr>
              <a:t>X=</a:t>
            </a:r>
          </a:p>
          <a:p>
            <a:pPr algn="ctr" eaLnBrk="0" hangingPunct="0"/>
            <a:endParaRPr lang="zh-CN" altLang="en-US" sz="2500">
              <a:ea typeface="华文行楷" panose="02010800040101010101" pitchFamily="2" charset="-122"/>
            </a:endParaRPr>
          </a:p>
          <a:p>
            <a:pPr algn="ctr" eaLnBrk="0" hangingPunct="0"/>
            <a:r>
              <a:rPr lang="zh-CN" altLang="en-US" sz="2500">
                <a:solidFill>
                  <a:srgbClr val="CC0000"/>
                </a:solidFill>
                <a:ea typeface="华文行楷" panose="02010800040101010101" pitchFamily="2" charset="-122"/>
              </a:rPr>
              <a:t>a</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c</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d</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p:txBody>
      </p:sp>
      <p:sp>
        <p:nvSpPr>
          <p:cNvPr id="71794" name="文本框 54386">
            <a:extLst>
              <a:ext uri="{FF2B5EF4-FFF2-40B4-BE49-F238E27FC236}">
                <a16:creationId xmlns:a16="http://schemas.microsoft.com/office/drawing/2014/main" id="{83F92571-9A53-4C77-A6D0-068D566E7711}"/>
              </a:ext>
            </a:extLst>
          </p:cNvPr>
          <p:cNvSpPr txBox="1">
            <a:spLocks noChangeArrowheads="1"/>
          </p:cNvSpPr>
          <p:nvPr/>
        </p:nvSpPr>
        <p:spPr bwMode="auto">
          <a:xfrm>
            <a:off x="4008439" y="1959367"/>
            <a:ext cx="54006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500">
                <a:ea typeface="华文行楷" panose="02010800040101010101" pitchFamily="2" charset="-122"/>
              </a:rPr>
              <a:t> Y=    </a:t>
            </a:r>
            <a:r>
              <a:rPr lang="zh-CN" altLang="en-US" sz="2500">
                <a:solidFill>
                  <a:srgbClr val="CC0000"/>
                </a:solidFill>
                <a:ea typeface="华文行楷" panose="02010800040101010101" pitchFamily="2" charset="-122"/>
              </a:rPr>
              <a:t>a</a:t>
            </a:r>
            <a:r>
              <a:rPr lang="zh-CN" altLang="en-US" sz="2500">
                <a:ea typeface="华文行楷" panose="02010800040101010101" pitchFamily="2" charset="-122"/>
              </a:rPr>
              <a:t>   c    b   b   a    b   d   b    b</a:t>
            </a:r>
          </a:p>
        </p:txBody>
      </p:sp>
      <mc:AlternateContent xmlns:mc="http://schemas.openxmlformats.org/markup-compatibility/2006" xmlns:a14="http://schemas.microsoft.com/office/drawing/2010/main">
        <mc:Choice Requires="a14">
          <p:sp>
            <p:nvSpPr>
              <p:cNvPr id="71795" name="对象 54387">
                <a:extLst>
                  <a:ext uri="{FF2B5EF4-FFF2-40B4-BE49-F238E27FC236}">
                    <a16:creationId xmlns:a16="http://schemas.microsoft.com/office/drawing/2014/main" id="{06D9A633-1305-4817-866C-6E8C15278061}"/>
                  </a:ext>
                </a:extLst>
              </p:cNvPr>
              <p:cNvSpPr txBox="1"/>
              <p:nvPr/>
            </p:nvSpPr>
            <p:spPr bwMode="auto">
              <a:xfrm>
                <a:off x="2424113" y="122238"/>
                <a:ext cx="5327650" cy="8572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US" altLang="zh-CN"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m>
                                <m:mPr>
                                  <m:plcHide m:val="on"/>
                                  <m:mcs>
                                    <m:mc>
                                      <m:mcPr>
                                        <m:count m:val="2"/>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
                              <m:r>
                                <a:rPr lang="zh-CN" altLang="en-US" i="1">
                                  <a:solidFill>
                                    <a:srgbClr val="000000"/>
                                  </a:solidFill>
                                  <a:latin typeface="Cambria Math" panose="02040503050406030204" pitchFamily="18" charset="0"/>
                                </a:rPr>
                                <m:t>&amp;</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r>
                                    <a:rPr lang="zh-CN" altLang="en-US" i="1">
                                      <a:solidFill>
                                        <a:srgbClr val="000000"/>
                                      </a:solidFill>
                                      <a:latin typeface="Cambria Math" panose="02040503050406030204" pitchFamily="18" charset="0"/>
                                    </a:rPr>
                                    <m:t>{</m:t>
                                  </m:r>
                                </m:e>
                              </m:func>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qArr>
                        </m:e>
                      </m:d>
                    </m:oMath>
                  </m:oMathPara>
                </a14:m>
                <a:endParaRPr lang="zh-CN" altLang="en-US"/>
              </a:p>
            </p:txBody>
          </p:sp>
        </mc:Choice>
        <mc:Fallback xmlns="">
          <p:sp>
            <p:nvSpPr>
              <p:cNvPr id="71795" name="对象 54387">
                <a:extLst>
                  <a:ext uri="{FF2B5EF4-FFF2-40B4-BE49-F238E27FC236}">
                    <a16:creationId xmlns:a16="http://schemas.microsoft.com/office/drawing/2014/main" id="{06D9A633-1305-4817-866C-6E8C15278061}"/>
                  </a:ext>
                </a:extLst>
              </p:cNvPr>
              <p:cNvSpPr txBox="1">
                <a:spLocks noRot="1" noChangeAspect="1" noMove="1" noResize="1" noEditPoints="1" noAdjustHandles="1" noChangeArrowheads="1" noChangeShapeType="1" noTextEdit="1"/>
              </p:cNvSpPr>
              <p:nvPr/>
            </p:nvSpPr>
            <p:spPr bwMode="auto">
              <a:xfrm>
                <a:off x="2424113" y="122238"/>
                <a:ext cx="5327650" cy="857250"/>
              </a:xfrm>
              <a:prstGeom prst="rect">
                <a:avLst/>
              </a:prstGeom>
              <a:blipFill>
                <a:blip r:embed="rId2"/>
                <a:stretch>
                  <a:fillRect/>
                </a:stretch>
              </a:blipFill>
              <a:ln>
                <a:noFill/>
              </a:ln>
            </p:spPr>
            <p:txBody>
              <a:bodyPr/>
              <a:lstStyle/>
              <a:p>
                <a:r>
                  <a:rPr lang="zh-CN" altLang="en-US">
                    <a:noFill/>
                  </a:rPr>
                  <a:t> </a:t>
                </a:r>
              </a:p>
            </p:txBody>
          </p:sp>
        </mc:Fallback>
      </mc:AlternateContent>
      <p:sp>
        <p:nvSpPr>
          <p:cNvPr id="71796" name="直接连接符 54388">
            <a:extLst>
              <a:ext uri="{FF2B5EF4-FFF2-40B4-BE49-F238E27FC236}">
                <a16:creationId xmlns:a16="http://schemas.microsoft.com/office/drawing/2014/main" id="{AB6FC3D3-32F4-49D7-B8EC-6A2DA4E03C2A}"/>
              </a:ext>
            </a:extLst>
          </p:cNvPr>
          <p:cNvSpPr>
            <a:spLocks noChangeShapeType="1"/>
          </p:cNvSpPr>
          <p:nvPr/>
        </p:nvSpPr>
        <p:spPr bwMode="auto">
          <a:xfrm flipH="1">
            <a:off x="5087938" y="1485901"/>
            <a:ext cx="215900" cy="2087563"/>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19">
            <a:extLst>
              <a:ext uri="{FF2B5EF4-FFF2-40B4-BE49-F238E27FC236}">
                <a16:creationId xmlns:a16="http://schemas.microsoft.com/office/drawing/2014/main" id="{893BEA6D-FD29-470C-85FE-682B2D1F4E9F}"/>
              </a:ext>
            </a:extLst>
          </p:cNvPr>
          <p:cNvSpPr>
            <a:spLocks noChangeArrowheads="1"/>
          </p:cNvSpPr>
          <p:nvPr/>
        </p:nvSpPr>
        <p:spPr bwMode="auto">
          <a:xfrm>
            <a:off x="3628735" y="9985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endParaRPr lang="zh-CN" altLang="en-US">
              <a:ea typeface="华文行楷" panose="02010800040101010101" pitchFamily="2" charset="-122"/>
            </a:endParaRPr>
          </a:p>
        </p:txBody>
      </p:sp>
      <p:sp>
        <p:nvSpPr>
          <p:cNvPr id="72706" name="Text Box 258">
            <a:extLst>
              <a:ext uri="{FF2B5EF4-FFF2-40B4-BE49-F238E27FC236}">
                <a16:creationId xmlns:a16="http://schemas.microsoft.com/office/drawing/2014/main" id="{7D50A20D-6A72-4939-9C8F-183F1DAC167B}"/>
              </a:ext>
            </a:extLst>
          </p:cNvPr>
          <p:cNvSpPr txBox="1">
            <a:spLocks noChangeArrowheads="1"/>
          </p:cNvSpPr>
          <p:nvPr/>
        </p:nvSpPr>
        <p:spPr bwMode="auto">
          <a:xfrm>
            <a:off x="2352675" y="981075"/>
            <a:ext cx="78486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3200">
                <a:latin typeface="Times New Roman" panose="02020603050405020304" pitchFamily="18" charset="0"/>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max{</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0</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    </a:t>
            </a:r>
            <a:r>
              <a:rPr lang="zh-CN" altLang="en-US" sz="3200">
                <a:ea typeface="华文行楷" panose="02010800040101010101" pitchFamily="2" charset="-122"/>
              </a:rPr>
              <a:t> (x</a:t>
            </a:r>
            <a:r>
              <a:rPr lang="zh-CN" altLang="en-US" sz="3200" baseline="-25000">
                <a:ea typeface="华文行楷" panose="02010800040101010101" pitchFamily="2" charset="-122"/>
              </a:rPr>
              <a:t>1</a:t>
            </a:r>
            <a:r>
              <a:rPr lang="zh-CN" altLang="en-US" sz="3200">
                <a:ea typeface="华文行楷" panose="02010800040101010101" pitchFamily="2" charset="-122"/>
                <a:sym typeface="Arial" panose="020B0604020202020204" pitchFamily="34" charset="0"/>
              </a:rPr>
              <a:t>≠</a:t>
            </a:r>
            <a:r>
              <a:rPr lang="zh-CN" altLang="en-US" sz="3200">
                <a:ea typeface="华文行楷" panose="02010800040101010101" pitchFamily="2" charset="-122"/>
              </a:rPr>
              <a:t>y</a:t>
            </a:r>
            <a:r>
              <a:rPr lang="zh-CN" altLang="en-US" sz="3200" baseline="-25000">
                <a:ea typeface="华文行楷" panose="02010800040101010101" pitchFamily="2" charset="-122"/>
              </a:rPr>
              <a:t>2</a:t>
            </a:r>
            <a:r>
              <a:rPr lang="zh-CN" altLang="en-US" sz="320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p>
        </p:txBody>
      </p:sp>
      <p:graphicFrame>
        <p:nvGraphicFramePr>
          <p:cNvPr id="55300" name="表格 55299">
            <a:extLst>
              <a:ext uri="{FF2B5EF4-FFF2-40B4-BE49-F238E27FC236}">
                <a16:creationId xmlns:a16="http://schemas.microsoft.com/office/drawing/2014/main" id="{A00C0915-3FAF-47A9-B3A6-D6660518E12E}"/>
              </a:ext>
            </a:extLst>
          </p:cNvPr>
          <p:cNvGraphicFramePr>
            <a:graphicFrameLocks noGrp="1"/>
          </p:cNvGraphicFramePr>
          <p:nvPr/>
        </p:nvGraphicFramePr>
        <p:xfrm>
          <a:off x="3906838" y="2452688"/>
          <a:ext cx="5141912" cy="4151310"/>
        </p:xfrm>
        <a:graphic>
          <a:graphicData uri="http://schemas.openxmlformats.org/drawingml/2006/table">
            <a:tbl>
              <a:tblPr/>
              <a:tblGrid>
                <a:gridCol w="46672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6725">
                  <a:extLst>
                    <a:ext uri="{9D8B030D-6E8A-4147-A177-3AD203B41FA5}">
                      <a16:colId xmlns:a16="http://schemas.microsoft.com/office/drawing/2014/main" val="20010"/>
                    </a:ext>
                  </a:extLst>
                </a:gridCol>
              </a:tblGrid>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2817" name="文本框 55409">
            <a:extLst>
              <a:ext uri="{FF2B5EF4-FFF2-40B4-BE49-F238E27FC236}">
                <a16:creationId xmlns:a16="http://schemas.microsoft.com/office/drawing/2014/main" id="{9F109D47-CCA2-4DDA-B010-827F014BFFCF}"/>
              </a:ext>
            </a:extLst>
          </p:cNvPr>
          <p:cNvSpPr txBox="1">
            <a:spLocks noChangeArrowheads="1"/>
          </p:cNvSpPr>
          <p:nvPr/>
        </p:nvSpPr>
        <p:spPr bwMode="auto">
          <a:xfrm>
            <a:off x="3289300" y="2730501"/>
            <a:ext cx="5794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500">
                <a:ea typeface="华文行楷" panose="02010800040101010101" pitchFamily="2" charset="-122"/>
              </a:rPr>
              <a:t>X=</a:t>
            </a:r>
          </a:p>
          <a:p>
            <a:pPr algn="ctr" eaLnBrk="0" hangingPunct="0"/>
            <a:endParaRPr lang="zh-CN" altLang="en-US" sz="2500">
              <a:ea typeface="华文行楷" panose="02010800040101010101" pitchFamily="2" charset="-122"/>
            </a:endParaRPr>
          </a:p>
          <a:p>
            <a:pPr algn="ctr" eaLnBrk="0" hangingPunct="0"/>
            <a:r>
              <a:rPr lang="zh-CN" altLang="en-US" sz="2500">
                <a:solidFill>
                  <a:srgbClr val="CC0000"/>
                </a:solidFill>
                <a:ea typeface="华文行楷" panose="02010800040101010101" pitchFamily="2" charset="-122"/>
              </a:rPr>
              <a:t>a</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c</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d</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p:txBody>
      </p:sp>
      <p:sp>
        <p:nvSpPr>
          <p:cNvPr id="72818" name="文本框 55410">
            <a:extLst>
              <a:ext uri="{FF2B5EF4-FFF2-40B4-BE49-F238E27FC236}">
                <a16:creationId xmlns:a16="http://schemas.microsoft.com/office/drawing/2014/main" id="{E4C78D76-5A42-47D3-A782-C6BD1B1C4172}"/>
              </a:ext>
            </a:extLst>
          </p:cNvPr>
          <p:cNvSpPr txBox="1">
            <a:spLocks noChangeArrowheads="1"/>
          </p:cNvSpPr>
          <p:nvPr/>
        </p:nvSpPr>
        <p:spPr bwMode="auto">
          <a:xfrm>
            <a:off x="4008439" y="1959367"/>
            <a:ext cx="54006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500">
                <a:ea typeface="华文行楷" panose="02010800040101010101" pitchFamily="2" charset="-122"/>
              </a:rPr>
              <a:t> Y=    a   </a:t>
            </a:r>
            <a:r>
              <a:rPr lang="zh-CN" altLang="en-US" sz="2500">
                <a:solidFill>
                  <a:srgbClr val="CC0000"/>
                </a:solidFill>
                <a:ea typeface="华文行楷" panose="02010800040101010101" pitchFamily="2" charset="-122"/>
              </a:rPr>
              <a:t>c</a:t>
            </a:r>
            <a:r>
              <a:rPr lang="zh-CN" altLang="en-US" sz="2500">
                <a:ea typeface="华文行楷" panose="02010800040101010101" pitchFamily="2" charset="-122"/>
              </a:rPr>
              <a:t>    b   b   a    b   d   b    b</a:t>
            </a:r>
          </a:p>
        </p:txBody>
      </p:sp>
      <p:sp>
        <p:nvSpPr>
          <p:cNvPr id="72820" name="直接连接符 55412">
            <a:extLst>
              <a:ext uri="{FF2B5EF4-FFF2-40B4-BE49-F238E27FC236}">
                <a16:creationId xmlns:a16="http://schemas.microsoft.com/office/drawing/2014/main" id="{891E7BC2-EE73-4896-8D5D-56895D91B43E}"/>
              </a:ext>
            </a:extLst>
          </p:cNvPr>
          <p:cNvSpPr>
            <a:spLocks noChangeShapeType="1"/>
          </p:cNvSpPr>
          <p:nvPr/>
        </p:nvSpPr>
        <p:spPr bwMode="auto">
          <a:xfrm flipH="1">
            <a:off x="5591175" y="1484314"/>
            <a:ext cx="2089150" cy="2160587"/>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9" name="对象 54387">
                <a:extLst>
                  <a:ext uri="{FF2B5EF4-FFF2-40B4-BE49-F238E27FC236}">
                    <a16:creationId xmlns:a16="http://schemas.microsoft.com/office/drawing/2014/main" id="{49ACC685-7879-4195-AB7A-BB4A441232C4}"/>
                  </a:ext>
                </a:extLst>
              </p:cNvPr>
              <p:cNvSpPr txBox="1"/>
              <p:nvPr/>
            </p:nvSpPr>
            <p:spPr bwMode="auto">
              <a:xfrm>
                <a:off x="2424113" y="122238"/>
                <a:ext cx="5327650" cy="8572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US" altLang="zh-CN"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m>
                                <m:mPr>
                                  <m:plcHide m:val="on"/>
                                  <m:mcs>
                                    <m:mc>
                                      <m:mcPr>
                                        <m:count m:val="2"/>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
                              <m:r>
                                <a:rPr lang="zh-CN" altLang="en-US" i="1">
                                  <a:solidFill>
                                    <a:srgbClr val="000000"/>
                                  </a:solidFill>
                                  <a:latin typeface="Cambria Math" panose="02040503050406030204" pitchFamily="18" charset="0"/>
                                </a:rPr>
                                <m:t>&amp;</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r>
                                    <a:rPr lang="zh-CN" altLang="en-US" i="1">
                                      <a:solidFill>
                                        <a:srgbClr val="000000"/>
                                      </a:solidFill>
                                      <a:latin typeface="Cambria Math" panose="02040503050406030204" pitchFamily="18" charset="0"/>
                                    </a:rPr>
                                    <m:t>{</m:t>
                                  </m:r>
                                </m:e>
                              </m:func>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qArr>
                        </m:e>
                      </m:d>
                    </m:oMath>
                  </m:oMathPara>
                </a14:m>
                <a:endParaRPr lang="zh-CN" altLang="en-US"/>
              </a:p>
            </p:txBody>
          </p:sp>
        </mc:Choice>
        <mc:Fallback xmlns="">
          <p:sp>
            <p:nvSpPr>
              <p:cNvPr id="9" name="对象 54387">
                <a:extLst>
                  <a:ext uri="{FF2B5EF4-FFF2-40B4-BE49-F238E27FC236}">
                    <a16:creationId xmlns:a16="http://schemas.microsoft.com/office/drawing/2014/main" id="{49ACC685-7879-4195-AB7A-BB4A441232C4}"/>
                  </a:ext>
                </a:extLst>
              </p:cNvPr>
              <p:cNvSpPr txBox="1">
                <a:spLocks noRot="1" noChangeAspect="1" noMove="1" noResize="1" noEditPoints="1" noAdjustHandles="1" noChangeArrowheads="1" noChangeShapeType="1" noTextEdit="1"/>
              </p:cNvSpPr>
              <p:nvPr/>
            </p:nvSpPr>
            <p:spPr bwMode="auto">
              <a:xfrm>
                <a:off x="2424113" y="122238"/>
                <a:ext cx="5327650" cy="857250"/>
              </a:xfrm>
              <a:prstGeom prst="rect">
                <a:avLst/>
              </a:prstGeom>
              <a:blipFill>
                <a:blip r:embed="rId2"/>
                <a:stretch>
                  <a:fillRect/>
                </a:stretch>
              </a:blipFill>
              <a:ln>
                <a:noFill/>
              </a:ln>
            </p:spPr>
            <p:txBody>
              <a:bodyPr/>
              <a:lstStyle/>
              <a:p>
                <a:r>
                  <a:rPr lang="zh-CN" altLang="en-US">
                    <a:noFill/>
                  </a:rPr>
                  <a:t> </a:t>
                </a:r>
              </a:p>
            </p:txBody>
          </p:sp>
        </mc:Fallback>
      </mc:AlternateContent>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319">
            <a:extLst>
              <a:ext uri="{FF2B5EF4-FFF2-40B4-BE49-F238E27FC236}">
                <a16:creationId xmlns:a16="http://schemas.microsoft.com/office/drawing/2014/main" id="{6B8C6A83-C61E-49C6-839F-CE0EBFE49092}"/>
              </a:ext>
            </a:extLst>
          </p:cNvPr>
          <p:cNvSpPr>
            <a:spLocks noChangeArrowheads="1"/>
          </p:cNvSpPr>
          <p:nvPr/>
        </p:nvSpPr>
        <p:spPr bwMode="auto">
          <a:xfrm>
            <a:off x="3628735" y="9985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endParaRPr lang="zh-CN" altLang="en-US">
              <a:ea typeface="华文行楷" panose="02010800040101010101" pitchFamily="2" charset="-122"/>
            </a:endParaRPr>
          </a:p>
        </p:txBody>
      </p:sp>
      <p:sp>
        <p:nvSpPr>
          <p:cNvPr id="73730" name="Text Box 258">
            <a:extLst>
              <a:ext uri="{FF2B5EF4-FFF2-40B4-BE49-F238E27FC236}">
                <a16:creationId xmlns:a16="http://schemas.microsoft.com/office/drawing/2014/main" id="{5DBC804C-077A-49C5-9FBE-111F505F65BA}"/>
              </a:ext>
            </a:extLst>
          </p:cNvPr>
          <p:cNvSpPr txBox="1">
            <a:spLocks noChangeArrowheads="1"/>
          </p:cNvSpPr>
          <p:nvPr/>
        </p:nvSpPr>
        <p:spPr bwMode="auto">
          <a:xfrm>
            <a:off x="2352675" y="981075"/>
            <a:ext cx="78486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3200">
                <a:latin typeface="Times New Roman" panose="02020603050405020304" pitchFamily="18" charset="0"/>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3</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max{</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0</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3</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    </a:t>
            </a:r>
            <a:r>
              <a:rPr lang="zh-CN" altLang="en-US" sz="3200">
                <a:ea typeface="华文行楷" panose="02010800040101010101" pitchFamily="2" charset="-122"/>
              </a:rPr>
              <a:t> (x</a:t>
            </a:r>
            <a:r>
              <a:rPr lang="zh-CN" altLang="en-US" sz="3200" baseline="-25000">
                <a:ea typeface="华文行楷" panose="02010800040101010101" pitchFamily="2" charset="-122"/>
              </a:rPr>
              <a:t>1</a:t>
            </a:r>
            <a:r>
              <a:rPr lang="zh-CN" altLang="en-US" sz="3200">
                <a:ea typeface="华文行楷" panose="02010800040101010101" pitchFamily="2" charset="-122"/>
                <a:sym typeface="Arial" panose="020B0604020202020204" pitchFamily="34" charset="0"/>
              </a:rPr>
              <a:t>≠</a:t>
            </a:r>
            <a:r>
              <a:rPr lang="zh-CN" altLang="en-US" sz="3200">
                <a:ea typeface="华文行楷" panose="02010800040101010101" pitchFamily="2" charset="-122"/>
              </a:rPr>
              <a:t>y</a:t>
            </a:r>
            <a:r>
              <a:rPr lang="zh-CN" altLang="en-US" sz="3200" baseline="-25000">
                <a:ea typeface="华文行楷" panose="02010800040101010101" pitchFamily="2" charset="-122"/>
              </a:rPr>
              <a:t>3</a:t>
            </a:r>
            <a:r>
              <a:rPr lang="zh-CN" altLang="en-US" sz="320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p>
        </p:txBody>
      </p:sp>
      <p:graphicFrame>
        <p:nvGraphicFramePr>
          <p:cNvPr id="56324" name="表格 56323">
            <a:extLst>
              <a:ext uri="{FF2B5EF4-FFF2-40B4-BE49-F238E27FC236}">
                <a16:creationId xmlns:a16="http://schemas.microsoft.com/office/drawing/2014/main" id="{B09F52E4-DDCE-4B57-9A8C-42DAD05025A3}"/>
              </a:ext>
            </a:extLst>
          </p:cNvPr>
          <p:cNvGraphicFramePr>
            <a:graphicFrameLocks noGrp="1"/>
          </p:cNvGraphicFramePr>
          <p:nvPr/>
        </p:nvGraphicFramePr>
        <p:xfrm>
          <a:off x="3906838" y="2452688"/>
          <a:ext cx="5141912" cy="4151310"/>
        </p:xfrm>
        <a:graphic>
          <a:graphicData uri="http://schemas.openxmlformats.org/drawingml/2006/table">
            <a:tbl>
              <a:tblPr/>
              <a:tblGrid>
                <a:gridCol w="46672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6725">
                  <a:extLst>
                    <a:ext uri="{9D8B030D-6E8A-4147-A177-3AD203B41FA5}">
                      <a16:colId xmlns:a16="http://schemas.microsoft.com/office/drawing/2014/main" val="20010"/>
                    </a:ext>
                  </a:extLst>
                </a:gridCol>
              </a:tblGrid>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3841" name="文本框 56433">
            <a:extLst>
              <a:ext uri="{FF2B5EF4-FFF2-40B4-BE49-F238E27FC236}">
                <a16:creationId xmlns:a16="http://schemas.microsoft.com/office/drawing/2014/main" id="{F9A97EFD-0A1F-49CB-87D5-A16215879A58}"/>
              </a:ext>
            </a:extLst>
          </p:cNvPr>
          <p:cNvSpPr txBox="1">
            <a:spLocks noChangeArrowheads="1"/>
          </p:cNvSpPr>
          <p:nvPr/>
        </p:nvSpPr>
        <p:spPr bwMode="auto">
          <a:xfrm>
            <a:off x="3289300" y="2730501"/>
            <a:ext cx="5794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500">
                <a:ea typeface="华文行楷" panose="02010800040101010101" pitchFamily="2" charset="-122"/>
              </a:rPr>
              <a:t>X=</a:t>
            </a:r>
          </a:p>
          <a:p>
            <a:pPr algn="ctr" eaLnBrk="0" hangingPunct="0"/>
            <a:endParaRPr lang="zh-CN" altLang="en-US" sz="2500">
              <a:ea typeface="华文行楷" panose="02010800040101010101" pitchFamily="2" charset="-122"/>
            </a:endParaRPr>
          </a:p>
          <a:p>
            <a:pPr algn="ctr" eaLnBrk="0" hangingPunct="0"/>
            <a:r>
              <a:rPr lang="zh-CN" altLang="en-US" sz="2500">
                <a:solidFill>
                  <a:srgbClr val="CC0000"/>
                </a:solidFill>
                <a:ea typeface="华文行楷" panose="02010800040101010101" pitchFamily="2" charset="-122"/>
              </a:rPr>
              <a:t>a</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c</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d</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p:txBody>
      </p:sp>
      <p:sp>
        <p:nvSpPr>
          <p:cNvPr id="73842" name="文本框 56434">
            <a:extLst>
              <a:ext uri="{FF2B5EF4-FFF2-40B4-BE49-F238E27FC236}">
                <a16:creationId xmlns:a16="http://schemas.microsoft.com/office/drawing/2014/main" id="{9F8ABF3E-BD40-4A26-9751-721E66E7F7E9}"/>
              </a:ext>
            </a:extLst>
          </p:cNvPr>
          <p:cNvSpPr txBox="1">
            <a:spLocks noChangeArrowheads="1"/>
          </p:cNvSpPr>
          <p:nvPr/>
        </p:nvSpPr>
        <p:spPr bwMode="auto">
          <a:xfrm>
            <a:off x="4008439" y="1959367"/>
            <a:ext cx="54006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500">
                <a:ea typeface="华文行楷" panose="02010800040101010101" pitchFamily="2" charset="-122"/>
              </a:rPr>
              <a:t> Y=    a   c    </a:t>
            </a:r>
            <a:r>
              <a:rPr lang="zh-CN" altLang="en-US" sz="2500">
                <a:solidFill>
                  <a:srgbClr val="CC0000"/>
                </a:solidFill>
                <a:ea typeface="华文行楷" panose="02010800040101010101" pitchFamily="2" charset="-122"/>
              </a:rPr>
              <a:t>b</a:t>
            </a:r>
            <a:r>
              <a:rPr lang="zh-CN" altLang="en-US" sz="2500">
                <a:ea typeface="华文行楷" panose="02010800040101010101" pitchFamily="2" charset="-122"/>
              </a:rPr>
              <a:t>   b   a    b   d   b    b</a:t>
            </a:r>
          </a:p>
        </p:txBody>
      </p:sp>
      <p:sp>
        <p:nvSpPr>
          <p:cNvPr id="73844" name="直接连接符 56436">
            <a:extLst>
              <a:ext uri="{FF2B5EF4-FFF2-40B4-BE49-F238E27FC236}">
                <a16:creationId xmlns:a16="http://schemas.microsoft.com/office/drawing/2014/main" id="{7C2BEA43-D738-4946-9592-E8EACBAF8EB8}"/>
              </a:ext>
            </a:extLst>
          </p:cNvPr>
          <p:cNvSpPr>
            <a:spLocks noChangeShapeType="1"/>
          </p:cNvSpPr>
          <p:nvPr/>
        </p:nvSpPr>
        <p:spPr bwMode="auto">
          <a:xfrm flipH="1">
            <a:off x="6096001" y="1485900"/>
            <a:ext cx="1655763" cy="2160588"/>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9" name="对象 54387">
                <a:extLst>
                  <a:ext uri="{FF2B5EF4-FFF2-40B4-BE49-F238E27FC236}">
                    <a16:creationId xmlns:a16="http://schemas.microsoft.com/office/drawing/2014/main" id="{6769BEF2-CA2A-42E9-B79C-E817E86788EA}"/>
                  </a:ext>
                </a:extLst>
              </p:cNvPr>
              <p:cNvSpPr txBox="1"/>
              <p:nvPr/>
            </p:nvSpPr>
            <p:spPr bwMode="auto">
              <a:xfrm>
                <a:off x="2424113" y="122238"/>
                <a:ext cx="5327650" cy="8572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US" altLang="zh-CN"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m>
                                <m:mPr>
                                  <m:plcHide m:val="on"/>
                                  <m:mcs>
                                    <m:mc>
                                      <m:mcPr>
                                        <m:count m:val="2"/>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
                              <m:r>
                                <a:rPr lang="zh-CN" altLang="en-US" i="1">
                                  <a:solidFill>
                                    <a:srgbClr val="000000"/>
                                  </a:solidFill>
                                  <a:latin typeface="Cambria Math" panose="02040503050406030204" pitchFamily="18" charset="0"/>
                                </a:rPr>
                                <m:t>&amp;</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r>
                                    <a:rPr lang="zh-CN" altLang="en-US" i="1">
                                      <a:solidFill>
                                        <a:srgbClr val="000000"/>
                                      </a:solidFill>
                                      <a:latin typeface="Cambria Math" panose="02040503050406030204" pitchFamily="18" charset="0"/>
                                    </a:rPr>
                                    <m:t>{</m:t>
                                  </m:r>
                                </m:e>
                              </m:func>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qArr>
                        </m:e>
                      </m:d>
                    </m:oMath>
                  </m:oMathPara>
                </a14:m>
                <a:endParaRPr lang="zh-CN" altLang="en-US"/>
              </a:p>
            </p:txBody>
          </p:sp>
        </mc:Choice>
        <mc:Fallback xmlns="">
          <p:sp>
            <p:nvSpPr>
              <p:cNvPr id="9" name="对象 54387">
                <a:extLst>
                  <a:ext uri="{FF2B5EF4-FFF2-40B4-BE49-F238E27FC236}">
                    <a16:creationId xmlns:a16="http://schemas.microsoft.com/office/drawing/2014/main" id="{6769BEF2-CA2A-42E9-B79C-E817E86788EA}"/>
                  </a:ext>
                </a:extLst>
              </p:cNvPr>
              <p:cNvSpPr txBox="1">
                <a:spLocks noRot="1" noChangeAspect="1" noMove="1" noResize="1" noEditPoints="1" noAdjustHandles="1" noChangeArrowheads="1" noChangeShapeType="1" noTextEdit="1"/>
              </p:cNvSpPr>
              <p:nvPr/>
            </p:nvSpPr>
            <p:spPr bwMode="auto">
              <a:xfrm>
                <a:off x="2424113" y="122238"/>
                <a:ext cx="5327650" cy="857250"/>
              </a:xfrm>
              <a:prstGeom prst="rect">
                <a:avLst/>
              </a:prstGeom>
              <a:blipFill>
                <a:blip r:embed="rId2"/>
                <a:stretch>
                  <a:fillRect/>
                </a:stretch>
              </a:blipFill>
              <a:ln>
                <a:noFill/>
              </a:ln>
            </p:spPr>
            <p:txBody>
              <a:bodyPr/>
              <a:lstStyle/>
              <a:p>
                <a:r>
                  <a:rPr lang="zh-CN" altLang="en-US">
                    <a:noFill/>
                  </a:rPr>
                  <a:t> </a:t>
                </a:r>
              </a:p>
            </p:txBody>
          </p:sp>
        </mc:Fallback>
      </mc:AlternateContent>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319">
            <a:extLst>
              <a:ext uri="{FF2B5EF4-FFF2-40B4-BE49-F238E27FC236}">
                <a16:creationId xmlns:a16="http://schemas.microsoft.com/office/drawing/2014/main" id="{B9035DFD-5E07-489C-822B-F87DA36C9E79}"/>
              </a:ext>
            </a:extLst>
          </p:cNvPr>
          <p:cNvSpPr>
            <a:spLocks noChangeArrowheads="1"/>
          </p:cNvSpPr>
          <p:nvPr/>
        </p:nvSpPr>
        <p:spPr bwMode="auto">
          <a:xfrm>
            <a:off x="3628735" y="9985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endParaRPr lang="zh-CN" altLang="en-US">
              <a:ea typeface="华文行楷" panose="02010800040101010101" pitchFamily="2" charset="-122"/>
            </a:endParaRPr>
          </a:p>
        </p:txBody>
      </p:sp>
      <p:sp>
        <p:nvSpPr>
          <p:cNvPr id="74754" name="Text Box 258">
            <a:extLst>
              <a:ext uri="{FF2B5EF4-FFF2-40B4-BE49-F238E27FC236}">
                <a16:creationId xmlns:a16="http://schemas.microsoft.com/office/drawing/2014/main" id="{ABB41B7F-415F-4EBC-9D8D-F3CCB324C22C}"/>
              </a:ext>
            </a:extLst>
          </p:cNvPr>
          <p:cNvSpPr txBox="1">
            <a:spLocks noChangeArrowheads="1"/>
          </p:cNvSpPr>
          <p:nvPr/>
        </p:nvSpPr>
        <p:spPr bwMode="auto">
          <a:xfrm>
            <a:off x="2352675" y="981075"/>
            <a:ext cx="78486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3200">
                <a:latin typeface="Times New Roman" panose="02020603050405020304" pitchFamily="18" charset="0"/>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max{</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0</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    </a:t>
            </a:r>
            <a:r>
              <a:rPr lang="zh-CN" altLang="en-US" sz="3200">
                <a:ea typeface="华文行楷" panose="02010800040101010101" pitchFamily="2" charset="-122"/>
              </a:rPr>
              <a:t> (x</a:t>
            </a:r>
            <a:r>
              <a:rPr lang="zh-CN" altLang="en-US" sz="3200" baseline="-25000">
                <a:ea typeface="华文行楷" panose="02010800040101010101" pitchFamily="2" charset="-122"/>
              </a:rPr>
              <a:t>2</a:t>
            </a:r>
            <a:r>
              <a:rPr lang="zh-CN" altLang="en-US" sz="3200">
                <a:ea typeface="华文行楷" panose="02010800040101010101" pitchFamily="2" charset="-122"/>
                <a:sym typeface="Arial" panose="020B0604020202020204" pitchFamily="34" charset="0"/>
              </a:rPr>
              <a:t>≠</a:t>
            </a:r>
            <a:r>
              <a:rPr lang="zh-CN" altLang="en-US" sz="3200">
                <a:ea typeface="华文行楷" panose="02010800040101010101" pitchFamily="2" charset="-122"/>
              </a:rPr>
              <a:t>y</a:t>
            </a:r>
            <a:r>
              <a:rPr lang="zh-CN" altLang="en-US" sz="3200" baseline="-25000">
                <a:ea typeface="华文行楷" panose="02010800040101010101" pitchFamily="2" charset="-122"/>
              </a:rPr>
              <a:t>1</a:t>
            </a:r>
            <a:r>
              <a:rPr lang="zh-CN" altLang="en-US" sz="320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p>
        </p:txBody>
      </p:sp>
      <p:graphicFrame>
        <p:nvGraphicFramePr>
          <p:cNvPr id="57348" name="表格 57347">
            <a:extLst>
              <a:ext uri="{FF2B5EF4-FFF2-40B4-BE49-F238E27FC236}">
                <a16:creationId xmlns:a16="http://schemas.microsoft.com/office/drawing/2014/main" id="{48993FA2-EAF5-45C9-980B-BE8A58443D1F}"/>
              </a:ext>
            </a:extLst>
          </p:cNvPr>
          <p:cNvGraphicFramePr>
            <a:graphicFrameLocks noGrp="1"/>
          </p:cNvGraphicFramePr>
          <p:nvPr/>
        </p:nvGraphicFramePr>
        <p:xfrm>
          <a:off x="3906838" y="2452688"/>
          <a:ext cx="5141912" cy="4151310"/>
        </p:xfrm>
        <a:graphic>
          <a:graphicData uri="http://schemas.openxmlformats.org/drawingml/2006/table">
            <a:tbl>
              <a:tblPr/>
              <a:tblGrid>
                <a:gridCol w="46672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6725">
                  <a:extLst>
                    <a:ext uri="{9D8B030D-6E8A-4147-A177-3AD203B41FA5}">
                      <a16:colId xmlns:a16="http://schemas.microsoft.com/office/drawing/2014/main" val="20010"/>
                    </a:ext>
                  </a:extLst>
                </a:gridCol>
              </a:tblGrid>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4865" name="文本框 57457">
            <a:extLst>
              <a:ext uri="{FF2B5EF4-FFF2-40B4-BE49-F238E27FC236}">
                <a16:creationId xmlns:a16="http://schemas.microsoft.com/office/drawing/2014/main" id="{A199CA02-5DA0-4F8E-98DD-32E12BC70DF9}"/>
              </a:ext>
            </a:extLst>
          </p:cNvPr>
          <p:cNvSpPr txBox="1">
            <a:spLocks noChangeArrowheads="1"/>
          </p:cNvSpPr>
          <p:nvPr/>
        </p:nvSpPr>
        <p:spPr bwMode="auto">
          <a:xfrm>
            <a:off x="3289300" y="2730501"/>
            <a:ext cx="5794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500">
                <a:ea typeface="华文行楷" panose="02010800040101010101" pitchFamily="2" charset="-122"/>
              </a:rPr>
              <a:t>X=</a:t>
            </a:r>
          </a:p>
          <a:p>
            <a:pPr algn="ctr" eaLnBrk="0" hangingPunct="0"/>
            <a:endParaRPr lang="zh-CN" altLang="en-US" sz="2500">
              <a:ea typeface="华文行楷" panose="02010800040101010101" pitchFamily="2" charset="-122"/>
            </a:endParaRPr>
          </a:p>
          <a:p>
            <a:pPr algn="ctr" eaLnBrk="0" hangingPunct="0"/>
            <a:r>
              <a:rPr lang="zh-CN" altLang="en-US" sz="2500">
                <a:ea typeface="华文行楷" panose="02010800040101010101" pitchFamily="2" charset="-122"/>
              </a:rPr>
              <a:t>a</a:t>
            </a:r>
          </a:p>
          <a:p>
            <a:pPr algn="ctr" eaLnBrk="0" hangingPunct="0"/>
            <a:endParaRPr lang="zh-CN" altLang="en-US" sz="800">
              <a:ea typeface="华文行楷" panose="02010800040101010101" pitchFamily="2" charset="-122"/>
            </a:endParaRPr>
          </a:p>
          <a:p>
            <a:pPr algn="ctr" eaLnBrk="0" hangingPunct="0"/>
            <a:r>
              <a:rPr lang="zh-CN" altLang="en-US" sz="2500">
                <a:solidFill>
                  <a:srgbClr val="CC0000"/>
                </a:solidFill>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c</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d</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p:txBody>
      </p:sp>
      <p:sp>
        <p:nvSpPr>
          <p:cNvPr id="74866" name="文本框 57458">
            <a:extLst>
              <a:ext uri="{FF2B5EF4-FFF2-40B4-BE49-F238E27FC236}">
                <a16:creationId xmlns:a16="http://schemas.microsoft.com/office/drawing/2014/main" id="{FB87CA4D-CF09-4AE3-A0A8-0EC772308AEB}"/>
              </a:ext>
            </a:extLst>
          </p:cNvPr>
          <p:cNvSpPr txBox="1">
            <a:spLocks noChangeArrowheads="1"/>
          </p:cNvSpPr>
          <p:nvPr/>
        </p:nvSpPr>
        <p:spPr bwMode="auto">
          <a:xfrm>
            <a:off x="4008439" y="1959367"/>
            <a:ext cx="54006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500">
                <a:ea typeface="华文行楷" panose="02010800040101010101" pitchFamily="2" charset="-122"/>
              </a:rPr>
              <a:t> Y=    </a:t>
            </a:r>
            <a:r>
              <a:rPr lang="zh-CN" altLang="en-US" sz="2500">
                <a:solidFill>
                  <a:srgbClr val="CC0000"/>
                </a:solidFill>
                <a:ea typeface="华文行楷" panose="02010800040101010101" pitchFamily="2" charset="-122"/>
              </a:rPr>
              <a:t>a</a:t>
            </a:r>
            <a:r>
              <a:rPr lang="zh-CN" altLang="en-US" sz="2500">
                <a:ea typeface="华文行楷" panose="02010800040101010101" pitchFamily="2" charset="-122"/>
              </a:rPr>
              <a:t>   c    b   b   a    b   d   b    b</a:t>
            </a:r>
          </a:p>
        </p:txBody>
      </p:sp>
      <p:sp>
        <p:nvSpPr>
          <p:cNvPr id="74868" name="直接连接符 57460">
            <a:extLst>
              <a:ext uri="{FF2B5EF4-FFF2-40B4-BE49-F238E27FC236}">
                <a16:creationId xmlns:a16="http://schemas.microsoft.com/office/drawing/2014/main" id="{B60EBAD3-0714-4BB2-B463-77D3E5C137FF}"/>
              </a:ext>
            </a:extLst>
          </p:cNvPr>
          <p:cNvSpPr>
            <a:spLocks noChangeShapeType="1"/>
          </p:cNvSpPr>
          <p:nvPr/>
        </p:nvSpPr>
        <p:spPr bwMode="auto">
          <a:xfrm flipH="1">
            <a:off x="5232401" y="1485900"/>
            <a:ext cx="2519363" cy="259080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9" name="对象 54387">
                <a:extLst>
                  <a:ext uri="{FF2B5EF4-FFF2-40B4-BE49-F238E27FC236}">
                    <a16:creationId xmlns:a16="http://schemas.microsoft.com/office/drawing/2014/main" id="{2758806E-8CA8-48FB-8102-169D9ED40352}"/>
                  </a:ext>
                </a:extLst>
              </p:cNvPr>
              <p:cNvSpPr txBox="1"/>
              <p:nvPr/>
            </p:nvSpPr>
            <p:spPr bwMode="auto">
              <a:xfrm>
                <a:off x="2424113" y="122238"/>
                <a:ext cx="5327650" cy="8572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US" altLang="zh-CN"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m>
                                <m:mPr>
                                  <m:plcHide m:val="on"/>
                                  <m:mcs>
                                    <m:mc>
                                      <m:mcPr>
                                        <m:count m:val="2"/>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
                              <m:r>
                                <a:rPr lang="zh-CN" altLang="en-US" i="1">
                                  <a:solidFill>
                                    <a:srgbClr val="000000"/>
                                  </a:solidFill>
                                  <a:latin typeface="Cambria Math" panose="02040503050406030204" pitchFamily="18" charset="0"/>
                                </a:rPr>
                                <m:t>&amp;</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r>
                                    <a:rPr lang="zh-CN" altLang="en-US" i="1">
                                      <a:solidFill>
                                        <a:srgbClr val="000000"/>
                                      </a:solidFill>
                                      <a:latin typeface="Cambria Math" panose="02040503050406030204" pitchFamily="18" charset="0"/>
                                    </a:rPr>
                                    <m:t>{</m:t>
                                  </m:r>
                                </m:e>
                              </m:func>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qArr>
                        </m:e>
                      </m:d>
                    </m:oMath>
                  </m:oMathPara>
                </a14:m>
                <a:endParaRPr lang="zh-CN" altLang="en-US"/>
              </a:p>
            </p:txBody>
          </p:sp>
        </mc:Choice>
        <mc:Fallback xmlns="">
          <p:sp>
            <p:nvSpPr>
              <p:cNvPr id="9" name="对象 54387">
                <a:extLst>
                  <a:ext uri="{FF2B5EF4-FFF2-40B4-BE49-F238E27FC236}">
                    <a16:creationId xmlns:a16="http://schemas.microsoft.com/office/drawing/2014/main" id="{2758806E-8CA8-48FB-8102-169D9ED40352}"/>
                  </a:ext>
                </a:extLst>
              </p:cNvPr>
              <p:cNvSpPr txBox="1">
                <a:spLocks noRot="1" noChangeAspect="1" noMove="1" noResize="1" noEditPoints="1" noAdjustHandles="1" noChangeArrowheads="1" noChangeShapeType="1" noTextEdit="1"/>
              </p:cNvSpPr>
              <p:nvPr/>
            </p:nvSpPr>
            <p:spPr bwMode="auto">
              <a:xfrm>
                <a:off x="2424113" y="122238"/>
                <a:ext cx="5327650" cy="857250"/>
              </a:xfrm>
              <a:prstGeom prst="rect">
                <a:avLst/>
              </a:prstGeom>
              <a:blipFill>
                <a:blip r:embed="rId2"/>
                <a:stretch>
                  <a:fillRect/>
                </a:stretch>
              </a:blipFill>
              <a:ln>
                <a:noFill/>
              </a:ln>
            </p:spPr>
            <p:txBody>
              <a:bodyPr/>
              <a:lstStyle/>
              <a:p>
                <a:r>
                  <a:rPr lang="zh-CN" altLang="en-US">
                    <a:noFill/>
                  </a:rPr>
                  <a:t> </a:t>
                </a:r>
              </a:p>
            </p:txBody>
          </p:sp>
        </mc:Fallback>
      </mc:AlternateContent>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19">
            <a:extLst>
              <a:ext uri="{FF2B5EF4-FFF2-40B4-BE49-F238E27FC236}">
                <a16:creationId xmlns:a16="http://schemas.microsoft.com/office/drawing/2014/main" id="{76B3514C-48E3-4507-A611-35ADDF4281D5}"/>
              </a:ext>
            </a:extLst>
          </p:cNvPr>
          <p:cNvSpPr>
            <a:spLocks noChangeArrowheads="1"/>
          </p:cNvSpPr>
          <p:nvPr/>
        </p:nvSpPr>
        <p:spPr bwMode="auto">
          <a:xfrm>
            <a:off x="3628735" y="9985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endParaRPr lang="zh-CN" altLang="en-US">
              <a:ea typeface="华文行楷" panose="02010800040101010101" pitchFamily="2" charset="-122"/>
            </a:endParaRPr>
          </a:p>
        </p:txBody>
      </p:sp>
      <p:sp>
        <p:nvSpPr>
          <p:cNvPr id="75778" name="Text Box 258">
            <a:extLst>
              <a:ext uri="{FF2B5EF4-FFF2-40B4-BE49-F238E27FC236}">
                <a16:creationId xmlns:a16="http://schemas.microsoft.com/office/drawing/2014/main" id="{C2E788A0-1DF8-4EE9-B40A-4B4FBCD122F3}"/>
              </a:ext>
            </a:extLst>
          </p:cNvPr>
          <p:cNvSpPr txBox="1">
            <a:spLocks noChangeArrowheads="1"/>
          </p:cNvSpPr>
          <p:nvPr/>
        </p:nvSpPr>
        <p:spPr bwMode="auto">
          <a:xfrm>
            <a:off x="2352675" y="981075"/>
            <a:ext cx="78486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3200">
                <a:latin typeface="Times New Roman" panose="02020603050405020304" pitchFamily="18" charset="0"/>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max{</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    </a:t>
            </a:r>
            <a:r>
              <a:rPr lang="zh-CN" altLang="en-US" sz="3200">
                <a:ea typeface="华文行楷" panose="02010800040101010101" pitchFamily="2" charset="-122"/>
              </a:rPr>
              <a:t> (x</a:t>
            </a:r>
            <a:r>
              <a:rPr lang="zh-CN" altLang="en-US" sz="3200" baseline="-25000">
                <a:ea typeface="华文行楷" panose="02010800040101010101" pitchFamily="2" charset="-122"/>
              </a:rPr>
              <a:t>2</a:t>
            </a:r>
            <a:r>
              <a:rPr lang="zh-CN" altLang="en-US" sz="3200">
                <a:ea typeface="华文行楷" panose="02010800040101010101" pitchFamily="2" charset="-122"/>
                <a:sym typeface="Arial" panose="020B0604020202020204" pitchFamily="34" charset="0"/>
              </a:rPr>
              <a:t>≠</a:t>
            </a:r>
            <a:r>
              <a:rPr lang="zh-CN" altLang="en-US" sz="3200">
                <a:ea typeface="华文行楷" panose="02010800040101010101" pitchFamily="2" charset="-122"/>
              </a:rPr>
              <a:t>y</a:t>
            </a:r>
            <a:r>
              <a:rPr lang="zh-CN" altLang="en-US" sz="3200" baseline="-25000">
                <a:ea typeface="华文行楷" panose="02010800040101010101" pitchFamily="2" charset="-122"/>
              </a:rPr>
              <a:t>2</a:t>
            </a:r>
            <a:r>
              <a:rPr lang="zh-CN" altLang="en-US" sz="320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p>
        </p:txBody>
      </p:sp>
      <p:graphicFrame>
        <p:nvGraphicFramePr>
          <p:cNvPr id="58372" name="表格 58371">
            <a:extLst>
              <a:ext uri="{FF2B5EF4-FFF2-40B4-BE49-F238E27FC236}">
                <a16:creationId xmlns:a16="http://schemas.microsoft.com/office/drawing/2014/main" id="{BB974295-8A07-4F5C-A699-0B221F21C119}"/>
              </a:ext>
            </a:extLst>
          </p:cNvPr>
          <p:cNvGraphicFramePr>
            <a:graphicFrameLocks noGrp="1"/>
          </p:cNvGraphicFramePr>
          <p:nvPr/>
        </p:nvGraphicFramePr>
        <p:xfrm>
          <a:off x="3906838" y="2452688"/>
          <a:ext cx="5141912" cy="4151310"/>
        </p:xfrm>
        <a:graphic>
          <a:graphicData uri="http://schemas.openxmlformats.org/drawingml/2006/table">
            <a:tbl>
              <a:tblPr/>
              <a:tblGrid>
                <a:gridCol w="46672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6725">
                  <a:extLst>
                    <a:ext uri="{9D8B030D-6E8A-4147-A177-3AD203B41FA5}">
                      <a16:colId xmlns:a16="http://schemas.microsoft.com/office/drawing/2014/main" val="20010"/>
                    </a:ext>
                  </a:extLst>
                </a:gridCol>
              </a:tblGrid>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5889" name="文本框 58481">
            <a:extLst>
              <a:ext uri="{FF2B5EF4-FFF2-40B4-BE49-F238E27FC236}">
                <a16:creationId xmlns:a16="http://schemas.microsoft.com/office/drawing/2014/main" id="{D5D04FBC-B95A-42DA-995D-EF0A94B5F382}"/>
              </a:ext>
            </a:extLst>
          </p:cNvPr>
          <p:cNvSpPr txBox="1">
            <a:spLocks noChangeArrowheads="1"/>
          </p:cNvSpPr>
          <p:nvPr/>
        </p:nvSpPr>
        <p:spPr bwMode="auto">
          <a:xfrm>
            <a:off x="3289300" y="2730501"/>
            <a:ext cx="5794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500">
                <a:ea typeface="华文行楷" panose="02010800040101010101" pitchFamily="2" charset="-122"/>
              </a:rPr>
              <a:t>X=</a:t>
            </a:r>
          </a:p>
          <a:p>
            <a:pPr algn="ctr" eaLnBrk="0" hangingPunct="0"/>
            <a:endParaRPr lang="zh-CN" altLang="en-US" sz="2500">
              <a:ea typeface="华文行楷" panose="02010800040101010101" pitchFamily="2" charset="-122"/>
            </a:endParaRPr>
          </a:p>
          <a:p>
            <a:pPr algn="ctr" eaLnBrk="0" hangingPunct="0"/>
            <a:r>
              <a:rPr lang="zh-CN" altLang="en-US" sz="2500">
                <a:ea typeface="华文行楷" panose="02010800040101010101" pitchFamily="2" charset="-122"/>
              </a:rPr>
              <a:t>a</a:t>
            </a:r>
          </a:p>
          <a:p>
            <a:pPr algn="ctr" eaLnBrk="0" hangingPunct="0"/>
            <a:endParaRPr lang="zh-CN" altLang="en-US" sz="800">
              <a:ea typeface="华文行楷" panose="02010800040101010101" pitchFamily="2" charset="-122"/>
            </a:endParaRPr>
          </a:p>
          <a:p>
            <a:pPr algn="ctr" eaLnBrk="0" hangingPunct="0"/>
            <a:r>
              <a:rPr lang="zh-CN" altLang="en-US" sz="2500">
                <a:solidFill>
                  <a:srgbClr val="CC0000"/>
                </a:solidFill>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c</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d</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p:txBody>
      </p:sp>
      <p:sp>
        <p:nvSpPr>
          <p:cNvPr id="75890" name="文本框 58482">
            <a:extLst>
              <a:ext uri="{FF2B5EF4-FFF2-40B4-BE49-F238E27FC236}">
                <a16:creationId xmlns:a16="http://schemas.microsoft.com/office/drawing/2014/main" id="{8739E37D-4C90-4467-B681-CFBB6277AD80}"/>
              </a:ext>
            </a:extLst>
          </p:cNvPr>
          <p:cNvSpPr txBox="1">
            <a:spLocks noChangeArrowheads="1"/>
          </p:cNvSpPr>
          <p:nvPr/>
        </p:nvSpPr>
        <p:spPr bwMode="auto">
          <a:xfrm>
            <a:off x="4008439" y="1959367"/>
            <a:ext cx="54006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500">
                <a:ea typeface="华文行楷" panose="02010800040101010101" pitchFamily="2" charset="-122"/>
              </a:rPr>
              <a:t> Y=    a   </a:t>
            </a:r>
            <a:r>
              <a:rPr lang="zh-CN" altLang="en-US" sz="2500">
                <a:solidFill>
                  <a:srgbClr val="CC0000"/>
                </a:solidFill>
                <a:ea typeface="华文行楷" panose="02010800040101010101" pitchFamily="2" charset="-122"/>
              </a:rPr>
              <a:t>c</a:t>
            </a:r>
            <a:r>
              <a:rPr lang="zh-CN" altLang="en-US" sz="2500">
                <a:ea typeface="华文行楷" panose="02010800040101010101" pitchFamily="2" charset="-122"/>
              </a:rPr>
              <a:t>    b   b   a    b   d   b    b</a:t>
            </a:r>
          </a:p>
        </p:txBody>
      </p:sp>
      <p:sp>
        <p:nvSpPr>
          <p:cNvPr id="75892" name="直接连接符 58484">
            <a:extLst>
              <a:ext uri="{FF2B5EF4-FFF2-40B4-BE49-F238E27FC236}">
                <a16:creationId xmlns:a16="http://schemas.microsoft.com/office/drawing/2014/main" id="{CE5EF258-3E27-47A8-820B-7C77F4D9F07D}"/>
              </a:ext>
            </a:extLst>
          </p:cNvPr>
          <p:cNvSpPr>
            <a:spLocks noChangeShapeType="1"/>
          </p:cNvSpPr>
          <p:nvPr/>
        </p:nvSpPr>
        <p:spPr bwMode="auto">
          <a:xfrm flipH="1">
            <a:off x="5519738" y="1485900"/>
            <a:ext cx="2519362" cy="259080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9" name="对象 54387">
                <a:extLst>
                  <a:ext uri="{FF2B5EF4-FFF2-40B4-BE49-F238E27FC236}">
                    <a16:creationId xmlns:a16="http://schemas.microsoft.com/office/drawing/2014/main" id="{75182EB1-301E-4F65-B5BA-2E8CB80B7B9C}"/>
                  </a:ext>
                </a:extLst>
              </p:cNvPr>
              <p:cNvSpPr txBox="1"/>
              <p:nvPr/>
            </p:nvSpPr>
            <p:spPr bwMode="auto">
              <a:xfrm>
                <a:off x="2424113" y="122238"/>
                <a:ext cx="5327650" cy="8572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US" altLang="zh-CN"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m>
                                <m:mPr>
                                  <m:plcHide m:val="on"/>
                                  <m:mcs>
                                    <m:mc>
                                      <m:mcPr>
                                        <m:count m:val="2"/>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
                              <m:r>
                                <a:rPr lang="zh-CN" altLang="en-US" i="1">
                                  <a:solidFill>
                                    <a:srgbClr val="000000"/>
                                  </a:solidFill>
                                  <a:latin typeface="Cambria Math" panose="02040503050406030204" pitchFamily="18" charset="0"/>
                                </a:rPr>
                                <m:t>&amp;</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r>
                                    <a:rPr lang="zh-CN" altLang="en-US" i="1">
                                      <a:solidFill>
                                        <a:srgbClr val="000000"/>
                                      </a:solidFill>
                                      <a:latin typeface="Cambria Math" panose="02040503050406030204" pitchFamily="18" charset="0"/>
                                    </a:rPr>
                                    <m:t>{</m:t>
                                  </m:r>
                                </m:e>
                              </m:func>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qArr>
                        </m:e>
                      </m:d>
                    </m:oMath>
                  </m:oMathPara>
                </a14:m>
                <a:endParaRPr lang="zh-CN" altLang="en-US"/>
              </a:p>
            </p:txBody>
          </p:sp>
        </mc:Choice>
        <mc:Fallback xmlns="">
          <p:sp>
            <p:nvSpPr>
              <p:cNvPr id="9" name="对象 54387">
                <a:extLst>
                  <a:ext uri="{FF2B5EF4-FFF2-40B4-BE49-F238E27FC236}">
                    <a16:creationId xmlns:a16="http://schemas.microsoft.com/office/drawing/2014/main" id="{75182EB1-301E-4F65-B5BA-2E8CB80B7B9C}"/>
                  </a:ext>
                </a:extLst>
              </p:cNvPr>
              <p:cNvSpPr txBox="1">
                <a:spLocks noRot="1" noChangeAspect="1" noMove="1" noResize="1" noEditPoints="1" noAdjustHandles="1" noChangeArrowheads="1" noChangeShapeType="1" noTextEdit="1"/>
              </p:cNvSpPr>
              <p:nvPr/>
            </p:nvSpPr>
            <p:spPr bwMode="auto">
              <a:xfrm>
                <a:off x="2424113" y="122238"/>
                <a:ext cx="5327650" cy="857250"/>
              </a:xfrm>
              <a:prstGeom prst="rect">
                <a:avLst/>
              </a:prstGeom>
              <a:blipFill>
                <a:blip r:embed="rId2"/>
                <a:stretch>
                  <a:fillRect/>
                </a:stretch>
              </a:blipFill>
              <a:ln>
                <a:noFill/>
              </a:ln>
            </p:spPr>
            <p:txBody>
              <a:bodyPr/>
              <a:lstStyle/>
              <a:p>
                <a:r>
                  <a:rPr lang="zh-CN" altLang="en-US">
                    <a:noFill/>
                  </a:rPr>
                  <a:t> </a:t>
                </a:r>
              </a:p>
            </p:txBody>
          </p:sp>
        </mc:Fallback>
      </mc:AlternateContent>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19">
            <a:extLst>
              <a:ext uri="{FF2B5EF4-FFF2-40B4-BE49-F238E27FC236}">
                <a16:creationId xmlns:a16="http://schemas.microsoft.com/office/drawing/2014/main" id="{065C07E7-E749-4714-B0BC-C0A3D6C16303}"/>
              </a:ext>
            </a:extLst>
          </p:cNvPr>
          <p:cNvSpPr>
            <a:spLocks noChangeArrowheads="1"/>
          </p:cNvSpPr>
          <p:nvPr/>
        </p:nvSpPr>
        <p:spPr bwMode="auto">
          <a:xfrm>
            <a:off x="3628735" y="9985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endParaRPr lang="zh-CN" altLang="en-US">
              <a:ea typeface="华文行楷" panose="02010800040101010101" pitchFamily="2" charset="-122"/>
            </a:endParaRPr>
          </a:p>
        </p:txBody>
      </p:sp>
      <p:sp>
        <p:nvSpPr>
          <p:cNvPr id="76802" name="Text Box 258">
            <a:extLst>
              <a:ext uri="{FF2B5EF4-FFF2-40B4-BE49-F238E27FC236}">
                <a16:creationId xmlns:a16="http://schemas.microsoft.com/office/drawing/2014/main" id="{9C0E6225-C525-44F0-907B-0DEC122EA006}"/>
              </a:ext>
            </a:extLst>
          </p:cNvPr>
          <p:cNvSpPr txBox="1">
            <a:spLocks noChangeArrowheads="1"/>
          </p:cNvSpPr>
          <p:nvPr/>
        </p:nvSpPr>
        <p:spPr bwMode="auto">
          <a:xfrm>
            <a:off x="2352675" y="981075"/>
            <a:ext cx="78486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r>
              <a:rPr lang="en-US" altLang="zh-CN" sz="3200">
                <a:latin typeface="Times New Roman" panose="02020603050405020304" pitchFamily="18" charset="0"/>
              </a:rPr>
              <a:t> </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3</a:t>
            </a:r>
            <a:r>
              <a:rPr lang="en-US" altLang="zh-CN" sz="3200">
                <a:latin typeface="Times New Roman" panose="02020603050405020304" pitchFamily="18" charset="0"/>
                <a:ea typeface="华文行楷" panose="02010800040101010101" pitchFamily="2" charset="-122"/>
              </a:rPr>
              <a:t>]=d[</a:t>
            </a:r>
            <a:r>
              <a:rPr lang="zh-CN" altLang="en-US" sz="3200">
                <a:latin typeface="Times New Roman" panose="02020603050405020304" pitchFamily="18" charset="0"/>
                <a:ea typeface="华文行楷" panose="02010800040101010101" pitchFamily="2" charset="-122"/>
              </a:rPr>
              <a:t>1</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2</a:t>
            </a:r>
            <a:r>
              <a:rPr lang="en-US" altLang="zh-CN" sz="3200">
                <a:latin typeface="Times New Roman" panose="02020603050405020304" pitchFamily="18" charset="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+1=2    </a:t>
            </a:r>
            <a:r>
              <a:rPr lang="zh-CN" altLang="en-US" sz="3200">
                <a:ea typeface="华文行楷" panose="02010800040101010101" pitchFamily="2" charset="-122"/>
              </a:rPr>
              <a:t> (x</a:t>
            </a:r>
            <a:r>
              <a:rPr lang="zh-CN" altLang="en-US" sz="3200" baseline="-25000">
                <a:ea typeface="华文行楷" panose="02010800040101010101" pitchFamily="2" charset="-122"/>
              </a:rPr>
              <a:t>2</a:t>
            </a:r>
            <a:r>
              <a:rPr lang="zh-CN" altLang="en-US" sz="3200">
                <a:ea typeface="华文行楷" panose="02010800040101010101" pitchFamily="2" charset="-122"/>
                <a:sym typeface="Arial" panose="020B0604020202020204" pitchFamily="34" charset="0"/>
              </a:rPr>
              <a:t>=</a:t>
            </a:r>
            <a:r>
              <a:rPr lang="en-US" altLang="zh-CN" sz="3200">
                <a:ea typeface="华文行楷" panose="02010800040101010101" pitchFamily="2" charset="-122"/>
                <a:sym typeface="Arial" panose="020B0604020202020204" pitchFamily="34" charset="0"/>
              </a:rPr>
              <a:t>=</a:t>
            </a:r>
            <a:r>
              <a:rPr lang="zh-CN" altLang="en-US" sz="3200">
                <a:ea typeface="华文行楷" panose="02010800040101010101" pitchFamily="2" charset="-122"/>
              </a:rPr>
              <a:t>y</a:t>
            </a:r>
            <a:r>
              <a:rPr lang="zh-CN" altLang="en-US" sz="3200" baseline="-25000">
                <a:ea typeface="华文行楷" panose="02010800040101010101" pitchFamily="2" charset="-122"/>
              </a:rPr>
              <a:t>3</a:t>
            </a:r>
            <a:r>
              <a:rPr lang="zh-CN" altLang="en-US" sz="3200">
                <a:ea typeface="华文行楷" panose="02010800040101010101" pitchFamily="2" charset="-122"/>
              </a:rPr>
              <a:t>)</a:t>
            </a:r>
            <a:r>
              <a:rPr lang="zh-CN" altLang="en-US" sz="3200">
                <a:latin typeface="Times New Roman" panose="02020603050405020304" pitchFamily="18" charset="0"/>
                <a:ea typeface="华文行楷" panose="02010800040101010101" pitchFamily="2" charset="-122"/>
              </a:rPr>
              <a:t> </a:t>
            </a:r>
          </a:p>
        </p:txBody>
      </p:sp>
      <p:graphicFrame>
        <p:nvGraphicFramePr>
          <p:cNvPr id="59396" name="表格 59395">
            <a:extLst>
              <a:ext uri="{FF2B5EF4-FFF2-40B4-BE49-F238E27FC236}">
                <a16:creationId xmlns:a16="http://schemas.microsoft.com/office/drawing/2014/main" id="{964353AD-8B61-43F9-B8F2-F5A93B48C2FC}"/>
              </a:ext>
            </a:extLst>
          </p:cNvPr>
          <p:cNvGraphicFramePr>
            <a:graphicFrameLocks noGrp="1"/>
          </p:cNvGraphicFramePr>
          <p:nvPr/>
        </p:nvGraphicFramePr>
        <p:xfrm>
          <a:off x="3906838" y="2452688"/>
          <a:ext cx="5141912" cy="4151310"/>
        </p:xfrm>
        <a:graphic>
          <a:graphicData uri="http://schemas.openxmlformats.org/drawingml/2006/table">
            <a:tbl>
              <a:tblPr/>
              <a:tblGrid>
                <a:gridCol w="46672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466725">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6725">
                  <a:extLst>
                    <a:ext uri="{9D8B030D-6E8A-4147-A177-3AD203B41FA5}">
                      <a16:colId xmlns:a16="http://schemas.microsoft.com/office/drawing/2014/main" val="20010"/>
                    </a:ext>
                  </a:extLst>
                </a:gridCol>
              </a:tblGrid>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2</a:t>
                      </a:r>
                      <a:endParaRPr kumimoji="0" lang="zh-CN" altLang="en-US" sz="2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9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91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6913" name="文本框 59505">
            <a:extLst>
              <a:ext uri="{FF2B5EF4-FFF2-40B4-BE49-F238E27FC236}">
                <a16:creationId xmlns:a16="http://schemas.microsoft.com/office/drawing/2014/main" id="{588EFD34-1F28-4963-9878-F20113C453A1}"/>
              </a:ext>
            </a:extLst>
          </p:cNvPr>
          <p:cNvSpPr txBox="1">
            <a:spLocks noChangeArrowheads="1"/>
          </p:cNvSpPr>
          <p:nvPr/>
        </p:nvSpPr>
        <p:spPr bwMode="auto">
          <a:xfrm>
            <a:off x="3289300" y="2730501"/>
            <a:ext cx="579438"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zh-CN" altLang="en-US" sz="2500">
                <a:ea typeface="华文行楷" panose="02010800040101010101" pitchFamily="2" charset="-122"/>
              </a:rPr>
              <a:t>X=</a:t>
            </a:r>
          </a:p>
          <a:p>
            <a:pPr algn="ctr" eaLnBrk="0" hangingPunct="0"/>
            <a:endParaRPr lang="zh-CN" altLang="en-US" sz="2500">
              <a:ea typeface="华文行楷" panose="02010800040101010101" pitchFamily="2" charset="-122"/>
            </a:endParaRPr>
          </a:p>
          <a:p>
            <a:pPr algn="ctr" eaLnBrk="0" hangingPunct="0"/>
            <a:r>
              <a:rPr lang="zh-CN" altLang="en-US" sz="2500">
                <a:ea typeface="华文行楷" panose="02010800040101010101" pitchFamily="2" charset="-122"/>
              </a:rPr>
              <a:t>a</a:t>
            </a:r>
          </a:p>
          <a:p>
            <a:pPr algn="ctr" eaLnBrk="0" hangingPunct="0"/>
            <a:endParaRPr lang="zh-CN" altLang="en-US" sz="800">
              <a:ea typeface="华文行楷" panose="02010800040101010101" pitchFamily="2" charset="-122"/>
            </a:endParaRPr>
          </a:p>
          <a:p>
            <a:pPr algn="ctr" eaLnBrk="0" hangingPunct="0"/>
            <a:r>
              <a:rPr lang="zh-CN" altLang="en-US" sz="2500">
                <a:solidFill>
                  <a:srgbClr val="CC0000"/>
                </a:solidFill>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c</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d</a:t>
            </a:r>
          </a:p>
          <a:p>
            <a:pPr algn="ctr" eaLnBrk="0" hangingPunct="0"/>
            <a:endParaRPr lang="zh-CN" altLang="en-US" sz="800">
              <a:ea typeface="华文行楷" panose="02010800040101010101" pitchFamily="2" charset="-122"/>
            </a:endParaRPr>
          </a:p>
          <a:p>
            <a:pPr algn="ctr" eaLnBrk="0" hangingPunct="0"/>
            <a:r>
              <a:rPr lang="zh-CN" altLang="en-US" sz="2500">
                <a:ea typeface="华文行楷" panose="02010800040101010101" pitchFamily="2" charset="-122"/>
              </a:rPr>
              <a:t>b</a:t>
            </a:r>
          </a:p>
        </p:txBody>
      </p:sp>
      <p:sp>
        <p:nvSpPr>
          <p:cNvPr id="76914" name="文本框 59506">
            <a:extLst>
              <a:ext uri="{FF2B5EF4-FFF2-40B4-BE49-F238E27FC236}">
                <a16:creationId xmlns:a16="http://schemas.microsoft.com/office/drawing/2014/main" id="{0EA94C91-FBB2-4B1E-A361-EACF82C55D79}"/>
              </a:ext>
            </a:extLst>
          </p:cNvPr>
          <p:cNvSpPr txBox="1">
            <a:spLocks noChangeArrowheads="1"/>
          </p:cNvSpPr>
          <p:nvPr/>
        </p:nvSpPr>
        <p:spPr bwMode="auto">
          <a:xfrm>
            <a:off x="4008439" y="1959367"/>
            <a:ext cx="54006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500">
                <a:ea typeface="华文行楷" panose="02010800040101010101" pitchFamily="2" charset="-122"/>
              </a:rPr>
              <a:t> Y=    a   c    </a:t>
            </a:r>
            <a:r>
              <a:rPr lang="zh-CN" altLang="en-US" sz="2500">
                <a:solidFill>
                  <a:srgbClr val="CC0000"/>
                </a:solidFill>
                <a:ea typeface="华文行楷" panose="02010800040101010101" pitchFamily="2" charset="-122"/>
              </a:rPr>
              <a:t>b</a:t>
            </a:r>
            <a:r>
              <a:rPr lang="zh-CN" altLang="en-US" sz="2500">
                <a:ea typeface="华文行楷" panose="02010800040101010101" pitchFamily="2" charset="-122"/>
              </a:rPr>
              <a:t>   b   a    b   d   b    b</a:t>
            </a:r>
          </a:p>
        </p:txBody>
      </p:sp>
      <p:sp>
        <p:nvSpPr>
          <p:cNvPr id="76916" name="直接连接符 59508">
            <a:extLst>
              <a:ext uri="{FF2B5EF4-FFF2-40B4-BE49-F238E27FC236}">
                <a16:creationId xmlns:a16="http://schemas.microsoft.com/office/drawing/2014/main" id="{F61D7AEE-2236-4056-A53C-4F28DB9EDE79}"/>
              </a:ext>
            </a:extLst>
          </p:cNvPr>
          <p:cNvSpPr>
            <a:spLocks noChangeShapeType="1"/>
          </p:cNvSpPr>
          <p:nvPr/>
        </p:nvSpPr>
        <p:spPr bwMode="auto">
          <a:xfrm>
            <a:off x="5664200" y="1485900"/>
            <a:ext cx="431800" cy="259080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9" name="对象 54387">
                <a:extLst>
                  <a:ext uri="{FF2B5EF4-FFF2-40B4-BE49-F238E27FC236}">
                    <a16:creationId xmlns:a16="http://schemas.microsoft.com/office/drawing/2014/main" id="{70222340-20E8-4EE4-B545-6F1383AB8E73}"/>
                  </a:ext>
                </a:extLst>
              </p:cNvPr>
              <p:cNvSpPr txBox="1"/>
              <p:nvPr/>
            </p:nvSpPr>
            <p:spPr bwMode="auto">
              <a:xfrm>
                <a:off x="2424113" y="122238"/>
                <a:ext cx="5327650" cy="8572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en-US" altLang="zh-CN"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m>
                                <m:mPr>
                                  <m:plcHide m:val="on"/>
                                  <m:mcs>
                                    <m:mc>
                                      <m:mcPr>
                                        <m:count m:val="2"/>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
                              <m:r>
                                <a:rPr lang="zh-CN" altLang="en-US" i="1">
                                  <a:solidFill>
                                    <a:srgbClr val="000000"/>
                                  </a:solidFill>
                                  <a:latin typeface="Cambria Math" panose="02040503050406030204" pitchFamily="18" charset="0"/>
                                </a:rPr>
                                <m:t>&amp;</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r>
                                    <a:rPr lang="zh-CN" altLang="en-US" i="1">
                                      <a:solidFill>
                                        <a:srgbClr val="000000"/>
                                      </a:solidFill>
                                      <a:latin typeface="Cambria Math" panose="02040503050406030204" pitchFamily="18" charset="0"/>
                                    </a:rPr>
                                    <m:t>{</m:t>
                                  </m:r>
                                </m:e>
                              </m:func>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m:rPr>
                                  <m:sty m:val="p"/>
                                </m:rPr>
                                <a:rPr lang="en-US" altLang="zh-CN" b="0" i="0" smtClean="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i</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&gt;1,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&gt;1</m:t>
                              </m:r>
                            </m:e>
                          </m:eqArr>
                        </m:e>
                      </m:d>
                    </m:oMath>
                  </m:oMathPara>
                </a14:m>
                <a:endParaRPr lang="zh-CN" altLang="en-US"/>
              </a:p>
            </p:txBody>
          </p:sp>
        </mc:Choice>
        <mc:Fallback xmlns="">
          <p:sp>
            <p:nvSpPr>
              <p:cNvPr id="9" name="对象 54387">
                <a:extLst>
                  <a:ext uri="{FF2B5EF4-FFF2-40B4-BE49-F238E27FC236}">
                    <a16:creationId xmlns:a16="http://schemas.microsoft.com/office/drawing/2014/main" id="{70222340-20E8-4EE4-B545-6F1383AB8E73}"/>
                  </a:ext>
                </a:extLst>
              </p:cNvPr>
              <p:cNvSpPr txBox="1">
                <a:spLocks noRot="1" noChangeAspect="1" noMove="1" noResize="1" noEditPoints="1" noAdjustHandles="1" noChangeArrowheads="1" noChangeShapeType="1" noTextEdit="1"/>
              </p:cNvSpPr>
              <p:nvPr/>
            </p:nvSpPr>
            <p:spPr bwMode="auto">
              <a:xfrm>
                <a:off x="2424113" y="122238"/>
                <a:ext cx="5327650" cy="857250"/>
              </a:xfrm>
              <a:prstGeom prst="rect">
                <a:avLst/>
              </a:prstGeom>
              <a:blipFill>
                <a:blip r:embed="rId2"/>
                <a:stretch>
                  <a:fillRect/>
                </a:stretch>
              </a:blipFill>
              <a:ln>
                <a:noFill/>
              </a:ln>
            </p:spPr>
            <p:txBody>
              <a:bodyPr/>
              <a:lstStyle/>
              <a:p>
                <a:r>
                  <a:rPr lang="zh-CN" altLang="en-US">
                    <a:noFill/>
                  </a:rPr>
                  <a:t> </a:t>
                </a:r>
              </a:p>
            </p:txBody>
          </p:sp>
        </mc:Fallback>
      </mc:AlternateContent>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E6876-A21A-48E5-9432-34AA6E5A798C}"/>
              </a:ext>
            </a:extLst>
          </p:cNvPr>
          <p:cNvSpPr>
            <a:spLocks noGrp="1"/>
          </p:cNvSpPr>
          <p:nvPr>
            <p:ph type="title"/>
          </p:nvPr>
        </p:nvSpPr>
        <p:spPr/>
        <p:txBody>
          <a:bodyPr/>
          <a:lstStyle/>
          <a:p>
            <a:r>
              <a:rPr lang="en-US" altLang="zh-CN" b="1"/>
              <a:t>The longest increasing subsequence problem (LIS)</a:t>
            </a:r>
            <a:endParaRPr lang="zh-CN" altLang="en-US" b="1"/>
          </a:p>
        </p:txBody>
      </p:sp>
      <p:sp>
        <p:nvSpPr>
          <p:cNvPr id="3" name="内容占位符 2">
            <a:extLst>
              <a:ext uri="{FF2B5EF4-FFF2-40B4-BE49-F238E27FC236}">
                <a16:creationId xmlns:a16="http://schemas.microsoft.com/office/drawing/2014/main" id="{6DFFBCFE-E9E6-40C6-A336-F560F015982D}"/>
              </a:ext>
            </a:extLst>
          </p:cNvPr>
          <p:cNvSpPr>
            <a:spLocks noGrp="1"/>
          </p:cNvSpPr>
          <p:nvPr>
            <p:ph idx="1"/>
          </p:nvPr>
        </p:nvSpPr>
        <p:spPr/>
        <p:txBody>
          <a:bodyPr/>
          <a:lstStyle/>
          <a:p>
            <a:r>
              <a:rPr lang="en-US" altLang="zh-CN"/>
              <a:t>The longest increasing subsequence problem is to find a subsequence of a given sequence in which the subsequence's elements are </a:t>
            </a:r>
            <a:r>
              <a:rPr lang="en-US" altLang="zh-CN">
                <a:solidFill>
                  <a:srgbClr val="FF0000"/>
                </a:solidFill>
              </a:rPr>
              <a:t>in sorted order</a:t>
            </a:r>
            <a:r>
              <a:rPr lang="en-US" altLang="zh-CN"/>
              <a:t>, lowest to highest, and in which the subsequence is </a:t>
            </a:r>
            <a:r>
              <a:rPr lang="en-US" altLang="zh-CN">
                <a:solidFill>
                  <a:srgbClr val="FF0000"/>
                </a:solidFill>
              </a:rPr>
              <a:t>as long as possible</a:t>
            </a:r>
            <a:r>
              <a:rPr lang="en-US" altLang="zh-CN"/>
              <a:t>. </a:t>
            </a:r>
          </a:p>
          <a:p>
            <a:r>
              <a:rPr lang="en-US" altLang="zh-CN"/>
              <a:t>This subsequence is not necessarily contiguous, or unique. </a:t>
            </a:r>
          </a:p>
          <a:p>
            <a:r>
              <a:rPr lang="en-US" altLang="zh-CN"/>
              <a:t>{0, 8, 4, 12, 2, 10, 6, 14, 1, 9, 5, 13, 3, 11, 7, 15}</a:t>
            </a:r>
          </a:p>
          <a:p>
            <a:pPr lvl="1"/>
            <a:r>
              <a:rPr lang="en-US" altLang="zh-CN"/>
              <a:t>{0, 4, 6, 9, 11, 15}</a:t>
            </a:r>
          </a:p>
          <a:p>
            <a:pPr lvl="1"/>
            <a:r>
              <a:rPr lang="en-US" altLang="zh-CN"/>
              <a:t>{0, 2, 6, 9, 13, 15}</a:t>
            </a:r>
          </a:p>
          <a:p>
            <a:pPr lvl="1"/>
            <a:r>
              <a:rPr lang="en-US" altLang="zh-CN"/>
              <a:t>{0, 4, 6, 9, 13, 15}</a:t>
            </a:r>
          </a:p>
          <a:p>
            <a:pPr lvl="1"/>
            <a:r>
              <a:rPr lang="en-US" altLang="zh-CN"/>
              <a:t>Length: 6</a:t>
            </a:r>
            <a:endParaRPr lang="zh-CN" altLang="en-US"/>
          </a:p>
          <a:p>
            <a:endParaRPr lang="zh-CN" altLang="en-US"/>
          </a:p>
        </p:txBody>
      </p:sp>
    </p:spTree>
    <p:extLst>
      <p:ext uri="{BB962C8B-B14F-4D97-AF65-F5344CB8AC3E}">
        <p14:creationId xmlns:p14="http://schemas.microsoft.com/office/powerpoint/2010/main" val="990630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a:extLst>
              <a:ext uri="{FF2B5EF4-FFF2-40B4-BE49-F238E27FC236}">
                <a16:creationId xmlns:a16="http://schemas.microsoft.com/office/drawing/2014/main" id="{C58ADE23-64F0-4CA3-A514-5F8F2FD0BA70}"/>
              </a:ext>
            </a:extLst>
          </p:cNvPr>
          <p:cNvSpPr>
            <a:spLocks noGrp="1" noChangeArrowheads="1"/>
          </p:cNvSpPr>
          <p:nvPr>
            <p:ph type="title"/>
          </p:nvPr>
        </p:nvSpPr>
        <p:spPr/>
        <p:txBody>
          <a:bodyPr/>
          <a:lstStyle/>
          <a:p>
            <a:r>
              <a:rPr lang="en-US" altLang="zh-CN" sz="4000"/>
              <a:t>Method 1 - Using LCS</a:t>
            </a:r>
            <a:endParaRPr lang="zh-CN" altLang="en-US" sz="4000"/>
          </a:p>
        </p:txBody>
      </p:sp>
      <p:sp>
        <p:nvSpPr>
          <p:cNvPr id="82946" name="内容占位符 2">
            <a:extLst>
              <a:ext uri="{FF2B5EF4-FFF2-40B4-BE49-F238E27FC236}">
                <a16:creationId xmlns:a16="http://schemas.microsoft.com/office/drawing/2014/main" id="{A57FF1F6-7245-4DC2-9A64-03D8E306F36A}"/>
              </a:ext>
            </a:extLst>
          </p:cNvPr>
          <p:cNvSpPr>
            <a:spLocks noGrp="1" noChangeArrowheads="1"/>
          </p:cNvSpPr>
          <p:nvPr>
            <p:ph idx="1"/>
          </p:nvPr>
        </p:nvSpPr>
        <p:spPr/>
        <p:txBody>
          <a:bodyPr/>
          <a:lstStyle/>
          <a:p>
            <a:r>
              <a:rPr lang="en-US" altLang="zh-CN"/>
              <a:t>The longest increasing subsequence of a sequence S is the longest common subsequence of S and T, where T is the result of sorting S. </a:t>
            </a:r>
          </a:p>
          <a:p>
            <a:endParaRPr lang="en-US" altLang="zh-CN"/>
          </a:p>
          <a:p>
            <a:r>
              <a:rPr lang="en-US" altLang="zh-CN">
                <a:solidFill>
                  <a:srgbClr val="FF0000"/>
                </a:solidFill>
              </a:rPr>
              <a:t>O(n</a:t>
            </a:r>
            <a:r>
              <a:rPr lang="en-US" altLang="zh-CN" baseline="30000">
                <a:solidFill>
                  <a:srgbClr val="FF0000"/>
                </a:solidFill>
              </a:rPr>
              <a:t>2</a:t>
            </a:r>
            <a:r>
              <a:rPr lang="en-US" altLang="zh-CN">
                <a:solidFill>
                  <a:srgbClr val="FF0000"/>
                </a:solidFill>
              </a:rPr>
              <a:t>)</a:t>
            </a:r>
            <a:endParaRPr lang="zh-CN" altLang="en-US">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BCB2B-6EAA-4824-963A-EF72BC7323E9}"/>
              </a:ext>
            </a:extLst>
          </p:cNvPr>
          <p:cNvSpPr>
            <a:spLocks noGrp="1"/>
          </p:cNvSpPr>
          <p:nvPr>
            <p:ph type="title"/>
          </p:nvPr>
        </p:nvSpPr>
        <p:spPr/>
        <p:txBody>
          <a:bodyPr/>
          <a:lstStyle/>
          <a:p>
            <a:r>
              <a:rPr lang="en-US" altLang="zh-CN"/>
              <a:t>Method 2-</a:t>
            </a:r>
            <a:r>
              <a:rPr lang="en-US" altLang="zh-CN" b="1"/>
              <a:t>state &amp; state transition equation</a:t>
            </a:r>
            <a:endParaRPr lang="zh-CN" altLang="en-US" b="1"/>
          </a:p>
        </p:txBody>
      </p:sp>
      <p:sp>
        <p:nvSpPr>
          <p:cNvPr id="83969" name="内容占位符 2">
            <a:extLst>
              <a:ext uri="{FF2B5EF4-FFF2-40B4-BE49-F238E27FC236}">
                <a16:creationId xmlns:a16="http://schemas.microsoft.com/office/drawing/2014/main" id="{23EED0B1-D89F-4D36-B7EC-2D64D6DB8586}"/>
              </a:ext>
            </a:extLst>
          </p:cNvPr>
          <p:cNvSpPr>
            <a:spLocks noGrp="1" noChangeArrowheads="1"/>
          </p:cNvSpPr>
          <p:nvPr>
            <p:ph idx="1"/>
          </p:nvPr>
        </p:nvSpPr>
        <p:spPr/>
        <p:txBody>
          <a:bodyPr/>
          <a:lstStyle/>
          <a:p>
            <a:r>
              <a:rPr lang="en-US" altLang="zh-CN"/>
              <a:t>Define d(i) to be the length of the LIS ending in i</a:t>
            </a:r>
          </a:p>
          <a:p>
            <a:endParaRPr lang="en-US" altLang="zh-CN"/>
          </a:p>
          <a:p>
            <a:r>
              <a:rPr lang="en-US" altLang="zh-CN"/>
              <a:t>d[i] = max{0, dp[j] | 0&lt; j &lt; i, A</a:t>
            </a:r>
            <a:r>
              <a:rPr lang="en-US" altLang="zh-CN" baseline="-25000"/>
              <a:t>j</a:t>
            </a:r>
            <a:r>
              <a:rPr lang="en-US" altLang="zh-CN"/>
              <a:t> &lt; A</a:t>
            </a:r>
            <a:r>
              <a:rPr lang="en-US" altLang="zh-CN" baseline="-25000"/>
              <a:t>i</a:t>
            </a:r>
            <a:r>
              <a:rPr lang="en-US" altLang="zh-CN"/>
              <a:t>}+1</a:t>
            </a:r>
            <a:endParaRPr lang="en-US" altLang="zh-CN" baseline="-25000"/>
          </a:p>
          <a:p>
            <a:endParaRPr lang="en-US" altLang="zh-CN" baseline="-25000"/>
          </a:p>
          <a:p>
            <a:r>
              <a:rPr lang="en-US" altLang="zh-CN">
                <a:solidFill>
                  <a:srgbClr val="FF0000"/>
                </a:solidFill>
              </a:rPr>
              <a:t>O(n</a:t>
            </a:r>
            <a:r>
              <a:rPr lang="en-US" altLang="zh-CN" baseline="30000">
                <a:solidFill>
                  <a:srgbClr val="FF0000"/>
                </a:solidFill>
              </a:rPr>
              <a:t>2</a:t>
            </a:r>
            <a:r>
              <a:rPr lang="en-US" altLang="zh-CN">
                <a:solidFill>
                  <a:srgbClr val="FF0000"/>
                </a:solidFill>
              </a:rPr>
              <a:t>)</a:t>
            </a:r>
          </a:p>
          <a:p>
            <a:endParaRPr lang="en-US" altLang="zh-CN">
              <a:solidFill>
                <a:srgbClr val="FF0000"/>
              </a:solidFill>
            </a:endParaRPr>
          </a:p>
          <a:p>
            <a:r>
              <a:rPr lang="en-US" altLang="zh-CN">
                <a:solidFill>
                  <a:srgbClr val="FF0000"/>
                </a:solidFill>
              </a:rPr>
              <a:t>O(nlogn)   </a:t>
            </a:r>
            <a:r>
              <a:rPr lang="en-US" altLang="zh-CN"/>
              <a:t>DP + BinarySearch</a:t>
            </a:r>
            <a:endParaRPr lang="zh-CN" altLang="en-US"/>
          </a:p>
          <a:p>
            <a:pPr marL="0" indent="0">
              <a:buNone/>
            </a:pPr>
            <a:endParaRPr lang="zh-CN" altLang="zh-CN"/>
          </a:p>
          <a:p>
            <a:pPr marL="0" indent="0">
              <a:buNone/>
            </a:pPr>
            <a:endParaRPr lang="zh-CN" altLang="en-US"/>
          </a:p>
          <a:p>
            <a:pPr marL="0" indent="0">
              <a:buNone/>
            </a:pP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1715578-E164-4593-AAAF-E739C0AC9394}"/>
              </a:ext>
            </a:extLst>
          </p:cNvPr>
          <p:cNvSpPr>
            <a:spLocks noGrp="1"/>
          </p:cNvSpPr>
          <p:nvPr>
            <p:ph type="title"/>
          </p:nvPr>
        </p:nvSpPr>
        <p:spPr>
          <a:xfrm>
            <a:off x="731668" y="2043004"/>
            <a:ext cx="10515600" cy="1552452"/>
          </a:xfrm>
        </p:spPr>
        <p:txBody>
          <a:bodyPr>
            <a:normAutofit fontScale="90000"/>
          </a:bodyPr>
          <a:lstStyle/>
          <a:p>
            <a:pPr marL="0" indent="0"/>
            <a:r>
              <a:rPr lang="en-US" altLang="zh-CN" dirty="0"/>
              <a:t>Exercise</a:t>
            </a:r>
            <a:br>
              <a:rPr lang="en-US" altLang="zh-CN" dirty="0"/>
            </a:br>
            <a:r>
              <a:rPr lang="en-US" altLang="zh-CN" b="0" i="0" u="none" strike="noStrike" dirty="0">
                <a:solidFill>
                  <a:srgbClr val="FC5531"/>
                </a:solidFill>
                <a:effectLst/>
                <a:latin typeface="PingFang SC"/>
              </a:rPr>
              <a:t>http://acm.hdu.edu.cn/showproblem.php?pid=1160</a:t>
            </a:r>
            <a:endParaRPr lang="zh-CN" altLang="en-US" dirty="0"/>
          </a:p>
        </p:txBody>
      </p:sp>
    </p:spTree>
    <p:extLst>
      <p:ext uri="{BB962C8B-B14F-4D97-AF65-F5344CB8AC3E}">
        <p14:creationId xmlns:p14="http://schemas.microsoft.com/office/powerpoint/2010/main" val="336482960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TotalTime>
  <Words>3161</Words>
  <Application>Microsoft Office PowerPoint</Application>
  <PresentationFormat>宽屏</PresentationFormat>
  <Paragraphs>1327</Paragraphs>
  <Slides>42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42</vt:i4>
      </vt:variant>
    </vt:vector>
  </HeadingPairs>
  <TitlesOfParts>
    <vt:vector size="50" baseType="lpstr">
      <vt:lpstr>PingFang SC</vt:lpstr>
      <vt:lpstr>等线</vt:lpstr>
      <vt:lpstr>等线 Light</vt:lpstr>
      <vt:lpstr>宋体</vt:lpstr>
      <vt:lpstr>Arial</vt:lpstr>
      <vt:lpstr>Cambria Math</vt:lpstr>
      <vt:lpstr>Times New Roman</vt:lpstr>
      <vt:lpstr>Office 主题​​</vt:lpstr>
      <vt:lpstr>Dynamic Programming Part 2</vt:lpstr>
      <vt:lpstr>Examples</vt:lpstr>
      <vt:lpstr>Multi-stage decision optimization problems</vt:lpstr>
      <vt:lpstr>Unidirectional TSP</vt:lpstr>
      <vt:lpstr>state &amp; state transition equation</vt:lpstr>
      <vt:lpstr>Knapsack problem</vt:lpstr>
      <vt:lpstr>0-1 knapsack problem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state &amp; state transition equation</vt:lpstr>
      <vt:lpstr>The border</vt:lpstr>
      <vt:lpstr>Recurrence</vt:lpstr>
      <vt:lpstr>Complexity</vt:lpstr>
      <vt:lpstr>Computational complexity of the knapsack problem</vt:lpstr>
      <vt:lpstr>PowerPoint 演示文稿</vt:lpstr>
      <vt:lpstr>PowerPoint 演示文稿</vt:lpstr>
      <vt:lpstr>Dynamic programming on linear structure</vt:lpstr>
      <vt:lpstr>The longest common subsequence problem</vt:lpstr>
      <vt:lpstr>Brute force</vt:lpstr>
      <vt:lpstr>DP: state &amp; state transition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 longest increasing subsequence problem (LIS)</vt:lpstr>
      <vt:lpstr>Method 1 - Using LCS</vt:lpstr>
      <vt:lpstr>Method 2-state &amp; state transition equation</vt:lpstr>
      <vt:lpstr>Exercise http://acm.hdu.edu.cn/showproblem.php?pid=1160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Programming Part 2</dc:title>
  <dc:creator>Xu Yanyan</dc:creator>
  <cp:lastModifiedBy>艳艳 徐</cp:lastModifiedBy>
  <cp:revision>101</cp:revision>
  <dcterms:created xsi:type="dcterms:W3CDTF">2021-03-19T10:20:12Z</dcterms:created>
  <dcterms:modified xsi:type="dcterms:W3CDTF">2024-04-09T10:30:00Z</dcterms:modified>
</cp:coreProperties>
</file>